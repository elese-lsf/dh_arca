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901.xml" ContentType="application/vnd.openxmlformats-officedocument.presentationml.slide+xml"/>
  <Override PartName="/ppt/slides/slide902.xml" ContentType="application/vnd.openxmlformats-officedocument.presentationml.slide+xml"/>
  <Override PartName="/ppt/slides/slide90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4"/>
    <p:sldMasterId id="2147483663" r:id="rId5"/>
    <p:sldMasterId id="2147483692" r:id="rId6"/>
  </p:sldMasterIdLst>
  <p:notesMasterIdLst>
    <p:notesMasterId r:id="rId76"/>
  </p:notesMasterIdLst>
  <p:sldIdLst>
    <p:sldId id="589" r:id="rId133"/>
    <p:sldId id="590" r:id="rId65"/>
    <p:sldId id="625" r:id="rId67"/>
    <p:sldId id="626" r:id="rId68"/>
    <p:sldId id="627" r:id="rId69"/>
    <p:sldId id="628" r:id="rId70"/>
    <p:sldId id="629" r:id="rId71"/>
    <p:sldId id="630" r:id="rId72"/>
    <p:sldId id="631" r:id="rId73"/>
    <p:sldId id="632" r:id="rId74"/>
    <p:sldId id="633" r:id="rId75"/>
    <p:sldId id="634" r:id="rId66"/>
    <p:sldId id="635" r:id="rId64"/>
    <p:sldId id="636" r:id="rId63"/>
    <p:sldId id="637" r:id="rId62"/>
    <p:sldId id="638" r:id="rId61"/>
    <p:sldId id="639" r:id="rId60"/>
    <p:sldId id="640" r:id="rId59"/>
    <p:sldId id="641" r:id="rId58"/>
    <p:sldId id="642" r:id="rId57"/>
    <p:sldId id="643" r:id="rId56"/>
    <p:sldId id="644" r:id="rId55"/>
    <p:sldId id="645" r:id="rId54"/>
    <p:sldId id="646" r:id="rId53"/>
    <p:sldId id="647" r:id="rId52"/>
    <p:sldId id="648" r:id="rId51"/>
    <p:sldId id="649" r:id="rId50"/>
    <p:sldId id="650" r:id="rId49"/>
    <p:sldId id="651" r:id="rId48"/>
    <p:sldId id="652" r:id="rId47"/>
    <p:sldId id="653" r:id="rId46"/>
    <p:sldId id="654" r:id="rId45"/>
    <p:sldId id="655" r:id="rId44"/>
    <p:sldId id="624" r:id="rId41"/>
  </p:sldIdLst>
  <p:sldSz cx="9144000" cy="5143500" type="screen16x9"/>
  <p:notesSz cx="6858000" cy="9144000"/>
  <p:embeddedFontLst>
    <p:embeddedFont>
      <p:font typeface="Archivo" panose="020B0604020202020204" charset="0"/>
      <p:regular r:id="rId77"/>
      <p:bold r:id="rId78"/>
      <p:italic r:id="rId79"/>
      <p:boldItalic r:id="rId80"/>
    </p:embeddedFont>
    <p:embeddedFont>
      <p:font typeface="Arial Black" panose="020B0A04020102020204" pitchFamily="34" charset="0"/>
      <p:bold r:id="rId81"/>
    </p:embeddedFont>
    <p:embeddedFont>
      <p:font typeface="Consolas" panose="020B0609020204030204" pitchFamily="49" charset="0"/>
      <p:regular r:id="rId82"/>
      <p:bold r:id="rId83"/>
      <p:italic r:id="rId84"/>
      <p:boldItalic r:id="rId85"/>
    </p:embeddedFont>
    <p:embeddedFont>
      <p:font typeface="Figtree" panose="020B0604020202020204" charset="0"/>
      <p:regular r:id="rId86"/>
      <p:bold r:id="rId87"/>
      <p:italic r:id="rId88"/>
      <p:boldItalic r:id="rId89"/>
    </p:embeddedFont>
    <p:embeddedFont>
      <p:font typeface="Figtree ExtraBold" panose="020B0604020202020204" charset="0"/>
      <p:regular r:id="rId90"/>
      <p:bold r:id="rId91"/>
      <p:italic r:id="rId92"/>
      <p:boldItalic r:id="rId93"/>
    </p:embeddedFont>
    <p:embeddedFont>
      <p:font typeface="Inter" panose="020B0604020202020204" charset="0"/>
      <p:regular r:id="rId94"/>
      <p:bold r:id="rId95"/>
      <p:italic r:id="rId96"/>
      <p:boldItalic r:id="rId97"/>
    </p:embeddedFont>
    <p:embeddedFont>
      <p:font typeface="Lato" panose="020F0502020204030203" pitchFamily="34" charset="0"/>
      <p:regular r:id="rId98"/>
      <p:bold r:id="rId99"/>
      <p:italic r:id="rId100"/>
      <p:boldItalic r:id="rId101"/>
    </p:embeddedFont>
    <p:embeddedFont>
      <p:font typeface="Lato Bold" panose="020F0502020204030203" pitchFamily="34" charset="0"/>
      <p:regular r:id="rId102"/>
      <p:bold r:id="rId103"/>
      <p:italic r:id="rId104"/>
      <p:boldItalic r:id="rId105"/>
    </p:embeddedFont>
    <p:embeddedFont>
      <p:font typeface="Montserrat" panose="00000500000000000000" pitchFamily="2" charset="0"/>
      <p:regular r:id="rId106"/>
      <p:bold r:id="rId107"/>
      <p:italic r:id="rId108"/>
      <p:boldItalic r:id="rId109"/>
    </p:embeddedFont>
    <p:embeddedFont>
      <p:font typeface="Montserrat Medium" panose="00000600000000000000" pitchFamily="2" charset="0"/>
      <p:regular r:id="rId110"/>
      <p:bold r:id="rId111"/>
      <p:italic r:id="rId112"/>
      <p:boldItalic r:id="rId113"/>
    </p:embeddedFont>
    <p:embeddedFont>
      <p:font typeface="Montserrat SemiBold" panose="00000700000000000000" pitchFamily="2" charset="0"/>
      <p:regular r:id="rId114"/>
      <p:bold r:id="rId115"/>
      <p:italic r:id="rId116"/>
      <p:boldItalic r:id="rId117"/>
    </p:embeddedFont>
    <p:embeddedFont>
      <p:font typeface="Plus Jakarta Sans" panose="020B0604020202020204" charset="0"/>
      <p:regular r:id="rId118"/>
      <p:bold r:id="rId119"/>
      <p:italic r:id="rId120"/>
      <p:boldItalic r:id="rId121"/>
    </p:embeddedFont>
    <p:embeddedFont>
      <p:font typeface="Poppins Bold" panose="00000800000000000000" pitchFamily="2" charset="0"/>
      <p:regular r:id="rId122"/>
      <p:bold r:id="rId123"/>
      <p:italic r:id="rId124"/>
      <p:boldItalic r:id="rId125"/>
    </p:embeddedFont>
    <p:embeddedFont>
      <p:font typeface="Segoe UI Emoji" panose="020B0502040204020203" pitchFamily="34" charset="0"/>
      <p:regular r:id="rId1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1B83DF3-9499-752F-7410-1666B8CE35F2}" name="Guest User" initials="GU" userId="S::urn:spo:tenantanon#32492b70-8a07-45cf-a377-6bd8c0e4b9c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CC7E"/>
    <a:srgbClr val="E9B191"/>
    <a:srgbClr val="9E7AF3"/>
    <a:srgbClr val="FE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DCA1BF-DDEC-D477-E265-C18A792ED709}" v="20" dt="2026-07-14T14:05:01.0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851"/>
    <p:restoredTop sz="94759"/>
  </p:normalViewPr>
  <p:slideViewPr>
    <p:cSldViewPr snapToGrid="0">
      <p:cViewPr varScale="1">
        <p:scale>
          <a:sx n="136" d="100"/>
          <a:sy n="136" d="100"/>
        </p:scale>
        <p:origin x="648" y="48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41" Type="http://schemas.openxmlformats.org/officeDocument/2006/relationships/slide" Target="slides/slide903.xml"/><Relationship Id="rId44" Type="http://schemas.openxmlformats.org/officeDocument/2006/relationships/slide" Target="slides/slide34.xml"/><Relationship Id="rId45" Type="http://schemas.openxmlformats.org/officeDocument/2006/relationships/slide" Target="slides/slide33.xml"/><Relationship Id="rId46" Type="http://schemas.openxmlformats.org/officeDocument/2006/relationships/slide" Target="slides/slide32.xml"/><Relationship Id="rId47" Type="http://schemas.openxmlformats.org/officeDocument/2006/relationships/slide" Target="slides/slide31.xml"/><Relationship Id="rId48" Type="http://schemas.openxmlformats.org/officeDocument/2006/relationships/slide" Target="slides/slide30.xml"/><Relationship Id="rId49" Type="http://schemas.openxmlformats.org/officeDocument/2006/relationships/slide" Target="slides/slide29.xml"/><Relationship Id="rId50" Type="http://schemas.openxmlformats.org/officeDocument/2006/relationships/slide" Target="slides/slide28.xml"/><Relationship Id="rId51" Type="http://schemas.openxmlformats.org/officeDocument/2006/relationships/slide" Target="slides/slide27.xml"/><Relationship Id="rId52" Type="http://schemas.openxmlformats.org/officeDocument/2006/relationships/slide" Target="slides/slide26.xml"/><Relationship Id="rId53" Type="http://schemas.openxmlformats.org/officeDocument/2006/relationships/slide" Target="slides/slide25.xml"/><Relationship Id="rId54" Type="http://schemas.openxmlformats.org/officeDocument/2006/relationships/slide" Target="slides/slide24.xml"/><Relationship Id="rId55" Type="http://schemas.openxmlformats.org/officeDocument/2006/relationships/slide" Target="slides/slide23.xml"/><Relationship Id="rId56" Type="http://schemas.openxmlformats.org/officeDocument/2006/relationships/slide" Target="slides/slide22.xml"/><Relationship Id="rId57" Type="http://schemas.openxmlformats.org/officeDocument/2006/relationships/slide" Target="slides/slide21.xml"/><Relationship Id="rId58" Type="http://schemas.openxmlformats.org/officeDocument/2006/relationships/slide" Target="slides/slide20.xml"/><Relationship Id="rId59" Type="http://schemas.openxmlformats.org/officeDocument/2006/relationships/slide" Target="slides/slide19.xml"/><Relationship Id="rId60" Type="http://schemas.openxmlformats.org/officeDocument/2006/relationships/slide" Target="slides/slide18.xml"/><Relationship Id="rId61" Type="http://schemas.openxmlformats.org/officeDocument/2006/relationships/slide" Target="slides/slide17.xml"/><Relationship Id="rId62" Type="http://schemas.openxmlformats.org/officeDocument/2006/relationships/slide" Target="slides/slide16.xml"/><Relationship Id="rId63" Type="http://schemas.openxmlformats.org/officeDocument/2006/relationships/slide" Target="slides/slide15.xml"/><Relationship Id="rId64" Type="http://schemas.openxmlformats.org/officeDocument/2006/relationships/slide" Target="slides/slide14.xml"/><Relationship Id="rId65" Type="http://schemas.openxmlformats.org/officeDocument/2006/relationships/slide" Target="slides/slide902.xml"/><Relationship Id="rId66" Type="http://schemas.openxmlformats.org/officeDocument/2006/relationships/slide" Target="slides/slide13.xml"/><Relationship Id="rId67" Type="http://schemas.openxmlformats.org/officeDocument/2006/relationships/slide" Target="slides/slide4.xml"/><Relationship Id="rId68" Type="http://schemas.openxmlformats.org/officeDocument/2006/relationships/slide" Target="slides/slide5.xml"/><Relationship Id="rId69" Type="http://schemas.openxmlformats.org/officeDocument/2006/relationships/slide" Target="slides/slide6.xml"/><Relationship Id="rId70" Type="http://schemas.openxmlformats.org/officeDocument/2006/relationships/slide" Target="slides/slide7.xml"/><Relationship Id="rId71" Type="http://schemas.openxmlformats.org/officeDocument/2006/relationships/slide" Target="slides/slide8.xml"/><Relationship Id="rId72" Type="http://schemas.openxmlformats.org/officeDocument/2006/relationships/slide" Target="slides/slide9.xml"/><Relationship Id="rId73" Type="http://schemas.openxmlformats.org/officeDocument/2006/relationships/slide" Target="slides/slide10.xml"/><Relationship Id="rId74" Type="http://schemas.openxmlformats.org/officeDocument/2006/relationships/slide" Target="slides/slide11.xml"/><Relationship Id="rId75" Type="http://schemas.openxmlformats.org/officeDocument/2006/relationships/slide" Target="slides/slide12.xml"/><Relationship Id="rId76" Type="http://schemas.openxmlformats.org/officeDocument/2006/relationships/notesMaster" Target="notesMasters/notesMaster1.xml"/><Relationship Id="rId77" Type="http://schemas.openxmlformats.org/officeDocument/2006/relationships/font" Target="fonts/font1.fntdata"/><Relationship Id="rId78" Type="http://schemas.openxmlformats.org/officeDocument/2006/relationships/font" Target="fonts/font2.fntdata"/><Relationship Id="rId79" Type="http://schemas.openxmlformats.org/officeDocument/2006/relationships/font" Target="fonts/font3.fntdata"/><Relationship Id="rId80" Type="http://schemas.openxmlformats.org/officeDocument/2006/relationships/font" Target="fonts/font4.fntdata"/><Relationship Id="rId81" Type="http://schemas.openxmlformats.org/officeDocument/2006/relationships/font" Target="fonts/font5.fntdata"/><Relationship Id="rId82" Type="http://schemas.openxmlformats.org/officeDocument/2006/relationships/font" Target="fonts/font6.fntdata"/><Relationship Id="rId83" Type="http://schemas.openxmlformats.org/officeDocument/2006/relationships/font" Target="fonts/font7.fntdata"/><Relationship Id="rId84" Type="http://schemas.openxmlformats.org/officeDocument/2006/relationships/font" Target="fonts/font8.fntdata"/><Relationship Id="rId85" Type="http://schemas.openxmlformats.org/officeDocument/2006/relationships/font" Target="fonts/font9.fntdata"/><Relationship Id="rId86" Type="http://schemas.openxmlformats.org/officeDocument/2006/relationships/font" Target="fonts/font10.fntdata"/><Relationship Id="rId87" Type="http://schemas.openxmlformats.org/officeDocument/2006/relationships/font" Target="fonts/font11.fntdata"/><Relationship Id="rId88" Type="http://schemas.openxmlformats.org/officeDocument/2006/relationships/font" Target="fonts/font12.fntdata"/><Relationship Id="rId89" Type="http://schemas.openxmlformats.org/officeDocument/2006/relationships/font" Target="fonts/font13.fntdata"/><Relationship Id="rId90" Type="http://schemas.openxmlformats.org/officeDocument/2006/relationships/font" Target="fonts/font14.fntdata"/><Relationship Id="rId91" Type="http://schemas.openxmlformats.org/officeDocument/2006/relationships/font" Target="fonts/font15.fntdata"/><Relationship Id="rId92" Type="http://schemas.openxmlformats.org/officeDocument/2006/relationships/font" Target="fonts/font16.fntdata"/><Relationship Id="rId93" Type="http://schemas.openxmlformats.org/officeDocument/2006/relationships/font" Target="fonts/font17.fntdata"/><Relationship Id="rId94" Type="http://schemas.openxmlformats.org/officeDocument/2006/relationships/font" Target="fonts/font18.fntdata"/><Relationship Id="rId95" Type="http://schemas.openxmlformats.org/officeDocument/2006/relationships/font" Target="fonts/font19.fntdata"/><Relationship Id="rId96" Type="http://schemas.openxmlformats.org/officeDocument/2006/relationships/font" Target="fonts/font20.fntdata"/><Relationship Id="rId97" Type="http://schemas.openxmlformats.org/officeDocument/2006/relationships/font" Target="fonts/font21.fntdata"/><Relationship Id="rId98" Type="http://schemas.openxmlformats.org/officeDocument/2006/relationships/font" Target="fonts/font22.fntdata"/><Relationship Id="rId99" Type="http://schemas.openxmlformats.org/officeDocument/2006/relationships/font" Target="fonts/font23.fntdata"/><Relationship Id="rId100" Type="http://schemas.openxmlformats.org/officeDocument/2006/relationships/font" Target="fonts/font24.fntdata"/><Relationship Id="rId101" Type="http://schemas.openxmlformats.org/officeDocument/2006/relationships/font" Target="fonts/font25.fntdata"/><Relationship Id="rId102" Type="http://schemas.openxmlformats.org/officeDocument/2006/relationships/font" Target="fonts/font26.fntdata"/><Relationship Id="rId103" Type="http://schemas.openxmlformats.org/officeDocument/2006/relationships/font" Target="fonts/font27.fntdata"/><Relationship Id="rId104" Type="http://schemas.openxmlformats.org/officeDocument/2006/relationships/font" Target="fonts/font28.fntdata"/><Relationship Id="rId105" Type="http://schemas.openxmlformats.org/officeDocument/2006/relationships/font" Target="fonts/font29.fntdata"/><Relationship Id="rId106" Type="http://schemas.openxmlformats.org/officeDocument/2006/relationships/font" Target="fonts/font30.fntdata"/><Relationship Id="rId107" Type="http://schemas.openxmlformats.org/officeDocument/2006/relationships/font" Target="fonts/font31.fntdata"/><Relationship Id="rId108" Type="http://schemas.openxmlformats.org/officeDocument/2006/relationships/font" Target="fonts/font32.fntdata"/><Relationship Id="rId109" Type="http://schemas.openxmlformats.org/officeDocument/2006/relationships/font" Target="fonts/font33.fntdata"/><Relationship Id="rId110" Type="http://schemas.openxmlformats.org/officeDocument/2006/relationships/font" Target="fonts/font34.fntdata"/><Relationship Id="rId111" Type="http://schemas.openxmlformats.org/officeDocument/2006/relationships/font" Target="fonts/font35.fntdata"/><Relationship Id="rId112" Type="http://schemas.openxmlformats.org/officeDocument/2006/relationships/font" Target="fonts/font36.fntdata"/><Relationship Id="rId113" Type="http://schemas.openxmlformats.org/officeDocument/2006/relationships/font" Target="fonts/font37.fntdata"/><Relationship Id="rId114" Type="http://schemas.openxmlformats.org/officeDocument/2006/relationships/font" Target="fonts/font38.fntdata"/><Relationship Id="rId115" Type="http://schemas.openxmlformats.org/officeDocument/2006/relationships/font" Target="fonts/font39.fntdata"/><Relationship Id="rId116" Type="http://schemas.openxmlformats.org/officeDocument/2006/relationships/font" Target="fonts/font40.fntdata"/><Relationship Id="rId117" Type="http://schemas.openxmlformats.org/officeDocument/2006/relationships/font" Target="fonts/font41.fntdata"/><Relationship Id="rId118" Type="http://schemas.openxmlformats.org/officeDocument/2006/relationships/font" Target="fonts/font42.fntdata"/><Relationship Id="rId119" Type="http://schemas.openxmlformats.org/officeDocument/2006/relationships/font" Target="fonts/font43.fntdata"/><Relationship Id="rId120" Type="http://schemas.openxmlformats.org/officeDocument/2006/relationships/font" Target="fonts/font44.fntdata"/><Relationship Id="rId121" Type="http://schemas.openxmlformats.org/officeDocument/2006/relationships/font" Target="fonts/font45.fntdata"/><Relationship Id="rId122" Type="http://schemas.openxmlformats.org/officeDocument/2006/relationships/font" Target="fonts/font46.fntdata"/><Relationship Id="rId123" Type="http://schemas.openxmlformats.org/officeDocument/2006/relationships/font" Target="fonts/font47.fntdata"/><Relationship Id="rId124" Type="http://schemas.openxmlformats.org/officeDocument/2006/relationships/font" Target="fonts/font48.fntdata"/><Relationship Id="rId125" Type="http://schemas.openxmlformats.org/officeDocument/2006/relationships/font" Target="fonts/font49.fntdata"/><Relationship Id="rId126" Type="http://schemas.openxmlformats.org/officeDocument/2006/relationships/font" Target="fonts/font50.fntdata"/><Relationship Id="rId127" Type="http://schemas.openxmlformats.org/officeDocument/2006/relationships/presProps" Target="presProps.xml"/><Relationship Id="rId128" Type="http://schemas.openxmlformats.org/officeDocument/2006/relationships/viewProps" Target="viewProps.xml"/><Relationship Id="rId129" Type="http://schemas.openxmlformats.org/officeDocument/2006/relationships/theme" Target="theme/theme1.xml"/><Relationship Id="rId130" Type="http://schemas.openxmlformats.org/officeDocument/2006/relationships/tableStyles" Target="tableStyles.xml"/><Relationship Id="rId131" Type="http://schemas.microsoft.com/office/2015/10/relationships/revisionInfo" Target="revisionInfo.xml"/><Relationship Id="rId132" Type="http://schemas.microsoft.com/office/2018/10/relationships/authors" Target="authors.xml"/><Relationship Id="rId133" Type="http://schemas.openxmlformats.org/officeDocument/2006/relationships/slide" Target="slides/slide90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Bienvenida (1 minuto). Hoy no repetimos las clases asincrónicas de Airflow, gobierno y calidad: las usamos para tomar decisiones, producir evidencia y recibir devolución. Pedí que escaneen el QR de asistencia. Anticipá el resultado: cada equipo entrega una DAG comentada, una matriz RACI breve y controles bloqueantes y no bloqueantes, y son siete equipos con siete desafíos distintos.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Presentación personal (1 minuto). Misma slide 'Me presento…' del workshop de CEMIC. La imagen es tu tarjeta de LinkedIn con el QR.</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Revisión de procesos (2 minutos). Es el mapa de lo que recorrimos. Un dato recorre un camino: sale de las fuentes, se ingesta (clase 3, con NiFi), se procesa (clase 2, con PL/SQL), se guarda en un modelo (clase 1) y llega a quien lo consume. Cada pieza funciona sola. Hoy aparecen las dos preguntas que quedaron abiertas: ¿quién coordina cuándo corre cada cosa y qué hace cuando algo falla? Eso es orquestación. ¿Quién responde por el dato y cómo sabemos que está bien? Eso es gobierno y calidad. Pregunta para abrir: ¿qué pasó la última vez que un proceso corrió fuera de orden?</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Propósito (1 minuto). Integrar una DAG con contratos de calidad, responsables y criterios de recuperación. La clase no repite las páginas asincrónicas: las usa como insumo para tomar decisiones, producir evidencia y recibir devolución. El resultado observable: cada equipo entrega una DAG comentada, una matriz RACI breve y un conjunto de controles bloqueantes y no bloqueantes. Son siete equipos y siete desafíos distintos; cada uno integra todos los temas de hoy.</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Encuadre (6 minutos). Abrí con la pregunta y pedí respuestas de una frase: ¿qué decisión de tu propuesta sería más costosa de revertir dentro de un año? No corrijas todavía. Agrupá las respuestas en el pizarrón por costo, seguridad, calidad, operación o dependencia tecnológica. Recordá que el objetivo no es encontrar una arquitectura perfecta, sino producir una decisión defendible, con restricciones explícitas y una forma de detectar cuándo deja de funcionar. Cada equipo nombra además una decisión difícil y el riesgo que intentó controlar: es la hipótesis inicial escrita.</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caso incompleto (4 minutos). NexoServicios necesita integrar operaciones, CRM, archivos externos y una API. Dirección pide indicadores diarios; Operaciones necesita alertas durante el día; existe información sensible y el equipo es pequeño. Entregá solo esto: es incompleto a propósito. Los equipos tienen que detectar supuestos, dependencias y datos faltantes. Es una organización ficticia: no hay datos ni infraestructura reales.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Diagnóstico (10 minutos). Consigna: formulen hasta siete preguntas que deban responderse antes de implementar. Tienen que incluir al menos una sobre volumen o latencia, una sobre seguridad, una sobre calidad, una sobre recuperación y una sobre responsabilidad humana. Respuesta esperada: las preguntas hacen visibles frecuencia, ventana de decisión, clasificación del dato, fuente de verdad, tolerancia a retrasos, reproceso, propiedad y observabilidad. Una lista centrada solo en productos o tecnologías todavía no alcanza. Recorré los equipos y registrá una lista priorizada de preguntas en el pizarrón.</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Parte 1 · Orquestación (minutos 20 a 30). Qué es un orquestador (2 minutos). Retoma la clase asincrónica de introducción a Airflow. Una DAG es un grafo dirigido sin ciclos: tareas con dependencias que definen el orden. El orquestador decide cuándo corre cada una, en qué orden y qué hace si falla. Lo que no hace: transformar datos pesados. Coordina; el cálculo se hace en la base de datos o en el motor de procesamiento. Preguntá: ¿qué pasaría con una dependencia circular? Es un ciclo y la DAG no se puede armar.</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Conceptos principales de Airflow (3 minutos). Siete conceptos alcanzan para leer cualquier DAG. DAG: el conjunto de tareas y su orden. Tarea: una unidad de trabajo. Dependencia: qué tiene que terminar antes. Programación: cuándo corre, con una expresión tipo cron. Reintentos: qué hace si falla. Sensor: espera algo, un archivo o un dato, con un plazo. Backfill: reprocesa fechas pasadas, y solo es seguro si las tareas son idempotentes. Cada uno tiene su equivalente en el notebook de la demo, con el mini orquestador, y en la DAG de la demo en Airflow.</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Herramientas parecidas a Airflow (3 minutos). Presentá criterios, no promesas: las funciones cambian con las versiones. Airflow es el orquestador de lotes de código abierto más extendido, con DAGs en Python y un ecosistema grande de conectores. Dagster se centra en los datos que produce cada paso, con linaje y calidad como parte del código. Prefect define flujos en Python con decoradores y flujos dinámicos. Luigi es una biblioteca más simple de dependencias entre tareas. Argo Workflows es nativo de Kubernetes. Los servicios administrados de la nube, como Azure Data Factory, AWS Step Functions y Cloud Composer (que es Airflow administrado en Google Cloud), evitan operar la plataforma a cambio de atarse a la nube. Cron y scripts siguen siendo una opción válida para una tarea simple. Aclaración clave: Apache NiFi no es un orquestador. Mueve datos con un flujo continuo y se complementa con uno. La pregunta que ordena la elección es qué requisito hay que cumplir y quién va a operar la plataforma.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Para qué sí (2 minutos). Un orquestador se justifica cuando el problema tiene la forma que él resuelve: varias tareas con dependencias, horarios y ventanas, reintentos y alertas, necesidad de reprocesar fechas pasadas, necesidad de saber qué corrió, cuándo y con qué resultado, y varias fuentes o varios responsables. Con una de estas señales aislada puede alcanzar un cron; con varias juntas, un orquestador empieza a ahorrar trabajo y errores. Conectá con el diagnóstico: las siete preguntas del equipo suelen mostrar cuántas de estas señales están presentes.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Para qué no (2 minutos). Es tan importante como el slide anterior. No se justifica para una sola tarea simple, donde un cron alcanza. No es la herramienta para respuesta continua en segundos: eso es procesamiento por eventos o streaming, y el orquestador solo coordina lo que va por lotes. Tampoco para algo que se corre una sola vez, ni para un equipo que no tiene quién opere la plataforma, donde un servicio administrado o scripts con alertas pueden ser mejor. No se usa para hacer transformaciones pesadas dentro del orquestador. Y nunca antes de fijar el requisito: elegir la herramienta primero es uno de los errores a observar. El desafío 7 es justamente este caso.</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Cómo decidir (2 minutos). Una regla corta en tres preguntas. Primera: ¿hay más de una tarea con dependencias? Si no, un cron o un script con alerta alcanza. Segunda: ¿necesita respuesta continua en segundos o minutos? Si sí, es procesamiento por eventos o streaming y el orquestador coordina solo la parte por lotes. Tercera: ¿hay reintentos, reprocesos, alertas o varios responsables? Si sí, un orquestador se justifica; si no, un cron con controles alcanza y se revisa cuando el proceso crezca. Ojo con el cron con controles: no es lo mismo que un cron sin nada.</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Parte 2 · Gobierno y calidad (minutos 30 a 42). Primero los conceptos; en la demo que sigue se ven en funcionamiento. Gobierno de datos (3 minutos). Retoma la clase asincrónica de gobierno. El gobierno responde cuatro preguntas: qué es este dato, quién responde por él, quién puede verlo y quién lo consume. Hay roles: el dueño decide el uso y rinde cuentas, quien cuida el dato cuida la calidad y las reglas, quien opera mantiene el flujo, y los consumidores lo usan. Las herramientas: políticas, catálogo, clasificación, linaje y acceso. Lo importante para el desafío: un dato sin dueño no tiene a quién llamar cuando un control falla. Esconder decisiones humanas detrás de una automatización es uno de los errores a observar.</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Contrato de datos (2 minutos). Es un acuerdo escrito sobre una tabla: qué es, quién la posee, qué columnas tiene y con qué clasificación, qué tan fresca debe estar, quién la consume y qué controles la cuidan. El ejemplo es el de la demo que sigue: indicadores_diarios. Un contrato convierte una expectativa en algo que se puede controlar: si la frescura máxima son 26 horas, hay un control de frescura. Y si el proveedor cambia el esquema, el contrato es lo que permite detectarlo el mismo día. Notebook, sección 8.</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Datos sensibles (2 minutos). El CRM trae nombre, mail, teléfono y DNI. Los indicadores no los necesitan. El camino: clasificar cada columna, enmascarar en la transformación, controlar antes de salir con un control bloqueante, y registrar los accesos. El enmascarado es irreversible y determinista: el mismo valor da siempre el mismo código, entonces se puede unir sin exponerlo. En el ejemplo, un DNI ficticio se convierte en un código de diez caracteres. Pregunta: ¿qué pasa si alguien necesita ver el teléfono de un cliente puntual? Esa es una decisión humana: quién autoriza y cómo queda registrado. Es el desafío 5.</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Matriz RACI (2 minutos). Para cada actividad: R es quien la hace, A es quien rinde cuentas y es uno solo por fila, C es consultado e I es informado. Los cuatro roles de los equipos son arquitectura, operación, gobierno y revisión. Mirá la fila clave: quién decide qué pasa si un control bloqueante falla. Si nadie rinde cuentas, el control detecta pero nada ocurre. En el notebook, la función raci() valida que haya exactamente una A por actividad. Es un ejemplo, no la única distribución posible.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Calidad de datos (3 minutos). Retoma la clase asincrónica de calidad. La calidad tiene varias dimensiones y cada una se mide con un control: completitud, unicidad, validez, consistencia, integridad, frescura y volumen. Definir la calidad solo como «no hay nulos» es uno de los errores a observar. Los ejemplos son los de la demo que sigue. Cada control es medible: tiene un umbral. Y cada uno necesita una acción y un responsable. Preguntá: ¿qué control agregarían para detectar que el proveedor cambió el esquema? Es el desafío 6.</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Controles bloqueantes y no bloqueantes (3 minutos). Bloqueante: detiene todo lo que depende; se usa cuando seguir produciría un resultado incorrecto o inseguro. No bloqueante: deja una alerta y la DAG sigue; se usa cuando el dato sirve pero hay que revisarlo. En la demo que sigue: órdenes repetidas frenan la DAG; montos fuera de rango, casi 5 %, solo dejan una alerta. Elegir la severidad es una decisión de negocio, no técnica. Y cada control, bloqueante o no, dice qué hacer si falla y quién decide. Un control que solo registra el fallo no habilita ninguna acción.</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Dónde van los controles (3 minutos). Se controla lo que entra, antes de transformar, y lo que sale, antes de publicar. Cada uno decide si la DAG sigue. Y cuando un control falla, o falla una tarea, hay cuatro cosas que definir: cómo se detecta, cómo se contiene, cómo se recupera y quién decide. Monitorear no es recuperar: una alerta que no dice qué hacer no es un plan. En el desafío, cada equipo tiene que completar estas cuatro etapas para su caso. Pregunta de debrief: ¿qué componente concentra el mayor radio de impacto ante una falla?</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Parte 3 · Demo guiada (minutos 42 a 57). Ya vimos orquestación, gobierno y calidad: ahora se aplican juntos. Demostración docente (5 minutos de apertura y 10 en el notebook). Razoná en voz alta con esta secuencia: nombrá la restricción comprobable, compará dos opciones, elegí una y declará el costo que aceptás, definí un control que detecte el fallo e indicá qué evidencia permitiría aprobar o rechazar. Las dos decisiones del ejemplo: A, ¿cada cuánto corre el indicador? Dirección lo consulta una vez por día antes de las 8:00, así que una vez por día; correr cada 5 minutos serían 288 corridas en lugar de una. B, ¿qué hacemos si el archivo del proveedor no llega? Los indicadores de hoy no lo usan, así que se publica y se avisa; si mañana incluyen el margen, el control pasa a ser bloqueante. Abrí el notebook clase_4_demo_orquestacion.ipynb y, si hay tiempo, la demo en Airflow (slide siguiente). Incluye un error intencional que el grupo tiene que encontrar.</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DAG de NexoServicios (3 minutos). Las cuatro fuentes se leen en paralelo. Los controles de calidad de entrada esperan a las cuatro: ahí se frena si algo está mal. Recién después se transforma y se enmascara lo sensible, se controla lo que sale, se carga de forma idempotente y se publica. La tarea avisar corre siempre, aunque algo haya fallado antes. El diagrama es el mismo que dibuja dag.dibujar() en el notebook. Los niveles son lo que puede correr en paralelo. Mostrá el camino feliz en el notebook y leé la tabla de la corrida: es la evidencia.</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Cuando algo falla (3 minutos). Tres escenarios del notebook. Uno: la API falla dos veces; la tarea necesita tres intentos y espera 90 segundos simulados en total, 30 y después 60, y la corrida es exitosa; un reintento sirve para fallas transitorias. Dos: la API se cae del todo; después de agotar los reintentos la tarea queda fallida y todo lo que depende queda omitido; no se publica nada, pero avisar corre igual. Tres: el archivo no llega; bloquear o publicar y avisar, y la respuesta depende de si el indicador usa ese archivo. Cierre: avisar no es recuperar. Monitorear dice qué pasó; recuperar define qué se hace.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en vivo en Airflow (opcional, 5 minutos dentro de la Parte 3). Es la misma DAG del notebook, corriendo en Airflow real con Docker, como la demo de NiFi. Se prepara con ./preparar_demo.sh y se abre en http://localhost:8080. Seis momentos: el sensor espera el archivo y lo soltás con ./soltar_archivo.sh; la API falla dos veces con fallas_api igual a 2 y se recupera con reintentos; defecto igual a duplicados frena la DAG con un control bloqueante; defecto igual a montos_raros deja una alerta y sigue; defecto igual a pii y el archivo con el esquema cambiado frenan por contrato; y volver a correr el mismo día no duplica. Ensayala antes de la clase. Si falla Docker, usá el notebook: muestra lo mismo con el mini orquestador. Los datos son ficticios.</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Buenas prácticas (3 minutos). Ocho hábitos que separan un pipeline que se puede operar de uno que no. Idempotencia: correr dos veces deja el mismo resultado; es la base para reintentar y reprocesar. Tareas chicas, con un solo propósito. Parametrizar con la fecha de la corrida y no con la hora actual, para poder reprocesar. Secretos fuera del código. Reintentos acotados con espera creciente. Alertas con dueño y con acción. Registrar qué corrió, cuándo y con qué resultado. Y probar la DAG con fallas simuladas antes de producción: es lo que hace el parámetro fallas del notebook.</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Errores comunes (3 minutos). Los que más aparecen, con lo que pasó en la demo. Cargar sin idempotencia: un reproceso del mismo día dejó los ingresos en 1.697.302 en lugar de 848.651, y nadie recibió un error. Frecuencia sin requisito: cada 5 minutos son 288 corridas contra una. Un control sin acción: detecta, pero nadie sabe qué hacer; es el error intencional de la demo. Reintentos sin límite: se agota la cuota de la fuente. La hora actual dentro de una tarea: el reproceso da otro resultado. Y pasar tablas completas por el mecanismo de mensajes entre tareas: se llena la base de metadatos; se pasan rutas y conteos. Además de los de esta lista, los errores a observar al recorrer los equipos: dibujar productos sin responsabilidades ni flujos, confundir monitoreo con recuperación, definir calidad solo como «no hay nulos», esconder decisiones humanas detrás de una automatización, suponer disponibilidad o permisos que el caso no declara, y elegir una herramienta antes de fijar el requisito.</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Parte 4 · Desafío (desde el minuto 57). Trabajo en equipos (primera versión, 23 minutos). Cada equipo toma su desafío, el que le corresponde por número, y produce una DAG comentada, una matriz RACI breve y controles bloqueantes y no bloqueantes. Cada decisión incluye una alternativa que se descartó. Los roles: arquitectura, operación, gobierno y revisión. Trabajan en el notebook clase_4_desafio_equipos.ipynb, cambiando MI_EQUIPO. Mientras recorrés, no resuelvas el diseño. Si alguien pregunta «¿está bien?», devolvé: ¿qué restricción satisface y cómo comprobarías que la satisface?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Los siete desafíos (2 minutos). Todos parten de NexoServicios y cada equipo recibe el suyo. Todos integran lo mismo: orquestación, buenas prácticas, gobierno y calidad. Uno: indicadores diarios antes de las 8:00. Dos: alertas durante el día. Tres: el archivo del proveedor que llega tarde o repetido. Cuatro: la API con límite y caídas. Cinco: datos sensibles en el camino. Seis: el esquema que cambió sin aviso. Siete: ¿hace falta un orquestador? Es el contraste: la respuesta puede ser que no. Cada equipo recibe su tarjeta impresa, que declara lo que el caso dice y lo que no dice: eso tienen que asumirlo de forma explícita.</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Las seis preguntas (1 minuto). La entrega tiene que responderlas todas. ¿Qué problema y decisión resuelve? ¿Qué entra y qué queda fuera de alcance? ¿Qué alternativa se descartó y por qué? ¿Cómo se prueba antes de pasar a producción? ¿Cómo se detecta, se contiene y se recupera una falla? ¿Quién decide cuando un control no pasa? Son las mismas que están al final del notebook, en la ficha de entrega. Cuando recorras los equipos, usalas como guion.</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Pausa y control cruzado (10 minutos). Otro equipo revisa el borrador con esta lista y deja dos hallazgos y una pregunta. Cada equipo tiene que aceptar o rechazar cada observación recibida y justificar la decisión: no alcanza con «corregido». En el notebook, revisar_dag() hace una versión automática de esta lista. Los ✘ son las preguntas que el equipo revisor les haría de todos modos.</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Puesta en común (10 minutos). Dos o tres equipos presentan y el grupo pregunta por fallas, costo y recuperación. Con siete equipos no hay tiempo para todos: elegí equipos con decisiones contrastantes, por ejemplo el desafío 2, que dice sí a un orquestador con lotes frecuentes, y el 7, que dice no. Las preguntas de debrief: ¿qué decisión cambiaría si la latencia requerida se redujera diez veces? ¿Qué componente concentra el mayor radio de impacto ante una falla? ¿Qué evidencia necesitaría una persona ajena para reconstruir lo ocurrido? ¿Qué control podría generar falsos positivos y cómo se administraría? ¿Qué parte del diseño depende de una política o infraestructura todavía no confirmada?</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Cierre (5 minutos). A la izquierda, las cuatro ideas para llevarse; a la derecha, el ticket de salida individual: cuál es mi decisión más sólida, qué riesgo queda abierto y qué experimento haría a continuación. Pedí que lo escriban en una frase cada uno. Si queda tiempo, volvé a la pregunta del comienzo: ¿qué decisión de mi propuesta sería más costosa de revertir? ¿Cambió? Recordá el producto: una DAG comentada, una matriz RACI y controles bloqueantes y no bloqueantes. Conectá con la clase 5.</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Puente a la clase 5 (1 minuto). Hoy orquestamos pipelines de datos con calidad y gobierno. La clase 5, MLOps y arquitectura de plataformas, hace la pregunta siguiente: ¿qué cambia cuando lo que se produce y se pone en marcha es un modelo, y no una tabla de indicadores? Reaparecen las mismas ideas: dependencias, controles, responsables y recuperación.</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Espacio de preguntas y cierre. Si no surgen: ¿qué decisión de tu diseño no podrías defender frente a alguien ajeno al equipo? Contingencia sin herramientas: si no hay entorno técnico, trabajá con tarjetas o una pizarra. Cada tarjeta es una fuente, proceso, almacenamiento, control o consumidor; las conexiones se dibujan y se numeran, y las fallas se simulan retirando una tarjeta. Lo evaluado es el razonamiento y el contrato operativo, no la ejecución de un producto.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ur 1 1 2">
  <p:cSld name="CUSTOM_2_1_2">
    <p:spTree>
      <p:nvGrpSpPr>
        <p:cNvPr id="1" name="Shape 50"/>
        <p:cNvGrpSpPr/>
        <p:nvPr/>
      </p:nvGrpSpPr>
      <p:grpSpPr>
        <a:xfrm>
          <a:off x="0" y="0"/>
          <a:ext cx="0" cy="0"/>
          <a:chOff x="0" y="0"/>
          <a:chExt cx="0" cy="0"/>
        </a:xfrm>
      </p:grpSpPr>
      <p:pic>
        <p:nvPicPr>
          <p:cNvPr id="51" name="Google Shape;51;p13"/>
          <p:cNvPicPr preferRelativeResize="0"/>
          <p:nvPr/>
        </p:nvPicPr>
        <p:blipFill rotWithShape="1">
          <a:blip r:embed="rId2">
            <a:alphaModFix/>
          </a:blip>
          <a:srcRect/>
          <a:stretch/>
        </p:blipFill>
        <p:spPr>
          <a:xfrm>
            <a:off x="0" y="0"/>
            <a:ext cx="9143997" cy="514347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seño base + iconos 3">
  <p:cSld name="CUSTOM_2_1_1_1">
    <p:spTree>
      <p:nvGrpSpPr>
        <p:cNvPr id="1" name="Shape 52"/>
        <p:cNvGrpSpPr/>
        <p:nvPr/>
      </p:nvGrpSpPr>
      <p:grpSpPr>
        <a:xfrm>
          <a:off x="0" y="0"/>
          <a:ext cx="0" cy="0"/>
          <a:chOff x="0" y="0"/>
          <a:chExt cx="0" cy="0"/>
        </a:xfrm>
      </p:grpSpPr>
      <p:sp>
        <p:nvSpPr>
          <p:cNvPr id="53" name="Google Shape;53;p14"/>
          <p:cNvSpPr/>
          <p:nvPr/>
        </p:nvSpPr>
        <p:spPr>
          <a:xfrm>
            <a:off x="0" y="0"/>
            <a:ext cx="4350300" cy="5143500"/>
          </a:xfrm>
          <a:prstGeom prst="rect">
            <a:avLst/>
          </a:prstGeom>
          <a:solidFill>
            <a:srgbClr val="000000"/>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54" name="Google Shape;54;p14"/>
          <p:cNvSpPr txBox="1">
            <a:spLocks noGrp="1"/>
          </p:cNvSpPr>
          <p:nvPr>
            <p:ph type="title"/>
          </p:nvPr>
        </p:nvSpPr>
        <p:spPr>
          <a:xfrm>
            <a:off x="456975" y="1243538"/>
            <a:ext cx="3262500" cy="922200"/>
          </a:xfrm>
          <a:prstGeom prst="rect">
            <a:avLst/>
          </a:prstGeom>
        </p:spPr>
        <p:txBody>
          <a:bodyPr spcFirstLastPara="1" wrap="square" lIns="0" tIns="45725" rIns="45725" bIns="45725" anchor="t" anchorCtr="0">
            <a:noAutofit/>
          </a:bodyPr>
          <a:lstStyle>
            <a:lvl1pPr lvl="0">
              <a:spcBef>
                <a:spcPts val="0"/>
              </a:spcBef>
              <a:spcAft>
                <a:spcPts val="0"/>
              </a:spcAft>
              <a:buClr>
                <a:srgbClr val="FFFFFF"/>
              </a:buClr>
              <a:buSzPts val="2500"/>
              <a:buFont typeface="Montserrat Medium"/>
              <a:buNone/>
              <a:defRPr sz="2500">
                <a:solidFill>
                  <a:srgbClr val="FFFFFF"/>
                </a:solidFill>
                <a:latin typeface="Montserrat Medium"/>
                <a:ea typeface="Montserrat Medium"/>
                <a:cs typeface="Montserrat Medium"/>
                <a:sym typeface="Montserrat Medium"/>
              </a:defRPr>
            </a:lvl1pPr>
            <a:lvl2pPr lvl="1">
              <a:spcBef>
                <a:spcPts val="0"/>
              </a:spcBef>
              <a:spcAft>
                <a:spcPts val="0"/>
              </a:spcAft>
              <a:buClr>
                <a:srgbClr val="FFFFFF"/>
              </a:buClr>
              <a:buSzPts val="2500"/>
              <a:buFont typeface="Montserrat Medium"/>
              <a:buNone/>
              <a:defRPr sz="2500">
                <a:solidFill>
                  <a:srgbClr val="FFFFFF"/>
                </a:solidFill>
                <a:latin typeface="Montserrat Medium"/>
                <a:ea typeface="Montserrat Medium"/>
                <a:cs typeface="Montserrat Medium"/>
                <a:sym typeface="Montserrat Medium"/>
              </a:defRPr>
            </a:lvl2pPr>
            <a:lvl3pPr lvl="2">
              <a:spcBef>
                <a:spcPts val="0"/>
              </a:spcBef>
              <a:spcAft>
                <a:spcPts val="0"/>
              </a:spcAft>
              <a:buClr>
                <a:srgbClr val="FFFFFF"/>
              </a:buClr>
              <a:buSzPts val="2500"/>
              <a:buFont typeface="Montserrat Medium"/>
              <a:buNone/>
              <a:defRPr sz="2500">
                <a:solidFill>
                  <a:srgbClr val="FFFFFF"/>
                </a:solidFill>
                <a:latin typeface="Montserrat Medium"/>
                <a:ea typeface="Montserrat Medium"/>
                <a:cs typeface="Montserrat Medium"/>
                <a:sym typeface="Montserrat Medium"/>
              </a:defRPr>
            </a:lvl3pPr>
            <a:lvl4pPr lvl="3">
              <a:spcBef>
                <a:spcPts val="0"/>
              </a:spcBef>
              <a:spcAft>
                <a:spcPts val="0"/>
              </a:spcAft>
              <a:buClr>
                <a:srgbClr val="FFFFFF"/>
              </a:buClr>
              <a:buSzPts val="2500"/>
              <a:buFont typeface="Montserrat Medium"/>
              <a:buNone/>
              <a:defRPr sz="2500">
                <a:solidFill>
                  <a:srgbClr val="FFFFFF"/>
                </a:solidFill>
                <a:latin typeface="Montserrat Medium"/>
                <a:ea typeface="Montserrat Medium"/>
                <a:cs typeface="Montserrat Medium"/>
                <a:sym typeface="Montserrat Medium"/>
              </a:defRPr>
            </a:lvl4pPr>
            <a:lvl5pPr lvl="4">
              <a:spcBef>
                <a:spcPts val="0"/>
              </a:spcBef>
              <a:spcAft>
                <a:spcPts val="0"/>
              </a:spcAft>
              <a:buClr>
                <a:srgbClr val="FFFFFF"/>
              </a:buClr>
              <a:buSzPts val="2500"/>
              <a:buFont typeface="Montserrat Medium"/>
              <a:buNone/>
              <a:defRPr sz="2500">
                <a:solidFill>
                  <a:srgbClr val="FFFFFF"/>
                </a:solidFill>
                <a:latin typeface="Montserrat Medium"/>
                <a:ea typeface="Montserrat Medium"/>
                <a:cs typeface="Montserrat Medium"/>
                <a:sym typeface="Montserrat Medium"/>
              </a:defRPr>
            </a:lvl5pPr>
            <a:lvl6pPr lvl="5">
              <a:spcBef>
                <a:spcPts val="0"/>
              </a:spcBef>
              <a:spcAft>
                <a:spcPts val="0"/>
              </a:spcAft>
              <a:buClr>
                <a:srgbClr val="FFFFFF"/>
              </a:buClr>
              <a:buSzPts val="2500"/>
              <a:buFont typeface="Montserrat Medium"/>
              <a:buNone/>
              <a:defRPr sz="2500">
                <a:solidFill>
                  <a:srgbClr val="FFFFFF"/>
                </a:solidFill>
                <a:latin typeface="Montserrat Medium"/>
                <a:ea typeface="Montserrat Medium"/>
                <a:cs typeface="Montserrat Medium"/>
                <a:sym typeface="Montserrat Medium"/>
              </a:defRPr>
            </a:lvl6pPr>
            <a:lvl7pPr lvl="6">
              <a:spcBef>
                <a:spcPts val="0"/>
              </a:spcBef>
              <a:spcAft>
                <a:spcPts val="0"/>
              </a:spcAft>
              <a:buClr>
                <a:srgbClr val="FFFFFF"/>
              </a:buClr>
              <a:buSzPts val="2500"/>
              <a:buFont typeface="Montserrat Medium"/>
              <a:buNone/>
              <a:defRPr sz="2500">
                <a:solidFill>
                  <a:srgbClr val="FFFFFF"/>
                </a:solidFill>
                <a:latin typeface="Montserrat Medium"/>
                <a:ea typeface="Montserrat Medium"/>
                <a:cs typeface="Montserrat Medium"/>
                <a:sym typeface="Montserrat Medium"/>
              </a:defRPr>
            </a:lvl7pPr>
            <a:lvl8pPr lvl="7">
              <a:spcBef>
                <a:spcPts val="0"/>
              </a:spcBef>
              <a:spcAft>
                <a:spcPts val="0"/>
              </a:spcAft>
              <a:buClr>
                <a:srgbClr val="FFFFFF"/>
              </a:buClr>
              <a:buSzPts val="2500"/>
              <a:buFont typeface="Montserrat Medium"/>
              <a:buNone/>
              <a:defRPr sz="2500">
                <a:solidFill>
                  <a:srgbClr val="FFFFFF"/>
                </a:solidFill>
                <a:latin typeface="Montserrat Medium"/>
                <a:ea typeface="Montserrat Medium"/>
                <a:cs typeface="Montserrat Medium"/>
                <a:sym typeface="Montserrat Medium"/>
              </a:defRPr>
            </a:lvl8pPr>
            <a:lvl9pPr lvl="8">
              <a:spcBef>
                <a:spcPts val="0"/>
              </a:spcBef>
              <a:spcAft>
                <a:spcPts val="0"/>
              </a:spcAft>
              <a:buClr>
                <a:srgbClr val="FFFFFF"/>
              </a:buClr>
              <a:buSzPts val="2500"/>
              <a:buFont typeface="Montserrat Medium"/>
              <a:buNone/>
              <a:defRPr sz="2500">
                <a:solidFill>
                  <a:srgbClr val="FFFFFF"/>
                </a:solidFill>
                <a:latin typeface="Montserrat Medium"/>
                <a:ea typeface="Montserrat Medium"/>
                <a:cs typeface="Montserrat Medium"/>
                <a:sym typeface="Montserrat Medium"/>
              </a:defRPr>
            </a:lvl9pPr>
          </a:lstStyle>
          <a:p>
            <a:endParaRPr/>
          </a:p>
        </p:txBody>
      </p:sp>
      <p:sp>
        <p:nvSpPr>
          <p:cNvPr id="55" name="Google Shape;55;p14"/>
          <p:cNvSpPr txBox="1">
            <a:spLocks noGrp="1"/>
          </p:cNvSpPr>
          <p:nvPr>
            <p:ph type="body" idx="1"/>
          </p:nvPr>
        </p:nvSpPr>
        <p:spPr>
          <a:xfrm>
            <a:off x="457988" y="2218400"/>
            <a:ext cx="3567300" cy="2395500"/>
          </a:xfrm>
          <a:prstGeom prst="rect">
            <a:avLst/>
          </a:prstGeom>
        </p:spPr>
        <p:txBody>
          <a:bodyPr spcFirstLastPara="1" wrap="square" lIns="0" tIns="45725" rIns="45725" bIns="45725" anchor="t" anchorCtr="0">
            <a:normAutofit/>
          </a:bodyPr>
          <a:lstStyle>
            <a:lvl1pPr marL="457200" lvl="0" indent="-304800">
              <a:spcBef>
                <a:spcPts val="0"/>
              </a:spcBef>
              <a:spcAft>
                <a:spcPts val="0"/>
              </a:spcAft>
              <a:buClr>
                <a:srgbClr val="FFFFFF"/>
              </a:buClr>
              <a:buSzPts val="1200"/>
              <a:buFont typeface="Archivo"/>
              <a:buChar char="■"/>
              <a:defRPr sz="1200">
                <a:solidFill>
                  <a:srgbClr val="FFFFFF"/>
                </a:solidFill>
                <a:latin typeface="Archivo"/>
                <a:ea typeface="Archivo"/>
                <a:cs typeface="Archivo"/>
                <a:sym typeface="Archivo"/>
              </a:defRPr>
            </a:lvl1pPr>
            <a:lvl2pPr marL="914400" lvl="1" indent="-304800">
              <a:spcBef>
                <a:spcPts val="0"/>
              </a:spcBef>
              <a:spcAft>
                <a:spcPts val="0"/>
              </a:spcAft>
              <a:buClr>
                <a:srgbClr val="FFFFFF"/>
              </a:buClr>
              <a:buSzPts val="1200"/>
              <a:buFont typeface="Archivo"/>
              <a:buChar char="○"/>
              <a:defRPr sz="1200">
                <a:solidFill>
                  <a:srgbClr val="FFFFFF"/>
                </a:solidFill>
                <a:latin typeface="Archivo"/>
                <a:ea typeface="Archivo"/>
                <a:cs typeface="Archivo"/>
                <a:sym typeface="Archivo"/>
              </a:defRPr>
            </a:lvl2pPr>
            <a:lvl3pPr marL="1371600" lvl="2" indent="-304800">
              <a:spcBef>
                <a:spcPts val="0"/>
              </a:spcBef>
              <a:spcAft>
                <a:spcPts val="0"/>
              </a:spcAft>
              <a:buClr>
                <a:srgbClr val="FFFFFF"/>
              </a:buClr>
              <a:buSzPts val="1200"/>
              <a:buFont typeface="Archivo"/>
              <a:buChar char="■"/>
              <a:defRPr sz="1200">
                <a:solidFill>
                  <a:srgbClr val="FFFFFF"/>
                </a:solidFill>
                <a:latin typeface="Archivo"/>
                <a:ea typeface="Archivo"/>
                <a:cs typeface="Archivo"/>
                <a:sym typeface="Archivo"/>
              </a:defRPr>
            </a:lvl3pPr>
            <a:lvl4pPr marL="1828800" lvl="3" indent="-304800">
              <a:spcBef>
                <a:spcPts val="0"/>
              </a:spcBef>
              <a:spcAft>
                <a:spcPts val="0"/>
              </a:spcAft>
              <a:buClr>
                <a:srgbClr val="FFFFFF"/>
              </a:buClr>
              <a:buSzPts val="1200"/>
              <a:buFont typeface="Archivo"/>
              <a:buChar char="●"/>
              <a:defRPr sz="1200">
                <a:solidFill>
                  <a:srgbClr val="FFFFFF"/>
                </a:solidFill>
                <a:latin typeface="Archivo"/>
                <a:ea typeface="Archivo"/>
                <a:cs typeface="Archivo"/>
                <a:sym typeface="Archivo"/>
              </a:defRPr>
            </a:lvl4pPr>
            <a:lvl5pPr marL="2286000" lvl="4" indent="-304800">
              <a:spcBef>
                <a:spcPts val="0"/>
              </a:spcBef>
              <a:spcAft>
                <a:spcPts val="0"/>
              </a:spcAft>
              <a:buClr>
                <a:srgbClr val="FFFFFF"/>
              </a:buClr>
              <a:buSzPts val="1200"/>
              <a:buFont typeface="Archivo"/>
              <a:buChar char="○"/>
              <a:defRPr sz="1200">
                <a:solidFill>
                  <a:srgbClr val="FFFFFF"/>
                </a:solidFill>
                <a:latin typeface="Archivo"/>
                <a:ea typeface="Archivo"/>
                <a:cs typeface="Archivo"/>
                <a:sym typeface="Archivo"/>
              </a:defRPr>
            </a:lvl5pPr>
            <a:lvl6pPr marL="2743200" lvl="5" indent="-304800">
              <a:spcBef>
                <a:spcPts val="0"/>
              </a:spcBef>
              <a:spcAft>
                <a:spcPts val="0"/>
              </a:spcAft>
              <a:buClr>
                <a:srgbClr val="FFFFFF"/>
              </a:buClr>
              <a:buSzPts val="1200"/>
              <a:buFont typeface="Archivo"/>
              <a:buChar char="■"/>
              <a:defRPr sz="1200">
                <a:solidFill>
                  <a:srgbClr val="FFFFFF"/>
                </a:solidFill>
                <a:latin typeface="Archivo"/>
                <a:ea typeface="Archivo"/>
                <a:cs typeface="Archivo"/>
                <a:sym typeface="Archivo"/>
              </a:defRPr>
            </a:lvl6pPr>
            <a:lvl7pPr marL="3200400" lvl="6" indent="-304800">
              <a:spcBef>
                <a:spcPts val="0"/>
              </a:spcBef>
              <a:spcAft>
                <a:spcPts val="0"/>
              </a:spcAft>
              <a:buClr>
                <a:srgbClr val="FFFFFF"/>
              </a:buClr>
              <a:buSzPts val="1200"/>
              <a:buFont typeface="Archivo"/>
              <a:buChar char="●"/>
              <a:defRPr sz="1200">
                <a:solidFill>
                  <a:srgbClr val="FFFFFF"/>
                </a:solidFill>
                <a:latin typeface="Archivo"/>
                <a:ea typeface="Archivo"/>
                <a:cs typeface="Archivo"/>
                <a:sym typeface="Archivo"/>
              </a:defRPr>
            </a:lvl7pPr>
            <a:lvl8pPr marL="3657600" lvl="7" indent="-304800">
              <a:spcBef>
                <a:spcPts val="0"/>
              </a:spcBef>
              <a:spcAft>
                <a:spcPts val="0"/>
              </a:spcAft>
              <a:buClr>
                <a:srgbClr val="FFFFFF"/>
              </a:buClr>
              <a:buSzPts val="1200"/>
              <a:buFont typeface="Archivo"/>
              <a:buChar char="○"/>
              <a:defRPr sz="1200">
                <a:solidFill>
                  <a:srgbClr val="FFFFFF"/>
                </a:solidFill>
                <a:latin typeface="Archivo"/>
                <a:ea typeface="Archivo"/>
                <a:cs typeface="Archivo"/>
                <a:sym typeface="Archivo"/>
              </a:defRPr>
            </a:lvl8pPr>
            <a:lvl9pPr marL="4114800" lvl="8" indent="-304800">
              <a:spcBef>
                <a:spcPts val="0"/>
              </a:spcBef>
              <a:spcAft>
                <a:spcPts val="0"/>
              </a:spcAft>
              <a:buClr>
                <a:srgbClr val="FFFFFF"/>
              </a:buClr>
              <a:buSzPts val="1200"/>
              <a:buFont typeface="Archivo"/>
              <a:buChar char="■"/>
              <a:defRPr sz="1200">
                <a:solidFill>
                  <a:srgbClr val="FFFFFF"/>
                </a:solidFill>
                <a:latin typeface="Archivo"/>
                <a:ea typeface="Archivo"/>
                <a:cs typeface="Archivo"/>
                <a:sym typeface="Archivo"/>
              </a:defRPr>
            </a:lvl9pPr>
          </a:lstStyle>
          <a:p>
            <a:endParaRPr/>
          </a:p>
        </p:txBody>
      </p:sp>
      <p:sp>
        <p:nvSpPr>
          <p:cNvPr id="56" name="Google Shape;56;p14"/>
          <p:cNvSpPr/>
          <p:nvPr/>
        </p:nvSpPr>
        <p:spPr>
          <a:xfrm flipH="1">
            <a:off x="8481797" y="1226700"/>
            <a:ext cx="1437600" cy="1505700"/>
          </a:xfrm>
          <a:prstGeom prst="arc">
            <a:avLst>
              <a:gd name="adj1" fmla="val 16200000"/>
              <a:gd name="adj2" fmla="val 0"/>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a:solidFill>
                <a:srgbClr val="FFFFFF"/>
              </a:solidFill>
            </a:endParaRPr>
          </a:p>
        </p:txBody>
      </p:sp>
      <p:cxnSp>
        <p:nvCxnSpPr>
          <p:cNvPr id="57" name="Google Shape;57;p14"/>
          <p:cNvCxnSpPr>
            <a:stCxn id="56" idx="2"/>
          </p:cNvCxnSpPr>
          <p:nvPr/>
        </p:nvCxnSpPr>
        <p:spPr>
          <a:xfrm>
            <a:off x="8481797" y="1979550"/>
            <a:ext cx="0" cy="3221100"/>
          </a:xfrm>
          <a:prstGeom prst="straightConnector1">
            <a:avLst/>
          </a:prstGeom>
          <a:noFill/>
          <a:ln w="28575" cap="flat" cmpd="sng">
            <a:solidFill>
              <a:srgbClr val="263238"/>
            </a:solidFill>
            <a:prstDash val="solid"/>
            <a:round/>
            <a:headEnd type="none" w="med" len="med"/>
            <a:tailEnd type="none" w="med" len="med"/>
          </a:ln>
        </p:spPr>
      </p:cxnSp>
      <p:sp>
        <p:nvSpPr>
          <p:cNvPr id="58" name="Google Shape;58;p14"/>
          <p:cNvSpPr/>
          <p:nvPr/>
        </p:nvSpPr>
        <p:spPr>
          <a:xfrm rot="10800000" flipH="1">
            <a:off x="0" y="1038138"/>
            <a:ext cx="66600" cy="4106700"/>
          </a:xfrm>
          <a:prstGeom prst="rect">
            <a:avLst/>
          </a:prstGeom>
          <a:solidFill>
            <a:schemeClr val="accent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sz="700">
              <a:solidFill>
                <a:srgbClr val="8A6DF1"/>
              </a:solidFill>
            </a:endParaRPr>
          </a:p>
        </p:txBody>
      </p:sp>
    </p:spTree>
  </p:cSld>
  <p:clrMapOvr>
    <a:masterClrMapping/>
  </p:clrMapOvr>
  <p:extLst>
    <p:ext uri="{DCECCB84-F9BA-43D5-87BE-67443E8EF086}">
      <p15:sldGuideLst xmlns:p15="http://schemas.microsoft.com/office/powerpoint/2012/main">
        <p15:guide id="1" orient="horz" pos="1026">
          <p15:clr>
            <a:srgbClr val="FA7B17"/>
          </p15:clr>
        </p15:guide>
        <p15:guide id="2" orient="horz" pos="1278">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p:cSld name="TITLE_6_1">
    <p:spTree>
      <p:nvGrpSpPr>
        <p:cNvPr id="1" name="Shape 59"/>
        <p:cNvGrpSpPr/>
        <p:nvPr/>
      </p:nvGrpSpPr>
      <p:grpSpPr>
        <a:xfrm>
          <a:off x="0" y="0"/>
          <a:ext cx="0" cy="0"/>
          <a:chOff x="0" y="0"/>
          <a:chExt cx="0" cy="0"/>
        </a:xfrm>
      </p:grpSpPr>
      <p:sp>
        <p:nvSpPr>
          <p:cNvPr id="60" name="Google Shape;60;p1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guide id="3" pos="288">
          <p15:clr>
            <a:srgbClr val="FA7B17"/>
          </p15:clr>
        </p15:guide>
        <p15:guide id="4" pos="2592">
          <p15:clr>
            <a:srgbClr val="FA7B17"/>
          </p15:clr>
        </p15:guide>
        <p15:guide id="5" pos="3168">
          <p15:clr>
            <a:srgbClr val="FA7B17"/>
          </p15:clr>
        </p15:guide>
        <p15:guide id="6" pos="5472">
          <p15:clr>
            <a:srgbClr val="FA7B17"/>
          </p15:clr>
        </p15:guide>
        <p15:guide id="7" pos="576">
          <p15:clr>
            <a:srgbClr val="FA7B17"/>
          </p15:clr>
        </p15:guide>
        <p15:guide id="8" pos="864">
          <p15:clr>
            <a:srgbClr val="FA7B17"/>
          </p15:clr>
        </p15:guide>
        <p15:guide id="9" pos="1152">
          <p15:clr>
            <a:srgbClr val="FA7B17"/>
          </p15:clr>
        </p15:guide>
        <p15:guide id="10" pos="1440">
          <p15:clr>
            <a:srgbClr val="FA7B17"/>
          </p15:clr>
        </p15:guide>
        <p15:guide id="11" pos="1728">
          <p15:clr>
            <a:srgbClr val="FA7B17"/>
          </p15:clr>
        </p15:guide>
        <p15:guide id="12" pos="2016">
          <p15:clr>
            <a:srgbClr val="FA7B17"/>
          </p15:clr>
        </p15:guide>
        <p15:guide id="13" pos="2306">
          <p15:clr>
            <a:srgbClr val="FA7B17"/>
          </p15:clr>
        </p15:guide>
        <p15:guide id="14" pos="3456">
          <p15:clr>
            <a:srgbClr val="FA7B17"/>
          </p15:clr>
        </p15:guide>
        <p15:guide id="15" pos="3744">
          <p15:clr>
            <a:srgbClr val="FA7B17"/>
          </p15:clr>
        </p15:guide>
        <p15:guide id="16" pos="4032">
          <p15:clr>
            <a:srgbClr val="FA7B17"/>
          </p15:clr>
        </p15:guide>
        <p15:guide id="17" pos="4320">
          <p15:clr>
            <a:srgbClr val="FA7B17"/>
          </p15:clr>
        </p15:guide>
        <p15:guide id="18" pos="4608">
          <p15:clr>
            <a:srgbClr val="FA7B17"/>
          </p15:clr>
        </p15:guide>
        <p15:guide id="19" pos="4896">
          <p15:clr>
            <a:srgbClr val="FA7B17"/>
          </p15:clr>
        </p15:guide>
        <p15:guide id="20" pos="5184">
          <p15:clr>
            <a:srgbClr val="FA7B17"/>
          </p15:clr>
        </p15:guide>
        <p15:guide id="21" orient="horz" pos="1296">
          <p15:clr>
            <a:srgbClr val="FA7B17"/>
          </p15:clr>
        </p15:guide>
        <p15:guide id="22" orient="horz" pos="972">
          <p15:clr>
            <a:srgbClr val="FA7B17"/>
          </p15:clr>
        </p15:guide>
        <p15:guide id="23" orient="horz" pos="648">
          <p15:clr>
            <a:srgbClr val="FA7B17"/>
          </p15:clr>
        </p15:guide>
        <p15:guide id="24" orient="horz" pos="324">
          <p15:clr>
            <a:srgbClr val="FA7B17"/>
          </p15:clr>
        </p15:guide>
        <p15:guide id="25" orient="horz" pos="1944">
          <p15:clr>
            <a:srgbClr val="FA7B17"/>
          </p15:clr>
        </p15:guide>
        <p15:guide id="26" orient="horz" pos="2268">
          <p15:clr>
            <a:srgbClr val="FA7B17"/>
          </p15:clr>
        </p15:guide>
        <p15:guide id="27" orient="horz" pos="2592">
          <p15:clr>
            <a:srgbClr val="FA7B17"/>
          </p15:clr>
        </p15:guide>
        <p15:guide id="28" orient="horz" pos="2916">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ierre">
  <p:cSld name="Cierre">
    <p:bg>
      <p:bgPr>
        <a:solidFill>
          <a:srgbClr val="000000"/>
        </a:solidFill>
        <a:effectLst/>
      </p:bgPr>
    </p:bg>
    <p:spTree>
      <p:nvGrpSpPr>
        <p:cNvPr id="1" name="Shape 427"/>
        <p:cNvGrpSpPr/>
        <p:nvPr/>
      </p:nvGrpSpPr>
      <p:grpSpPr>
        <a:xfrm>
          <a:off x="0" y="0"/>
          <a:ext cx="0" cy="0"/>
          <a:chOff x="0" y="0"/>
          <a:chExt cx="0" cy="0"/>
        </a:xfrm>
      </p:grpSpPr>
      <p:sp>
        <p:nvSpPr>
          <p:cNvPr id="428" name="Google Shape;428;p27"/>
          <p:cNvSpPr/>
          <p:nvPr/>
        </p:nvSpPr>
        <p:spPr>
          <a:xfrm flipH="1">
            <a:off x="-13575" y="1028700"/>
            <a:ext cx="744150" cy="4114800"/>
          </a:xfrm>
          <a:prstGeom prst="rect">
            <a:avLst/>
          </a:prstGeom>
          <a:solidFill>
            <a:schemeClr val="accent3"/>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solidFill>
                <a:schemeClr val="dk1"/>
              </a:solidFill>
            </a:endParaRPr>
          </a:p>
        </p:txBody>
      </p:sp>
      <p:grpSp>
        <p:nvGrpSpPr>
          <p:cNvPr id="429" name="Google Shape;429;p27"/>
          <p:cNvGrpSpPr/>
          <p:nvPr/>
        </p:nvGrpSpPr>
        <p:grpSpPr>
          <a:xfrm rot="-5400000">
            <a:off x="-229405" y="3041100"/>
            <a:ext cx="1125992" cy="89997"/>
            <a:chOff x="4935498" y="1642212"/>
            <a:chExt cx="2734980" cy="217042"/>
          </a:xfrm>
        </p:grpSpPr>
        <p:sp>
          <p:nvSpPr>
            <p:cNvPr id="430" name="Google Shape;430;p27"/>
            <p:cNvSpPr/>
            <p:nvPr/>
          </p:nvSpPr>
          <p:spPr>
            <a:xfrm>
              <a:off x="5197136" y="1646235"/>
              <a:ext cx="18839" cy="209333"/>
            </a:xfrm>
            <a:custGeom>
              <a:avLst/>
              <a:gdLst/>
              <a:ahLst/>
              <a:cxnLst/>
              <a:rect l="l" t="t" r="r" b="b"/>
              <a:pathLst>
                <a:path w="501" h="5567" extrusionOk="0">
                  <a:moveTo>
                    <a:pt x="1" y="0"/>
                  </a:moveTo>
                  <a:lnTo>
                    <a:pt x="1" y="5567"/>
                  </a:lnTo>
                  <a:lnTo>
                    <a:pt x="500" y="5567"/>
                  </a:lnTo>
                  <a:lnTo>
                    <a:pt x="50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31" name="Google Shape;431;p27"/>
            <p:cNvSpPr/>
            <p:nvPr/>
          </p:nvSpPr>
          <p:spPr>
            <a:xfrm>
              <a:off x="5299114" y="1642550"/>
              <a:ext cx="199293" cy="216703"/>
            </a:xfrm>
            <a:custGeom>
              <a:avLst/>
              <a:gdLst/>
              <a:ahLst/>
              <a:cxnLst/>
              <a:rect l="l" t="t" r="r" b="b"/>
              <a:pathLst>
                <a:path w="5300" h="5763" extrusionOk="0">
                  <a:moveTo>
                    <a:pt x="2820" y="0"/>
                  </a:moveTo>
                  <a:cubicBezTo>
                    <a:pt x="2204" y="0"/>
                    <a:pt x="1687" y="107"/>
                    <a:pt x="1268" y="321"/>
                  </a:cubicBezTo>
                  <a:cubicBezTo>
                    <a:pt x="848" y="544"/>
                    <a:pt x="527" y="865"/>
                    <a:pt x="322" y="1294"/>
                  </a:cubicBezTo>
                  <a:cubicBezTo>
                    <a:pt x="108" y="1722"/>
                    <a:pt x="1" y="2248"/>
                    <a:pt x="1" y="2882"/>
                  </a:cubicBezTo>
                  <a:cubicBezTo>
                    <a:pt x="1" y="3845"/>
                    <a:pt x="233" y="4568"/>
                    <a:pt x="697" y="5049"/>
                  </a:cubicBezTo>
                  <a:cubicBezTo>
                    <a:pt x="1161" y="5522"/>
                    <a:pt x="1856" y="5763"/>
                    <a:pt x="2775" y="5763"/>
                  </a:cubicBezTo>
                  <a:cubicBezTo>
                    <a:pt x="3043" y="5763"/>
                    <a:pt x="3302" y="5727"/>
                    <a:pt x="3560" y="5674"/>
                  </a:cubicBezTo>
                  <a:cubicBezTo>
                    <a:pt x="3810" y="5620"/>
                    <a:pt x="4042" y="5522"/>
                    <a:pt x="4256" y="5397"/>
                  </a:cubicBezTo>
                  <a:cubicBezTo>
                    <a:pt x="4470" y="5272"/>
                    <a:pt x="4649" y="5103"/>
                    <a:pt x="4774" y="4898"/>
                  </a:cubicBezTo>
                  <a:lnTo>
                    <a:pt x="4845" y="5665"/>
                  </a:lnTo>
                  <a:lnTo>
                    <a:pt x="5300" y="5665"/>
                  </a:lnTo>
                  <a:lnTo>
                    <a:pt x="5300" y="2783"/>
                  </a:lnTo>
                  <a:lnTo>
                    <a:pt x="2632" y="2783"/>
                  </a:lnTo>
                  <a:lnTo>
                    <a:pt x="2632" y="3265"/>
                  </a:lnTo>
                  <a:lnTo>
                    <a:pt x="4738" y="3265"/>
                  </a:lnTo>
                  <a:lnTo>
                    <a:pt x="4738" y="3408"/>
                  </a:lnTo>
                  <a:cubicBezTo>
                    <a:pt x="4738" y="3827"/>
                    <a:pt x="4666" y="4175"/>
                    <a:pt x="4542" y="4452"/>
                  </a:cubicBezTo>
                  <a:cubicBezTo>
                    <a:pt x="4408" y="4728"/>
                    <a:pt x="4203" y="4933"/>
                    <a:pt x="3908" y="5067"/>
                  </a:cubicBezTo>
                  <a:cubicBezTo>
                    <a:pt x="3623" y="5201"/>
                    <a:pt x="3230" y="5263"/>
                    <a:pt x="2748" y="5263"/>
                  </a:cubicBezTo>
                  <a:cubicBezTo>
                    <a:pt x="2302" y="5263"/>
                    <a:pt x="1919" y="5192"/>
                    <a:pt x="1598" y="5040"/>
                  </a:cubicBezTo>
                  <a:cubicBezTo>
                    <a:pt x="1276" y="4889"/>
                    <a:pt x="1027" y="4639"/>
                    <a:pt x="857" y="4300"/>
                  </a:cubicBezTo>
                  <a:cubicBezTo>
                    <a:pt x="679" y="3961"/>
                    <a:pt x="598" y="3515"/>
                    <a:pt x="598" y="2971"/>
                  </a:cubicBezTo>
                  <a:lnTo>
                    <a:pt x="598" y="2792"/>
                  </a:lnTo>
                  <a:cubicBezTo>
                    <a:pt x="598" y="2382"/>
                    <a:pt x="643" y="2034"/>
                    <a:pt x="750" y="1740"/>
                  </a:cubicBezTo>
                  <a:cubicBezTo>
                    <a:pt x="848" y="1445"/>
                    <a:pt x="1000" y="1213"/>
                    <a:pt x="1196" y="1026"/>
                  </a:cubicBezTo>
                  <a:cubicBezTo>
                    <a:pt x="1392" y="839"/>
                    <a:pt x="1624" y="705"/>
                    <a:pt x="1901" y="616"/>
                  </a:cubicBezTo>
                  <a:cubicBezTo>
                    <a:pt x="2169" y="535"/>
                    <a:pt x="2481" y="491"/>
                    <a:pt x="2820" y="491"/>
                  </a:cubicBezTo>
                  <a:cubicBezTo>
                    <a:pt x="3087" y="491"/>
                    <a:pt x="3346" y="517"/>
                    <a:pt x="3578" y="571"/>
                  </a:cubicBezTo>
                  <a:cubicBezTo>
                    <a:pt x="3810" y="616"/>
                    <a:pt x="4015" y="705"/>
                    <a:pt x="4185" y="821"/>
                  </a:cubicBezTo>
                  <a:cubicBezTo>
                    <a:pt x="4354" y="937"/>
                    <a:pt x="4488" y="1088"/>
                    <a:pt x="4586" y="1285"/>
                  </a:cubicBezTo>
                  <a:cubicBezTo>
                    <a:pt x="4684" y="1472"/>
                    <a:pt x="4738" y="1713"/>
                    <a:pt x="4738" y="1989"/>
                  </a:cubicBezTo>
                  <a:lnTo>
                    <a:pt x="5300" y="1989"/>
                  </a:lnTo>
                  <a:cubicBezTo>
                    <a:pt x="5300" y="1659"/>
                    <a:pt x="5246" y="1365"/>
                    <a:pt x="5130" y="1115"/>
                  </a:cubicBezTo>
                  <a:cubicBezTo>
                    <a:pt x="5023" y="865"/>
                    <a:pt x="4854" y="660"/>
                    <a:pt x="4640" y="500"/>
                  </a:cubicBezTo>
                  <a:cubicBezTo>
                    <a:pt x="4426" y="330"/>
                    <a:pt x="4167" y="205"/>
                    <a:pt x="3864" y="125"/>
                  </a:cubicBezTo>
                  <a:cubicBezTo>
                    <a:pt x="3560" y="36"/>
                    <a:pt x="3212" y="0"/>
                    <a:pt x="282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32" name="Google Shape;432;p27"/>
            <p:cNvSpPr/>
            <p:nvPr/>
          </p:nvSpPr>
          <p:spPr>
            <a:xfrm>
              <a:off x="5599031" y="1646235"/>
              <a:ext cx="24517" cy="209333"/>
            </a:xfrm>
            <a:custGeom>
              <a:avLst/>
              <a:gdLst/>
              <a:ahLst/>
              <a:cxnLst/>
              <a:rect l="l" t="t" r="r" b="b"/>
              <a:pathLst>
                <a:path w="652" h="5567" extrusionOk="0">
                  <a:moveTo>
                    <a:pt x="0" y="0"/>
                  </a:moveTo>
                  <a:lnTo>
                    <a:pt x="0" y="5567"/>
                  </a:lnTo>
                  <a:lnTo>
                    <a:pt x="651" y="5567"/>
                  </a:lnTo>
                  <a:lnTo>
                    <a:pt x="65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33" name="Google Shape;433;p27"/>
            <p:cNvSpPr/>
            <p:nvPr/>
          </p:nvSpPr>
          <p:spPr>
            <a:xfrm>
              <a:off x="5703679" y="1645897"/>
              <a:ext cx="173122" cy="209672"/>
            </a:xfrm>
            <a:custGeom>
              <a:avLst/>
              <a:gdLst/>
              <a:ahLst/>
              <a:cxnLst/>
              <a:rect l="l" t="t" r="r" b="b"/>
              <a:pathLst>
                <a:path w="4604" h="5576" extrusionOk="0">
                  <a:moveTo>
                    <a:pt x="1" y="0"/>
                  </a:moveTo>
                  <a:lnTo>
                    <a:pt x="1" y="651"/>
                  </a:lnTo>
                  <a:lnTo>
                    <a:pt x="1927" y="651"/>
                  </a:lnTo>
                  <a:lnTo>
                    <a:pt x="1927" y="5576"/>
                  </a:lnTo>
                  <a:lnTo>
                    <a:pt x="2677" y="5576"/>
                  </a:lnTo>
                  <a:lnTo>
                    <a:pt x="2677" y="651"/>
                  </a:lnTo>
                  <a:lnTo>
                    <a:pt x="4604" y="651"/>
                  </a:lnTo>
                  <a:lnTo>
                    <a:pt x="460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34" name="Google Shape;434;p27"/>
            <p:cNvSpPr/>
            <p:nvPr/>
          </p:nvSpPr>
          <p:spPr>
            <a:xfrm>
              <a:off x="5915344" y="1646235"/>
              <a:ext cx="206363" cy="209333"/>
            </a:xfrm>
            <a:custGeom>
              <a:avLst/>
              <a:gdLst/>
              <a:ahLst/>
              <a:cxnLst/>
              <a:rect l="l" t="t" r="r" b="b"/>
              <a:pathLst>
                <a:path w="5488" h="5567" extrusionOk="0">
                  <a:moveTo>
                    <a:pt x="2739" y="714"/>
                  </a:moveTo>
                  <a:cubicBezTo>
                    <a:pt x="2775" y="812"/>
                    <a:pt x="2802" y="910"/>
                    <a:pt x="2838" y="1017"/>
                  </a:cubicBezTo>
                  <a:cubicBezTo>
                    <a:pt x="2873" y="1124"/>
                    <a:pt x="2909" y="1231"/>
                    <a:pt x="2954" y="1338"/>
                  </a:cubicBezTo>
                  <a:cubicBezTo>
                    <a:pt x="2989" y="1445"/>
                    <a:pt x="3025" y="1543"/>
                    <a:pt x="3052" y="1624"/>
                  </a:cubicBezTo>
                  <a:cubicBezTo>
                    <a:pt x="3078" y="1704"/>
                    <a:pt x="3105" y="1775"/>
                    <a:pt x="3132" y="1820"/>
                  </a:cubicBezTo>
                  <a:lnTo>
                    <a:pt x="3774" y="3515"/>
                  </a:lnTo>
                  <a:lnTo>
                    <a:pt x="1651" y="3515"/>
                  </a:lnTo>
                  <a:lnTo>
                    <a:pt x="2302" y="1820"/>
                  </a:lnTo>
                  <a:cubicBezTo>
                    <a:pt x="2338" y="1740"/>
                    <a:pt x="2374" y="1633"/>
                    <a:pt x="2418" y="1499"/>
                  </a:cubicBezTo>
                  <a:cubicBezTo>
                    <a:pt x="2463" y="1365"/>
                    <a:pt x="2516" y="1231"/>
                    <a:pt x="2561" y="1089"/>
                  </a:cubicBezTo>
                  <a:cubicBezTo>
                    <a:pt x="2606" y="955"/>
                    <a:pt x="2650" y="830"/>
                    <a:pt x="2695" y="714"/>
                  </a:cubicBezTo>
                  <a:close/>
                  <a:moveTo>
                    <a:pt x="2195" y="0"/>
                  </a:moveTo>
                  <a:lnTo>
                    <a:pt x="1" y="5567"/>
                  </a:lnTo>
                  <a:lnTo>
                    <a:pt x="866" y="5567"/>
                  </a:lnTo>
                  <a:lnTo>
                    <a:pt x="1375" y="4229"/>
                  </a:lnTo>
                  <a:lnTo>
                    <a:pt x="4051" y="4229"/>
                  </a:lnTo>
                  <a:lnTo>
                    <a:pt x="4577" y="5567"/>
                  </a:lnTo>
                  <a:lnTo>
                    <a:pt x="5487" y="5567"/>
                  </a:lnTo>
                  <a:lnTo>
                    <a:pt x="328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35" name="Google Shape;435;p27"/>
            <p:cNvSpPr/>
            <p:nvPr/>
          </p:nvSpPr>
          <p:spPr>
            <a:xfrm>
              <a:off x="6194467" y="1645897"/>
              <a:ext cx="139919" cy="209672"/>
            </a:xfrm>
            <a:custGeom>
              <a:avLst/>
              <a:gdLst/>
              <a:ahLst/>
              <a:cxnLst/>
              <a:rect l="l" t="t" r="r" b="b"/>
              <a:pathLst>
                <a:path w="3721" h="5576" extrusionOk="0">
                  <a:moveTo>
                    <a:pt x="0" y="0"/>
                  </a:moveTo>
                  <a:lnTo>
                    <a:pt x="0" y="5576"/>
                  </a:lnTo>
                  <a:lnTo>
                    <a:pt x="3720" y="5576"/>
                  </a:lnTo>
                  <a:lnTo>
                    <a:pt x="3720" y="4764"/>
                  </a:lnTo>
                  <a:lnTo>
                    <a:pt x="937" y="4764"/>
                  </a:lnTo>
                  <a:lnTo>
                    <a:pt x="93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36" name="Google Shape;436;p27"/>
            <p:cNvSpPr/>
            <p:nvPr/>
          </p:nvSpPr>
          <p:spPr>
            <a:xfrm>
              <a:off x="6410155" y="1645897"/>
              <a:ext cx="176469" cy="209672"/>
            </a:xfrm>
            <a:custGeom>
              <a:avLst/>
              <a:gdLst/>
              <a:ahLst/>
              <a:cxnLst/>
              <a:rect l="l" t="t" r="r" b="b"/>
              <a:pathLst>
                <a:path w="4693" h="5576" extrusionOk="0">
                  <a:moveTo>
                    <a:pt x="0" y="0"/>
                  </a:moveTo>
                  <a:lnTo>
                    <a:pt x="0" y="5576"/>
                  </a:lnTo>
                  <a:lnTo>
                    <a:pt x="1035" y="5576"/>
                  </a:lnTo>
                  <a:lnTo>
                    <a:pt x="1035" y="3167"/>
                  </a:lnTo>
                  <a:lnTo>
                    <a:pt x="3658" y="3167"/>
                  </a:lnTo>
                  <a:lnTo>
                    <a:pt x="3658" y="5576"/>
                  </a:lnTo>
                  <a:lnTo>
                    <a:pt x="4693" y="5576"/>
                  </a:lnTo>
                  <a:lnTo>
                    <a:pt x="4693" y="0"/>
                  </a:lnTo>
                  <a:lnTo>
                    <a:pt x="3658" y="0"/>
                  </a:lnTo>
                  <a:lnTo>
                    <a:pt x="3658" y="2275"/>
                  </a:lnTo>
                  <a:lnTo>
                    <a:pt x="1035" y="2275"/>
                  </a:lnTo>
                  <a:lnTo>
                    <a:pt x="103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37" name="Google Shape;437;p27"/>
            <p:cNvSpPr/>
            <p:nvPr/>
          </p:nvSpPr>
          <p:spPr>
            <a:xfrm>
              <a:off x="6666416" y="1642550"/>
              <a:ext cx="213394" cy="216703"/>
            </a:xfrm>
            <a:custGeom>
              <a:avLst/>
              <a:gdLst/>
              <a:ahLst/>
              <a:cxnLst/>
              <a:rect l="l" t="t" r="r" b="b"/>
              <a:pathLst>
                <a:path w="5675" h="5763" extrusionOk="0">
                  <a:moveTo>
                    <a:pt x="2829" y="946"/>
                  </a:moveTo>
                  <a:cubicBezTo>
                    <a:pt x="3105" y="946"/>
                    <a:pt x="3337" y="981"/>
                    <a:pt x="3543" y="1062"/>
                  </a:cubicBezTo>
                  <a:cubicBezTo>
                    <a:pt x="3748" y="1142"/>
                    <a:pt x="3926" y="1258"/>
                    <a:pt x="4069" y="1410"/>
                  </a:cubicBezTo>
                  <a:cubicBezTo>
                    <a:pt x="4203" y="1570"/>
                    <a:pt x="4310" y="1757"/>
                    <a:pt x="4390" y="1980"/>
                  </a:cubicBezTo>
                  <a:cubicBezTo>
                    <a:pt x="4461" y="2212"/>
                    <a:pt x="4497" y="2471"/>
                    <a:pt x="4497" y="2774"/>
                  </a:cubicBezTo>
                  <a:lnTo>
                    <a:pt x="4497" y="2989"/>
                  </a:lnTo>
                  <a:cubicBezTo>
                    <a:pt x="4497" y="3292"/>
                    <a:pt x="4461" y="3551"/>
                    <a:pt x="4390" y="3774"/>
                  </a:cubicBezTo>
                  <a:cubicBezTo>
                    <a:pt x="4310" y="3997"/>
                    <a:pt x="4203" y="4193"/>
                    <a:pt x="4069" y="4345"/>
                  </a:cubicBezTo>
                  <a:cubicBezTo>
                    <a:pt x="3926" y="4496"/>
                    <a:pt x="3748" y="4612"/>
                    <a:pt x="3543" y="4692"/>
                  </a:cubicBezTo>
                  <a:cubicBezTo>
                    <a:pt x="3337" y="4773"/>
                    <a:pt x="3105" y="4808"/>
                    <a:pt x="2829" y="4808"/>
                  </a:cubicBezTo>
                  <a:cubicBezTo>
                    <a:pt x="2561" y="4808"/>
                    <a:pt x="2320" y="4773"/>
                    <a:pt x="2115" y="4692"/>
                  </a:cubicBezTo>
                  <a:cubicBezTo>
                    <a:pt x="1910" y="4612"/>
                    <a:pt x="1741" y="4496"/>
                    <a:pt x="1598" y="4345"/>
                  </a:cubicBezTo>
                  <a:cubicBezTo>
                    <a:pt x="1464" y="4193"/>
                    <a:pt x="1357" y="3997"/>
                    <a:pt x="1286" y="3774"/>
                  </a:cubicBezTo>
                  <a:cubicBezTo>
                    <a:pt x="1223" y="3551"/>
                    <a:pt x="1187" y="3292"/>
                    <a:pt x="1187" y="2989"/>
                  </a:cubicBezTo>
                  <a:lnTo>
                    <a:pt x="1187" y="2774"/>
                  </a:lnTo>
                  <a:cubicBezTo>
                    <a:pt x="1187" y="2471"/>
                    <a:pt x="1223" y="2212"/>
                    <a:pt x="1286" y="1980"/>
                  </a:cubicBezTo>
                  <a:cubicBezTo>
                    <a:pt x="1357" y="1757"/>
                    <a:pt x="1464" y="1570"/>
                    <a:pt x="1598" y="1410"/>
                  </a:cubicBezTo>
                  <a:cubicBezTo>
                    <a:pt x="1741" y="1258"/>
                    <a:pt x="1910" y="1142"/>
                    <a:pt x="2115" y="1062"/>
                  </a:cubicBezTo>
                  <a:cubicBezTo>
                    <a:pt x="2320" y="981"/>
                    <a:pt x="2561" y="946"/>
                    <a:pt x="2829" y="946"/>
                  </a:cubicBezTo>
                  <a:close/>
                  <a:moveTo>
                    <a:pt x="2829" y="0"/>
                  </a:moveTo>
                  <a:cubicBezTo>
                    <a:pt x="2249" y="0"/>
                    <a:pt x="1741" y="98"/>
                    <a:pt x="1321" y="312"/>
                  </a:cubicBezTo>
                  <a:cubicBezTo>
                    <a:pt x="893" y="517"/>
                    <a:pt x="563" y="830"/>
                    <a:pt x="340" y="1258"/>
                  </a:cubicBezTo>
                  <a:cubicBezTo>
                    <a:pt x="117" y="1686"/>
                    <a:pt x="1" y="2221"/>
                    <a:pt x="1" y="2882"/>
                  </a:cubicBezTo>
                  <a:cubicBezTo>
                    <a:pt x="1" y="3524"/>
                    <a:pt x="117" y="4059"/>
                    <a:pt x="340" y="4487"/>
                  </a:cubicBezTo>
                  <a:cubicBezTo>
                    <a:pt x="563" y="4915"/>
                    <a:pt x="893" y="5237"/>
                    <a:pt x="1321" y="5451"/>
                  </a:cubicBezTo>
                  <a:cubicBezTo>
                    <a:pt x="1741" y="5656"/>
                    <a:pt x="2249" y="5763"/>
                    <a:pt x="2829" y="5763"/>
                  </a:cubicBezTo>
                  <a:cubicBezTo>
                    <a:pt x="3427" y="5763"/>
                    <a:pt x="3935" y="5656"/>
                    <a:pt x="4354" y="5451"/>
                  </a:cubicBezTo>
                  <a:cubicBezTo>
                    <a:pt x="4783" y="5237"/>
                    <a:pt x="5104" y="4915"/>
                    <a:pt x="5336" y="4487"/>
                  </a:cubicBezTo>
                  <a:cubicBezTo>
                    <a:pt x="5559" y="4059"/>
                    <a:pt x="5675" y="3524"/>
                    <a:pt x="5675" y="2882"/>
                  </a:cubicBezTo>
                  <a:cubicBezTo>
                    <a:pt x="5675" y="2221"/>
                    <a:pt x="5559" y="1686"/>
                    <a:pt x="5336" y="1258"/>
                  </a:cubicBezTo>
                  <a:cubicBezTo>
                    <a:pt x="5104" y="830"/>
                    <a:pt x="4783" y="517"/>
                    <a:pt x="4354" y="312"/>
                  </a:cubicBezTo>
                  <a:cubicBezTo>
                    <a:pt x="3935" y="98"/>
                    <a:pt x="3427" y="0"/>
                    <a:pt x="282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38" name="Google Shape;438;p27"/>
            <p:cNvSpPr/>
            <p:nvPr/>
          </p:nvSpPr>
          <p:spPr>
            <a:xfrm>
              <a:off x="6958625" y="1645897"/>
              <a:ext cx="186884" cy="213357"/>
            </a:xfrm>
            <a:custGeom>
              <a:avLst/>
              <a:gdLst/>
              <a:ahLst/>
              <a:cxnLst/>
              <a:rect l="l" t="t" r="r" b="b"/>
              <a:pathLst>
                <a:path w="4970" h="5674" extrusionOk="0">
                  <a:moveTo>
                    <a:pt x="0" y="0"/>
                  </a:moveTo>
                  <a:lnTo>
                    <a:pt x="0" y="3453"/>
                  </a:lnTo>
                  <a:cubicBezTo>
                    <a:pt x="0" y="3943"/>
                    <a:pt x="98" y="4354"/>
                    <a:pt x="295" y="4684"/>
                  </a:cubicBezTo>
                  <a:cubicBezTo>
                    <a:pt x="491" y="5014"/>
                    <a:pt x="776" y="5264"/>
                    <a:pt x="1142" y="5424"/>
                  </a:cubicBezTo>
                  <a:cubicBezTo>
                    <a:pt x="1517" y="5585"/>
                    <a:pt x="1963" y="5674"/>
                    <a:pt x="2480" y="5674"/>
                  </a:cubicBezTo>
                  <a:cubicBezTo>
                    <a:pt x="2998" y="5674"/>
                    <a:pt x="3444" y="5585"/>
                    <a:pt x="3818" y="5424"/>
                  </a:cubicBezTo>
                  <a:cubicBezTo>
                    <a:pt x="4184" y="5264"/>
                    <a:pt x="4470" y="5014"/>
                    <a:pt x="4675" y="4684"/>
                  </a:cubicBezTo>
                  <a:cubicBezTo>
                    <a:pt x="4871" y="4354"/>
                    <a:pt x="4969" y="3943"/>
                    <a:pt x="4969" y="3453"/>
                  </a:cubicBezTo>
                  <a:lnTo>
                    <a:pt x="4969" y="0"/>
                  </a:lnTo>
                  <a:lnTo>
                    <a:pt x="3685" y="0"/>
                  </a:lnTo>
                  <a:lnTo>
                    <a:pt x="3685" y="3426"/>
                  </a:lnTo>
                  <a:cubicBezTo>
                    <a:pt x="3685" y="3810"/>
                    <a:pt x="3578" y="4104"/>
                    <a:pt x="3372" y="4318"/>
                  </a:cubicBezTo>
                  <a:cubicBezTo>
                    <a:pt x="3158" y="4532"/>
                    <a:pt x="2864" y="4639"/>
                    <a:pt x="2471" y="4639"/>
                  </a:cubicBezTo>
                  <a:cubicBezTo>
                    <a:pt x="2088" y="4639"/>
                    <a:pt x="1793" y="4532"/>
                    <a:pt x="1588" y="4318"/>
                  </a:cubicBezTo>
                  <a:cubicBezTo>
                    <a:pt x="1383" y="4104"/>
                    <a:pt x="1276" y="3810"/>
                    <a:pt x="1276" y="3426"/>
                  </a:cubicBezTo>
                  <a:lnTo>
                    <a:pt x="127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39" name="Google Shape;439;p27"/>
            <p:cNvSpPr/>
            <p:nvPr/>
          </p:nvSpPr>
          <p:spPr>
            <a:xfrm>
              <a:off x="7223610" y="1642212"/>
              <a:ext cx="187223" cy="217042"/>
            </a:xfrm>
            <a:custGeom>
              <a:avLst/>
              <a:gdLst/>
              <a:ahLst/>
              <a:cxnLst/>
              <a:rect l="l" t="t" r="r" b="b"/>
              <a:pathLst>
                <a:path w="4979" h="5772" extrusionOk="0">
                  <a:moveTo>
                    <a:pt x="2490" y="0"/>
                  </a:moveTo>
                  <a:cubicBezTo>
                    <a:pt x="2169" y="0"/>
                    <a:pt x="1865" y="27"/>
                    <a:pt x="1580" y="89"/>
                  </a:cubicBezTo>
                  <a:cubicBezTo>
                    <a:pt x="1294" y="152"/>
                    <a:pt x="1036" y="250"/>
                    <a:pt x="822" y="384"/>
                  </a:cubicBezTo>
                  <a:cubicBezTo>
                    <a:pt x="599" y="526"/>
                    <a:pt x="429" y="696"/>
                    <a:pt x="304" y="910"/>
                  </a:cubicBezTo>
                  <a:cubicBezTo>
                    <a:pt x="179" y="1124"/>
                    <a:pt x="117" y="1374"/>
                    <a:pt x="117" y="1668"/>
                  </a:cubicBezTo>
                  <a:cubicBezTo>
                    <a:pt x="117" y="1936"/>
                    <a:pt x="161" y="2159"/>
                    <a:pt x="260" y="2346"/>
                  </a:cubicBezTo>
                  <a:cubicBezTo>
                    <a:pt x="349" y="2534"/>
                    <a:pt x="483" y="2685"/>
                    <a:pt x="643" y="2810"/>
                  </a:cubicBezTo>
                  <a:cubicBezTo>
                    <a:pt x="795" y="2935"/>
                    <a:pt x="982" y="3042"/>
                    <a:pt x="1178" y="3122"/>
                  </a:cubicBezTo>
                  <a:cubicBezTo>
                    <a:pt x="1384" y="3203"/>
                    <a:pt x="1589" y="3274"/>
                    <a:pt x="1803" y="3328"/>
                  </a:cubicBezTo>
                  <a:cubicBezTo>
                    <a:pt x="2017" y="3381"/>
                    <a:pt x="2231" y="3435"/>
                    <a:pt x="2427" y="3479"/>
                  </a:cubicBezTo>
                  <a:cubicBezTo>
                    <a:pt x="2633" y="3524"/>
                    <a:pt x="2811" y="3577"/>
                    <a:pt x="2972" y="3631"/>
                  </a:cubicBezTo>
                  <a:cubicBezTo>
                    <a:pt x="3132" y="3684"/>
                    <a:pt x="3257" y="3756"/>
                    <a:pt x="3346" y="3836"/>
                  </a:cubicBezTo>
                  <a:cubicBezTo>
                    <a:pt x="3444" y="3916"/>
                    <a:pt x="3489" y="4023"/>
                    <a:pt x="3489" y="4148"/>
                  </a:cubicBezTo>
                  <a:cubicBezTo>
                    <a:pt x="3489" y="4220"/>
                    <a:pt x="3480" y="4291"/>
                    <a:pt x="3444" y="4345"/>
                  </a:cubicBezTo>
                  <a:cubicBezTo>
                    <a:pt x="3418" y="4398"/>
                    <a:pt x="3373" y="4452"/>
                    <a:pt x="3311" y="4487"/>
                  </a:cubicBezTo>
                  <a:cubicBezTo>
                    <a:pt x="3248" y="4532"/>
                    <a:pt x="3177" y="4568"/>
                    <a:pt x="3096" y="4594"/>
                  </a:cubicBezTo>
                  <a:cubicBezTo>
                    <a:pt x="3016" y="4621"/>
                    <a:pt x="2918" y="4639"/>
                    <a:pt x="2820" y="4648"/>
                  </a:cubicBezTo>
                  <a:cubicBezTo>
                    <a:pt x="2713" y="4657"/>
                    <a:pt x="2606" y="4666"/>
                    <a:pt x="2490" y="4666"/>
                  </a:cubicBezTo>
                  <a:cubicBezTo>
                    <a:pt x="2267" y="4666"/>
                    <a:pt x="2079" y="4639"/>
                    <a:pt x="1919" y="4594"/>
                  </a:cubicBezTo>
                  <a:cubicBezTo>
                    <a:pt x="1758" y="4550"/>
                    <a:pt x="1633" y="4470"/>
                    <a:pt x="1544" y="4371"/>
                  </a:cubicBezTo>
                  <a:cubicBezTo>
                    <a:pt x="1455" y="4264"/>
                    <a:pt x="1410" y="4122"/>
                    <a:pt x="1410" y="3952"/>
                  </a:cubicBezTo>
                  <a:cubicBezTo>
                    <a:pt x="1410" y="3934"/>
                    <a:pt x="1410" y="3916"/>
                    <a:pt x="1410" y="3890"/>
                  </a:cubicBezTo>
                  <a:cubicBezTo>
                    <a:pt x="1410" y="3863"/>
                    <a:pt x="1410" y="3845"/>
                    <a:pt x="1410" y="3827"/>
                  </a:cubicBezTo>
                  <a:lnTo>
                    <a:pt x="10" y="3827"/>
                  </a:lnTo>
                  <a:cubicBezTo>
                    <a:pt x="1" y="3845"/>
                    <a:pt x="1" y="3863"/>
                    <a:pt x="1" y="3890"/>
                  </a:cubicBezTo>
                  <a:lnTo>
                    <a:pt x="1" y="3970"/>
                  </a:lnTo>
                  <a:cubicBezTo>
                    <a:pt x="1" y="4300"/>
                    <a:pt x="72" y="4585"/>
                    <a:pt x="206" y="4817"/>
                  </a:cubicBezTo>
                  <a:cubicBezTo>
                    <a:pt x="340" y="5040"/>
                    <a:pt x="527" y="5228"/>
                    <a:pt x="759" y="5371"/>
                  </a:cubicBezTo>
                  <a:cubicBezTo>
                    <a:pt x="1000" y="5513"/>
                    <a:pt x="1268" y="5611"/>
                    <a:pt x="1580" y="5674"/>
                  </a:cubicBezTo>
                  <a:cubicBezTo>
                    <a:pt x="1883" y="5736"/>
                    <a:pt x="2213" y="5772"/>
                    <a:pt x="2570" y="5772"/>
                  </a:cubicBezTo>
                  <a:cubicBezTo>
                    <a:pt x="3025" y="5772"/>
                    <a:pt x="3444" y="5710"/>
                    <a:pt x="3801" y="5585"/>
                  </a:cubicBezTo>
                  <a:cubicBezTo>
                    <a:pt x="4167" y="5460"/>
                    <a:pt x="4461" y="5263"/>
                    <a:pt x="4667" y="4987"/>
                  </a:cubicBezTo>
                  <a:cubicBezTo>
                    <a:pt x="4872" y="4719"/>
                    <a:pt x="4979" y="4362"/>
                    <a:pt x="4979" y="3916"/>
                  </a:cubicBezTo>
                  <a:cubicBezTo>
                    <a:pt x="4979" y="3667"/>
                    <a:pt x="4934" y="3444"/>
                    <a:pt x="4836" y="3265"/>
                  </a:cubicBezTo>
                  <a:cubicBezTo>
                    <a:pt x="4738" y="3087"/>
                    <a:pt x="4613" y="2935"/>
                    <a:pt x="4452" y="2819"/>
                  </a:cubicBezTo>
                  <a:cubicBezTo>
                    <a:pt x="4292" y="2694"/>
                    <a:pt x="4104" y="2596"/>
                    <a:pt x="3908" y="2516"/>
                  </a:cubicBezTo>
                  <a:cubicBezTo>
                    <a:pt x="3703" y="2436"/>
                    <a:pt x="3498" y="2373"/>
                    <a:pt x="3284" y="2320"/>
                  </a:cubicBezTo>
                  <a:cubicBezTo>
                    <a:pt x="3070" y="2275"/>
                    <a:pt x="2864" y="2221"/>
                    <a:pt x="2668" y="2177"/>
                  </a:cubicBezTo>
                  <a:cubicBezTo>
                    <a:pt x="2463" y="2132"/>
                    <a:pt x="2285" y="2079"/>
                    <a:pt x="2124" y="2025"/>
                  </a:cubicBezTo>
                  <a:cubicBezTo>
                    <a:pt x="1955" y="1972"/>
                    <a:pt x="1830" y="1909"/>
                    <a:pt x="1731" y="1829"/>
                  </a:cubicBezTo>
                  <a:cubicBezTo>
                    <a:pt x="1642" y="1758"/>
                    <a:pt x="1598" y="1659"/>
                    <a:pt x="1598" y="1543"/>
                  </a:cubicBezTo>
                  <a:cubicBezTo>
                    <a:pt x="1598" y="1445"/>
                    <a:pt x="1633" y="1356"/>
                    <a:pt x="1705" y="1285"/>
                  </a:cubicBezTo>
                  <a:cubicBezTo>
                    <a:pt x="1776" y="1213"/>
                    <a:pt x="1883" y="1160"/>
                    <a:pt x="2017" y="1124"/>
                  </a:cubicBezTo>
                  <a:cubicBezTo>
                    <a:pt x="2160" y="1088"/>
                    <a:pt x="2329" y="1071"/>
                    <a:pt x="2525" y="1071"/>
                  </a:cubicBezTo>
                  <a:cubicBezTo>
                    <a:pt x="2731" y="1071"/>
                    <a:pt x="2891" y="1097"/>
                    <a:pt x="3034" y="1151"/>
                  </a:cubicBezTo>
                  <a:cubicBezTo>
                    <a:pt x="3168" y="1213"/>
                    <a:pt x="3266" y="1285"/>
                    <a:pt x="3337" y="1383"/>
                  </a:cubicBezTo>
                  <a:cubicBezTo>
                    <a:pt x="3400" y="1472"/>
                    <a:pt x="3435" y="1588"/>
                    <a:pt x="3435" y="1713"/>
                  </a:cubicBezTo>
                  <a:lnTo>
                    <a:pt x="3435" y="1766"/>
                  </a:lnTo>
                  <a:lnTo>
                    <a:pt x="4836" y="1766"/>
                  </a:lnTo>
                  <a:lnTo>
                    <a:pt x="4836" y="1668"/>
                  </a:lnTo>
                  <a:cubicBezTo>
                    <a:pt x="4827" y="1374"/>
                    <a:pt x="4765" y="1124"/>
                    <a:pt x="4640" y="919"/>
                  </a:cubicBezTo>
                  <a:cubicBezTo>
                    <a:pt x="4524" y="714"/>
                    <a:pt x="4354" y="535"/>
                    <a:pt x="4131" y="402"/>
                  </a:cubicBezTo>
                  <a:cubicBezTo>
                    <a:pt x="3917" y="259"/>
                    <a:pt x="3667" y="161"/>
                    <a:pt x="3391" y="98"/>
                  </a:cubicBezTo>
                  <a:cubicBezTo>
                    <a:pt x="3114" y="27"/>
                    <a:pt x="2811" y="0"/>
                    <a:pt x="249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40" name="Google Shape;440;p27"/>
            <p:cNvSpPr/>
            <p:nvPr/>
          </p:nvSpPr>
          <p:spPr>
            <a:xfrm>
              <a:off x="7489309" y="1645559"/>
              <a:ext cx="181169" cy="210010"/>
            </a:xfrm>
            <a:custGeom>
              <a:avLst/>
              <a:gdLst/>
              <a:ahLst/>
              <a:cxnLst/>
              <a:rect l="l" t="t" r="r" b="b"/>
              <a:pathLst>
                <a:path w="4818" h="5585" extrusionOk="0">
                  <a:moveTo>
                    <a:pt x="0" y="0"/>
                  </a:moveTo>
                  <a:lnTo>
                    <a:pt x="0" y="5585"/>
                  </a:lnTo>
                  <a:lnTo>
                    <a:pt x="4818" y="5585"/>
                  </a:lnTo>
                  <a:lnTo>
                    <a:pt x="4818" y="4300"/>
                  </a:lnTo>
                  <a:lnTo>
                    <a:pt x="1686" y="4300"/>
                  </a:lnTo>
                  <a:lnTo>
                    <a:pt x="1686" y="3364"/>
                  </a:lnTo>
                  <a:lnTo>
                    <a:pt x="4443" y="3364"/>
                  </a:lnTo>
                  <a:lnTo>
                    <a:pt x="4443" y="2132"/>
                  </a:lnTo>
                  <a:lnTo>
                    <a:pt x="1686" y="2132"/>
                  </a:lnTo>
                  <a:lnTo>
                    <a:pt x="1686" y="1276"/>
                  </a:lnTo>
                  <a:lnTo>
                    <a:pt x="4764" y="1276"/>
                  </a:lnTo>
                  <a:lnTo>
                    <a:pt x="476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41" name="Google Shape;441;p27"/>
            <p:cNvSpPr/>
            <p:nvPr/>
          </p:nvSpPr>
          <p:spPr>
            <a:xfrm>
              <a:off x="4935498" y="1646235"/>
              <a:ext cx="178837" cy="208995"/>
            </a:xfrm>
            <a:custGeom>
              <a:avLst/>
              <a:gdLst/>
              <a:ahLst/>
              <a:cxnLst/>
              <a:rect l="l" t="t" r="r" b="b"/>
              <a:pathLst>
                <a:path w="4756" h="5558" extrusionOk="0">
                  <a:moveTo>
                    <a:pt x="2552" y="437"/>
                  </a:moveTo>
                  <a:cubicBezTo>
                    <a:pt x="3524" y="437"/>
                    <a:pt x="4318" y="1231"/>
                    <a:pt x="4318" y="2204"/>
                  </a:cubicBezTo>
                  <a:lnTo>
                    <a:pt x="4318" y="3354"/>
                  </a:lnTo>
                  <a:cubicBezTo>
                    <a:pt x="4318" y="4327"/>
                    <a:pt x="3524" y="5112"/>
                    <a:pt x="2552" y="5112"/>
                  </a:cubicBezTo>
                  <a:lnTo>
                    <a:pt x="437" y="5112"/>
                  </a:lnTo>
                  <a:lnTo>
                    <a:pt x="437" y="437"/>
                  </a:lnTo>
                  <a:close/>
                  <a:moveTo>
                    <a:pt x="0" y="0"/>
                  </a:moveTo>
                  <a:lnTo>
                    <a:pt x="0" y="5558"/>
                  </a:lnTo>
                  <a:lnTo>
                    <a:pt x="2552" y="5558"/>
                  </a:lnTo>
                  <a:cubicBezTo>
                    <a:pt x="3765" y="5558"/>
                    <a:pt x="4755" y="4568"/>
                    <a:pt x="4755" y="3354"/>
                  </a:cubicBezTo>
                  <a:lnTo>
                    <a:pt x="4755" y="2204"/>
                  </a:lnTo>
                  <a:cubicBezTo>
                    <a:pt x="4755" y="981"/>
                    <a:pt x="3765" y="0"/>
                    <a:pt x="255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sp>
        <p:nvSpPr>
          <p:cNvPr id="442" name="Google Shape;442;p27"/>
          <p:cNvSpPr/>
          <p:nvPr/>
        </p:nvSpPr>
        <p:spPr>
          <a:xfrm flipH="1">
            <a:off x="2313600" y="1028700"/>
            <a:ext cx="2267700" cy="2267700"/>
          </a:xfrm>
          <a:prstGeom prst="arc">
            <a:avLst>
              <a:gd name="adj1" fmla="val 16200000"/>
              <a:gd name="adj2" fmla="val 0"/>
            </a:avLst>
          </a:prstGeom>
          <a:noFill/>
          <a:ln w="76200" cap="flat" cmpd="sng">
            <a:solidFill>
              <a:schemeClr val="lt1"/>
            </a:solidFill>
            <a:prstDash val="solid"/>
            <a:round/>
            <a:headEnd type="none" w="sm" len="sm"/>
            <a:tailEnd type="none" w="sm" len="sm"/>
          </a:ln>
        </p:spPr>
        <p:txBody>
          <a:bodyPr spcFirstLastPara="1" wrap="square" lIns="45713" tIns="45713" rIns="45713" bIns="45713" anchor="ctr" anchorCtr="0">
            <a:noAutofit/>
          </a:bodyPr>
          <a:lstStyle/>
          <a:p>
            <a:pPr marL="0" marR="0" lvl="0" indent="0" algn="l" rtl="0">
              <a:lnSpc>
                <a:spcPct val="100000"/>
              </a:lnSpc>
              <a:spcBef>
                <a:spcPts val="0"/>
              </a:spcBef>
              <a:spcAft>
                <a:spcPts val="0"/>
              </a:spcAft>
              <a:buNone/>
            </a:pPr>
            <a:endParaRPr sz="700">
              <a:solidFill>
                <a:schemeClr val="lt1"/>
              </a:solidFill>
            </a:endParaRPr>
          </a:p>
        </p:txBody>
      </p:sp>
      <p:cxnSp>
        <p:nvCxnSpPr>
          <p:cNvPr id="443" name="Google Shape;443;p27"/>
          <p:cNvCxnSpPr>
            <a:stCxn id="442" idx="0"/>
          </p:cNvCxnSpPr>
          <p:nvPr/>
        </p:nvCxnSpPr>
        <p:spPr>
          <a:xfrm>
            <a:off x="3447450" y="1028700"/>
            <a:ext cx="5696550" cy="0"/>
          </a:xfrm>
          <a:prstGeom prst="straightConnector1">
            <a:avLst/>
          </a:prstGeom>
          <a:noFill/>
          <a:ln w="76200" cap="flat" cmpd="sng">
            <a:solidFill>
              <a:schemeClr val="lt1"/>
            </a:solidFill>
            <a:prstDash val="solid"/>
            <a:round/>
            <a:headEnd type="none" w="sm" len="sm"/>
            <a:tailEnd type="none" w="sm" len="sm"/>
          </a:ln>
        </p:spPr>
      </p:cxnSp>
      <p:cxnSp>
        <p:nvCxnSpPr>
          <p:cNvPr id="444" name="Google Shape;444;p27"/>
          <p:cNvCxnSpPr>
            <a:stCxn id="442" idx="2"/>
          </p:cNvCxnSpPr>
          <p:nvPr/>
        </p:nvCxnSpPr>
        <p:spPr>
          <a:xfrm>
            <a:off x="2313600" y="2162550"/>
            <a:ext cx="0" cy="2962350"/>
          </a:xfrm>
          <a:prstGeom prst="straightConnector1">
            <a:avLst/>
          </a:prstGeom>
          <a:noFill/>
          <a:ln w="76200" cap="flat" cmpd="sng">
            <a:solidFill>
              <a:schemeClr val="lt1"/>
            </a:solidFill>
            <a:prstDash val="solid"/>
            <a:round/>
            <a:headEnd type="none" w="sm" len="sm"/>
            <a:tailEnd type="none" w="sm" len="sm"/>
          </a:ln>
        </p:spPr>
      </p:cxnSp>
      <p:sp>
        <p:nvSpPr>
          <p:cNvPr id="445" name="Google Shape;445;p27"/>
          <p:cNvSpPr txBox="1">
            <a:spLocks noGrp="1"/>
          </p:cNvSpPr>
          <p:nvPr>
            <p:ph type="title"/>
          </p:nvPr>
        </p:nvSpPr>
        <p:spPr>
          <a:xfrm>
            <a:off x="4674750" y="2596313"/>
            <a:ext cx="3555000" cy="53775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FFFFF"/>
              </a:buClr>
              <a:buSzPts val="5000"/>
              <a:buFont typeface="Montserrat"/>
              <a:buNone/>
              <a:defRPr sz="2500">
                <a:solidFill>
                  <a:srgbClr val="FFFFFF"/>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2501149415"/>
      </p:ext>
    </p:extLst>
  </p:cSld>
  <p:clrMapOvr>
    <a:masterClrMapping/>
  </p:clrMapOvr>
  <p:extLst>
    <p:ext uri="{DCECCB84-F9BA-43D5-87BE-67443E8EF086}">
      <p15:sldGuideLst xmlns:p15="http://schemas.microsoft.com/office/powerpoint/2012/main">
        <p15:guide id="1" orient="horz" pos="3240">
          <p15:clr>
            <a:srgbClr val="FA7B17"/>
          </p15:clr>
        </p15:guide>
        <p15:guide id="2" pos="5760">
          <p15:clr>
            <a:srgbClr val="FA7B17"/>
          </p15:clr>
        </p15:guide>
        <p15:guide id="3" pos="576">
          <p15:clr>
            <a:srgbClr val="FA7B17"/>
          </p15:clr>
        </p15:guide>
        <p15:guide id="4" pos="5184">
          <p15:clr>
            <a:srgbClr val="FA7B17"/>
          </p15:clr>
        </p15:guide>
        <p15:guide id="5" pos="6336">
          <p15:clr>
            <a:srgbClr val="FA7B17"/>
          </p15:clr>
        </p15:guide>
        <p15:guide id="6" pos="10944">
          <p15:clr>
            <a:srgbClr val="FA7B17"/>
          </p15:clr>
        </p15:guide>
        <p15:guide id="7" pos="1152">
          <p15:clr>
            <a:srgbClr val="FA7B17"/>
          </p15:clr>
        </p15:guide>
        <p15:guide id="8" pos="1728">
          <p15:clr>
            <a:srgbClr val="FA7B17"/>
          </p15:clr>
        </p15:guide>
        <p15:guide id="9" pos="2304">
          <p15:clr>
            <a:srgbClr val="FA7B17"/>
          </p15:clr>
        </p15:guide>
        <p15:guide id="10" pos="2880">
          <p15:clr>
            <a:srgbClr val="FA7B17"/>
          </p15:clr>
        </p15:guide>
        <p15:guide id="11" pos="3456">
          <p15:clr>
            <a:srgbClr val="FA7B17"/>
          </p15:clr>
        </p15:guide>
        <p15:guide id="12" pos="4032">
          <p15:clr>
            <a:srgbClr val="FA7B17"/>
          </p15:clr>
        </p15:guide>
        <p15:guide id="13" pos="4612">
          <p15:clr>
            <a:srgbClr val="FA7B17"/>
          </p15:clr>
        </p15:guide>
        <p15:guide id="14" pos="6912">
          <p15:clr>
            <a:srgbClr val="FA7B17"/>
          </p15:clr>
        </p15:guide>
        <p15:guide id="15" pos="7488">
          <p15:clr>
            <a:srgbClr val="FA7B17"/>
          </p15:clr>
        </p15:guide>
        <p15:guide id="16" pos="8064">
          <p15:clr>
            <a:srgbClr val="FA7B17"/>
          </p15:clr>
        </p15:guide>
        <p15:guide id="17" pos="8640">
          <p15:clr>
            <a:srgbClr val="FA7B17"/>
          </p15:clr>
        </p15:guide>
        <p15:guide id="18" pos="9216">
          <p15:clr>
            <a:srgbClr val="FA7B17"/>
          </p15:clr>
        </p15:guide>
        <p15:guide id="19" pos="9792">
          <p15:clr>
            <a:srgbClr val="FA7B17"/>
          </p15:clr>
        </p15:guide>
        <p15:guide id="20" pos="10368">
          <p15:clr>
            <a:srgbClr val="FA7B17"/>
          </p15:clr>
        </p15:guide>
        <p15:guide id="21" orient="horz" pos="2592">
          <p15:clr>
            <a:srgbClr val="FA7B17"/>
          </p15:clr>
        </p15:guide>
        <p15:guide id="22" orient="horz" pos="1944">
          <p15:clr>
            <a:srgbClr val="FA7B17"/>
          </p15:clr>
        </p15:guide>
        <p15:guide id="23" orient="horz" pos="1296">
          <p15:clr>
            <a:srgbClr val="FA7B17"/>
          </p15:clr>
        </p15:guide>
        <p15:guide id="24" orient="horz" pos="3888">
          <p15:clr>
            <a:srgbClr val="FA7B17"/>
          </p15:clr>
        </p15:guide>
        <p15:guide id="25" orient="horz" pos="4536">
          <p15:clr>
            <a:srgbClr val="FA7B17"/>
          </p15:clr>
        </p15:guide>
        <p15:guide id="26" orient="horz" pos="5184">
          <p15:clr>
            <a:srgbClr val="FA7B17"/>
          </p15:clr>
        </p15:guide>
        <p15:guide id="27" orient="horz" pos="5832">
          <p15:clr>
            <a:srgbClr val="FA7B17"/>
          </p15:clr>
        </p15:guide>
        <p15:guide id="28" pos="5856">
          <p15:clr>
            <a:srgbClr val="FA7B17"/>
          </p15:clr>
        </p15:guide>
        <p15:guide id="29" orient="horz" pos="3948">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clusiones">
  <p:cSld name="Conclusiones">
    <p:spTree>
      <p:nvGrpSpPr>
        <p:cNvPr id="1" name="Shape 446"/>
        <p:cNvGrpSpPr/>
        <p:nvPr/>
      </p:nvGrpSpPr>
      <p:grpSpPr>
        <a:xfrm>
          <a:off x="0" y="0"/>
          <a:ext cx="0" cy="0"/>
          <a:chOff x="0" y="0"/>
          <a:chExt cx="0" cy="0"/>
        </a:xfrm>
      </p:grpSpPr>
      <p:sp>
        <p:nvSpPr>
          <p:cNvPr id="447" name="Google Shape;447;p28"/>
          <p:cNvSpPr/>
          <p:nvPr/>
        </p:nvSpPr>
        <p:spPr>
          <a:xfrm>
            <a:off x="6400900" y="0"/>
            <a:ext cx="2743200" cy="5175900"/>
          </a:xfrm>
          <a:prstGeom prst="rect">
            <a:avLst/>
          </a:prstGeom>
          <a:solidFill>
            <a:schemeClr val="accent5"/>
          </a:solidFill>
          <a:ln w="9525"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48" name="Google Shape;448;p28"/>
          <p:cNvSpPr/>
          <p:nvPr/>
        </p:nvSpPr>
        <p:spPr>
          <a:xfrm rot="10800000" flipH="1">
            <a:off x="0" y="1038138"/>
            <a:ext cx="66600" cy="4106700"/>
          </a:xfrm>
          <a:prstGeom prst="rect">
            <a:avLst/>
          </a:prstGeom>
          <a:solidFill>
            <a:schemeClr val="accent3"/>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solidFill>
                <a:srgbClr val="8A6DF1"/>
              </a:solidFill>
            </a:endParaRPr>
          </a:p>
        </p:txBody>
      </p:sp>
      <p:grpSp>
        <p:nvGrpSpPr>
          <p:cNvPr id="449" name="Google Shape;449;p28"/>
          <p:cNvGrpSpPr/>
          <p:nvPr/>
        </p:nvGrpSpPr>
        <p:grpSpPr>
          <a:xfrm>
            <a:off x="8746619" y="4870045"/>
            <a:ext cx="214804" cy="89154"/>
            <a:chOff x="1207700" y="4333950"/>
            <a:chExt cx="334325" cy="138750"/>
          </a:xfrm>
        </p:grpSpPr>
        <p:sp>
          <p:nvSpPr>
            <p:cNvPr id="450" name="Google Shape;450;p28"/>
            <p:cNvSpPr/>
            <p:nvPr/>
          </p:nvSpPr>
          <p:spPr>
            <a:xfrm>
              <a:off x="1207700" y="4333950"/>
              <a:ext cx="139850" cy="138750"/>
            </a:xfrm>
            <a:custGeom>
              <a:avLst/>
              <a:gdLst/>
              <a:ahLst/>
              <a:cxnLst/>
              <a:rect l="l" t="t" r="r" b="b"/>
              <a:pathLst>
                <a:path w="5594" h="5550" extrusionOk="0">
                  <a:moveTo>
                    <a:pt x="3390" y="438"/>
                  </a:moveTo>
                  <a:cubicBezTo>
                    <a:pt x="4363" y="438"/>
                    <a:pt x="5148" y="1232"/>
                    <a:pt x="5148" y="2196"/>
                  </a:cubicBezTo>
                  <a:lnTo>
                    <a:pt x="5148" y="3346"/>
                  </a:lnTo>
                  <a:cubicBezTo>
                    <a:pt x="5148" y="4319"/>
                    <a:pt x="4363" y="5104"/>
                    <a:pt x="3390" y="5104"/>
                  </a:cubicBezTo>
                  <a:lnTo>
                    <a:pt x="437" y="5104"/>
                  </a:lnTo>
                  <a:lnTo>
                    <a:pt x="437" y="438"/>
                  </a:lnTo>
                  <a:close/>
                  <a:moveTo>
                    <a:pt x="0" y="1"/>
                  </a:moveTo>
                  <a:lnTo>
                    <a:pt x="0" y="5550"/>
                  </a:lnTo>
                  <a:lnTo>
                    <a:pt x="3390" y="5550"/>
                  </a:lnTo>
                  <a:cubicBezTo>
                    <a:pt x="4604" y="5550"/>
                    <a:pt x="5594" y="4560"/>
                    <a:pt x="5594" y="3346"/>
                  </a:cubicBezTo>
                  <a:lnTo>
                    <a:pt x="5594" y="2196"/>
                  </a:lnTo>
                  <a:cubicBezTo>
                    <a:pt x="5594" y="982"/>
                    <a:pt x="4604" y="1"/>
                    <a:pt x="339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51" name="Google Shape;451;p28"/>
            <p:cNvSpPr/>
            <p:nvPr/>
          </p:nvSpPr>
          <p:spPr>
            <a:xfrm>
              <a:off x="1403300" y="4333950"/>
              <a:ext cx="138725" cy="138750"/>
            </a:xfrm>
            <a:custGeom>
              <a:avLst/>
              <a:gdLst/>
              <a:ahLst/>
              <a:cxnLst/>
              <a:rect l="l" t="t" r="r" b="b"/>
              <a:pathLst>
                <a:path w="5549" h="5550" extrusionOk="0">
                  <a:moveTo>
                    <a:pt x="0" y="1"/>
                  </a:moveTo>
                  <a:lnTo>
                    <a:pt x="0" y="5550"/>
                  </a:lnTo>
                  <a:lnTo>
                    <a:pt x="5549" y="5550"/>
                  </a:lnTo>
                  <a:lnTo>
                    <a:pt x="554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sp>
        <p:nvSpPr>
          <p:cNvPr id="452" name="Google Shape;452;p28"/>
          <p:cNvSpPr txBox="1">
            <a:spLocks noGrp="1"/>
          </p:cNvSpPr>
          <p:nvPr>
            <p:ph type="body" idx="1"/>
          </p:nvPr>
        </p:nvSpPr>
        <p:spPr>
          <a:xfrm>
            <a:off x="457988" y="2115000"/>
            <a:ext cx="3893250" cy="2610000"/>
          </a:xfrm>
          <a:prstGeom prst="rect">
            <a:avLst/>
          </a:prstGeom>
          <a:noFill/>
          <a:ln>
            <a:noFill/>
          </a:ln>
        </p:spPr>
        <p:txBody>
          <a:bodyPr spcFirstLastPara="1" wrap="square" lIns="0" tIns="91425" rIns="91425" bIns="91425" anchor="t" anchorCtr="0">
            <a:noAutofit/>
          </a:bodyPr>
          <a:lstStyle>
            <a:lvl1pPr marL="228600" lvl="0" indent="-190500">
              <a:spcBef>
                <a:spcPts val="0"/>
              </a:spcBef>
              <a:spcAft>
                <a:spcPts val="0"/>
              </a:spcAft>
              <a:buSzPts val="2400"/>
              <a:buFont typeface="Archivo"/>
              <a:buChar char="■"/>
              <a:defRPr sz="1200">
                <a:latin typeface="Archivo"/>
                <a:ea typeface="Archivo"/>
                <a:cs typeface="Archivo"/>
                <a:sym typeface="Archivo"/>
              </a:defRPr>
            </a:lvl1pPr>
            <a:lvl2pPr marL="457200" lvl="1" indent="-190500">
              <a:spcBef>
                <a:spcPts val="0"/>
              </a:spcBef>
              <a:spcAft>
                <a:spcPts val="0"/>
              </a:spcAft>
              <a:buSzPts val="2400"/>
              <a:buFont typeface="Archivo"/>
              <a:buChar char="○"/>
              <a:defRPr sz="1200">
                <a:latin typeface="Archivo"/>
                <a:ea typeface="Archivo"/>
                <a:cs typeface="Archivo"/>
                <a:sym typeface="Archivo"/>
              </a:defRPr>
            </a:lvl2pPr>
            <a:lvl3pPr marL="685800" lvl="2" indent="-190500">
              <a:spcBef>
                <a:spcPts val="0"/>
              </a:spcBef>
              <a:spcAft>
                <a:spcPts val="0"/>
              </a:spcAft>
              <a:buSzPts val="2400"/>
              <a:buFont typeface="Archivo"/>
              <a:buChar char="■"/>
              <a:defRPr sz="1200">
                <a:latin typeface="Archivo"/>
                <a:ea typeface="Archivo"/>
                <a:cs typeface="Archivo"/>
                <a:sym typeface="Archivo"/>
              </a:defRPr>
            </a:lvl3pPr>
            <a:lvl4pPr marL="914400" lvl="3" indent="-190500">
              <a:spcBef>
                <a:spcPts val="0"/>
              </a:spcBef>
              <a:spcAft>
                <a:spcPts val="0"/>
              </a:spcAft>
              <a:buSzPts val="2400"/>
              <a:buFont typeface="Archivo"/>
              <a:buChar char="●"/>
              <a:defRPr sz="1200">
                <a:latin typeface="Archivo"/>
                <a:ea typeface="Archivo"/>
                <a:cs typeface="Archivo"/>
                <a:sym typeface="Archivo"/>
              </a:defRPr>
            </a:lvl4pPr>
            <a:lvl5pPr marL="1143000" lvl="4" indent="-190500">
              <a:spcBef>
                <a:spcPts val="0"/>
              </a:spcBef>
              <a:spcAft>
                <a:spcPts val="0"/>
              </a:spcAft>
              <a:buSzPts val="2400"/>
              <a:buFont typeface="Archivo"/>
              <a:buChar char="○"/>
              <a:defRPr sz="1200">
                <a:latin typeface="Archivo"/>
                <a:ea typeface="Archivo"/>
                <a:cs typeface="Archivo"/>
                <a:sym typeface="Archivo"/>
              </a:defRPr>
            </a:lvl5pPr>
            <a:lvl6pPr marL="1371600" lvl="5" indent="-190500">
              <a:spcBef>
                <a:spcPts val="0"/>
              </a:spcBef>
              <a:spcAft>
                <a:spcPts val="0"/>
              </a:spcAft>
              <a:buSzPts val="2400"/>
              <a:buFont typeface="Archivo"/>
              <a:buChar char="■"/>
              <a:defRPr sz="1200">
                <a:latin typeface="Archivo"/>
                <a:ea typeface="Archivo"/>
                <a:cs typeface="Archivo"/>
                <a:sym typeface="Archivo"/>
              </a:defRPr>
            </a:lvl6pPr>
            <a:lvl7pPr marL="1600200" lvl="6" indent="-190500">
              <a:spcBef>
                <a:spcPts val="0"/>
              </a:spcBef>
              <a:spcAft>
                <a:spcPts val="0"/>
              </a:spcAft>
              <a:buSzPts val="2400"/>
              <a:buFont typeface="Archivo"/>
              <a:buChar char="●"/>
              <a:defRPr sz="1200">
                <a:latin typeface="Archivo"/>
                <a:ea typeface="Archivo"/>
                <a:cs typeface="Archivo"/>
                <a:sym typeface="Archivo"/>
              </a:defRPr>
            </a:lvl7pPr>
            <a:lvl8pPr marL="1828800" lvl="7" indent="-190500">
              <a:spcBef>
                <a:spcPts val="0"/>
              </a:spcBef>
              <a:spcAft>
                <a:spcPts val="0"/>
              </a:spcAft>
              <a:buSzPts val="2400"/>
              <a:buFont typeface="Archivo"/>
              <a:buChar char="○"/>
              <a:defRPr sz="1200">
                <a:latin typeface="Archivo"/>
                <a:ea typeface="Archivo"/>
                <a:cs typeface="Archivo"/>
                <a:sym typeface="Archivo"/>
              </a:defRPr>
            </a:lvl8pPr>
            <a:lvl9pPr marL="2057400" lvl="8" indent="-190500">
              <a:spcBef>
                <a:spcPts val="0"/>
              </a:spcBef>
              <a:spcAft>
                <a:spcPts val="0"/>
              </a:spcAft>
              <a:buSzPts val="2400"/>
              <a:buFont typeface="Archivo"/>
              <a:buChar char="■"/>
              <a:defRPr sz="1200">
                <a:latin typeface="Archivo"/>
                <a:ea typeface="Archivo"/>
                <a:cs typeface="Archivo"/>
                <a:sym typeface="Archivo"/>
              </a:defRPr>
            </a:lvl9pPr>
          </a:lstStyle>
          <a:p>
            <a:endParaRPr/>
          </a:p>
        </p:txBody>
      </p:sp>
      <p:sp>
        <p:nvSpPr>
          <p:cNvPr id="453" name="Google Shape;453;p28"/>
          <p:cNvSpPr/>
          <p:nvPr/>
        </p:nvSpPr>
        <p:spPr>
          <a:xfrm>
            <a:off x="6195817" y="2112361"/>
            <a:ext cx="1041291" cy="515793"/>
          </a:xfrm>
          <a:custGeom>
            <a:avLst/>
            <a:gdLst/>
            <a:ahLst/>
            <a:cxnLst/>
            <a:rect l="l" t="t" r="r" b="b"/>
            <a:pathLst>
              <a:path w="8691" h="4305" extrusionOk="0">
                <a:moveTo>
                  <a:pt x="2425" y="1"/>
                </a:moveTo>
                <a:cubicBezTo>
                  <a:pt x="1995" y="70"/>
                  <a:pt x="1109" y="343"/>
                  <a:pt x="1109" y="343"/>
                </a:cubicBezTo>
                <a:cubicBezTo>
                  <a:pt x="1" y="1536"/>
                  <a:pt x="1707" y="3497"/>
                  <a:pt x="3767" y="4062"/>
                </a:cubicBezTo>
                <a:cubicBezTo>
                  <a:pt x="4392" y="4232"/>
                  <a:pt x="4946" y="4304"/>
                  <a:pt x="5429" y="4304"/>
                </a:cubicBezTo>
                <a:cubicBezTo>
                  <a:pt x="6539" y="4304"/>
                  <a:pt x="7266" y="3921"/>
                  <a:pt x="7584" y="3460"/>
                </a:cubicBezTo>
                <a:cubicBezTo>
                  <a:pt x="8691" y="1861"/>
                  <a:pt x="7888" y="373"/>
                  <a:pt x="5732" y="373"/>
                </a:cubicBezTo>
                <a:cubicBezTo>
                  <a:pt x="5573" y="373"/>
                  <a:pt x="5406" y="381"/>
                  <a:pt x="5232" y="398"/>
                </a:cubicBezTo>
                <a:cubicBezTo>
                  <a:pt x="5008" y="420"/>
                  <a:pt x="4794" y="429"/>
                  <a:pt x="4593" y="429"/>
                </a:cubicBezTo>
                <a:cubicBezTo>
                  <a:pt x="3235" y="429"/>
                  <a:pt x="2425" y="1"/>
                  <a:pt x="2425" y="1"/>
                </a:cubicBez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54" name="Google Shape;454;p28"/>
          <p:cNvSpPr/>
          <p:nvPr/>
        </p:nvSpPr>
        <p:spPr>
          <a:xfrm>
            <a:off x="5637131" y="2401349"/>
            <a:ext cx="670231" cy="918962"/>
          </a:xfrm>
          <a:custGeom>
            <a:avLst/>
            <a:gdLst/>
            <a:ahLst/>
            <a:cxnLst/>
            <a:rect l="l" t="t" r="r" b="b"/>
            <a:pathLst>
              <a:path w="5594" h="7670" extrusionOk="0">
                <a:moveTo>
                  <a:pt x="4624" y="1"/>
                </a:moveTo>
                <a:cubicBezTo>
                  <a:pt x="4301" y="1"/>
                  <a:pt x="3992" y="187"/>
                  <a:pt x="3851" y="502"/>
                </a:cubicBezTo>
                <a:lnTo>
                  <a:pt x="2064" y="4421"/>
                </a:lnTo>
                <a:lnTo>
                  <a:pt x="325" y="6229"/>
                </a:lnTo>
                <a:cubicBezTo>
                  <a:pt x="1" y="6568"/>
                  <a:pt x="12" y="7104"/>
                  <a:pt x="351" y="7432"/>
                </a:cubicBezTo>
                <a:cubicBezTo>
                  <a:pt x="515" y="7589"/>
                  <a:pt x="726" y="7669"/>
                  <a:pt x="941" y="7669"/>
                </a:cubicBezTo>
                <a:cubicBezTo>
                  <a:pt x="1164" y="7669"/>
                  <a:pt x="1386" y="7582"/>
                  <a:pt x="1554" y="7407"/>
                </a:cubicBezTo>
                <a:lnTo>
                  <a:pt x="3391" y="5496"/>
                </a:lnTo>
                <a:cubicBezTo>
                  <a:pt x="3461" y="5427"/>
                  <a:pt x="3515" y="5347"/>
                  <a:pt x="3555" y="5259"/>
                </a:cubicBezTo>
                <a:lnTo>
                  <a:pt x="5400" y="1205"/>
                </a:lnTo>
                <a:cubicBezTo>
                  <a:pt x="5593" y="779"/>
                  <a:pt x="5404" y="272"/>
                  <a:pt x="4977" y="79"/>
                </a:cubicBezTo>
                <a:cubicBezTo>
                  <a:pt x="4863" y="26"/>
                  <a:pt x="4743" y="1"/>
                  <a:pt x="4624" y="1"/>
                </a:cubicBezTo>
                <a:close/>
              </a:path>
            </a:pathLst>
          </a:custGeom>
          <a:solidFill>
            <a:srgbClr val="974335"/>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55" name="Google Shape;455;p28"/>
          <p:cNvSpPr/>
          <p:nvPr/>
        </p:nvSpPr>
        <p:spPr>
          <a:xfrm>
            <a:off x="5302974" y="3129688"/>
            <a:ext cx="529092" cy="294739"/>
          </a:xfrm>
          <a:custGeom>
            <a:avLst/>
            <a:gdLst/>
            <a:ahLst/>
            <a:cxnLst/>
            <a:rect l="l" t="t" r="r" b="b"/>
            <a:pathLst>
              <a:path w="4416" h="2460" extrusionOk="0">
                <a:moveTo>
                  <a:pt x="3216" y="1"/>
                </a:moveTo>
                <a:cubicBezTo>
                  <a:pt x="3216" y="1"/>
                  <a:pt x="1682" y="248"/>
                  <a:pt x="1357" y="252"/>
                </a:cubicBezTo>
                <a:cubicBezTo>
                  <a:pt x="1033" y="252"/>
                  <a:pt x="1499" y="763"/>
                  <a:pt x="2225" y="766"/>
                </a:cubicBezTo>
                <a:cubicBezTo>
                  <a:pt x="2225" y="766"/>
                  <a:pt x="1186" y="1441"/>
                  <a:pt x="591" y="1524"/>
                </a:cubicBezTo>
                <a:cubicBezTo>
                  <a:pt x="1" y="1608"/>
                  <a:pt x="602" y="2447"/>
                  <a:pt x="1656" y="2458"/>
                </a:cubicBezTo>
                <a:cubicBezTo>
                  <a:pt x="1735" y="2459"/>
                  <a:pt x="1812" y="2459"/>
                  <a:pt x="1888" y="2459"/>
                </a:cubicBezTo>
                <a:cubicBezTo>
                  <a:pt x="2824" y="2459"/>
                  <a:pt x="3519" y="2359"/>
                  <a:pt x="4416" y="1229"/>
                </a:cubicBezTo>
                <a:lnTo>
                  <a:pt x="3216" y="1"/>
                </a:lnTo>
                <a:close/>
              </a:path>
            </a:pathLst>
          </a:custGeom>
          <a:solidFill>
            <a:srgbClr val="974335"/>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56" name="Google Shape;456;p28"/>
          <p:cNvSpPr/>
          <p:nvPr/>
        </p:nvSpPr>
        <p:spPr>
          <a:xfrm>
            <a:off x="5526185" y="3239317"/>
            <a:ext cx="124605" cy="138144"/>
          </a:xfrm>
          <a:custGeom>
            <a:avLst/>
            <a:gdLst/>
            <a:ahLst/>
            <a:cxnLst/>
            <a:rect l="l" t="t" r="r" b="b"/>
            <a:pathLst>
              <a:path w="1040" h="1153" extrusionOk="0">
                <a:moveTo>
                  <a:pt x="117" y="1"/>
                </a:moveTo>
                <a:lnTo>
                  <a:pt x="1" y="70"/>
                </a:lnTo>
                <a:cubicBezTo>
                  <a:pt x="23" y="106"/>
                  <a:pt x="533" y="967"/>
                  <a:pt x="989" y="1153"/>
                </a:cubicBezTo>
                <a:lnTo>
                  <a:pt x="1040" y="1029"/>
                </a:lnTo>
                <a:cubicBezTo>
                  <a:pt x="628" y="857"/>
                  <a:pt x="125" y="12"/>
                  <a:pt x="117" y="1"/>
                </a:cubicBez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57" name="Google Shape;457;p28"/>
          <p:cNvSpPr/>
          <p:nvPr/>
        </p:nvSpPr>
        <p:spPr>
          <a:xfrm>
            <a:off x="5357130" y="3274303"/>
            <a:ext cx="199848" cy="92256"/>
          </a:xfrm>
          <a:custGeom>
            <a:avLst/>
            <a:gdLst/>
            <a:ahLst/>
            <a:cxnLst/>
            <a:rect l="l" t="t" r="r" b="b"/>
            <a:pathLst>
              <a:path w="1668" h="770" extrusionOk="0">
                <a:moveTo>
                  <a:pt x="1594" y="0"/>
                </a:moveTo>
                <a:cubicBezTo>
                  <a:pt x="1587" y="8"/>
                  <a:pt x="785" y="511"/>
                  <a:pt x="1" y="635"/>
                </a:cubicBezTo>
                <a:lnTo>
                  <a:pt x="23" y="770"/>
                </a:lnTo>
                <a:cubicBezTo>
                  <a:pt x="832" y="642"/>
                  <a:pt x="1634" y="139"/>
                  <a:pt x="1667" y="117"/>
                </a:cubicBezTo>
                <a:lnTo>
                  <a:pt x="1594" y="0"/>
                </a:ln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58" name="Google Shape;458;p28"/>
          <p:cNvSpPr/>
          <p:nvPr/>
        </p:nvSpPr>
        <p:spPr>
          <a:xfrm>
            <a:off x="5403018" y="3312762"/>
            <a:ext cx="181876" cy="96210"/>
          </a:xfrm>
          <a:custGeom>
            <a:avLst/>
            <a:gdLst/>
            <a:ahLst/>
            <a:cxnLst/>
            <a:rect l="l" t="t" r="r" b="b"/>
            <a:pathLst>
              <a:path w="1518" h="803" extrusionOk="0">
                <a:moveTo>
                  <a:pt x="1452" y="0"/>
                </a:moveTo>
                <a:cubicBezTo>
                  <a:pt x="1448" y="4"/>
                  <a:pt x="1437" y="11"/>
                  <a:pt x="1419" y="22"/>
                </a:cubicBezTo>
                <a:cubicBezTo>
                  <a:pt x="795" y="405"/>
                  <a:pt x="289" y="634"/>
                  <a:pt x="1" y="667"/>
                </a:cubicBezTo>
                <a:lnTo>
                  <a:pt x="15" y="802"/>
                </a:lnTo>
                <a:cubicBezTo>
                  <a:pt x="435" y="755"/>
                  <a:pt x="1120" y="365"/>
                  <a:pt x="1492" y="135"/>
                </a:cubicBezTo>
                <a:cubicBezTo>
                  <a:pt x="1506" y="128"/>
                  <a:pt x="1514" y="124"/>
                  <a:pt x="1517" y="120"/>
                </a:cubicBezTo>
                <a:lnTo>
                  <a:pt x="1452" y="0"/>
                </a:ln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59" name="Google Shape;459;p28"/>
          <p:cNvSpPr/>
          <p:nvPr/>
        </p:nvSpPr>
        <p:spPr>
          <a:xfrm>
            <a:off x="5481255" y="3344992"/>
            <a:ext cx="135508" cy="86265"/>
          </a:xfrm>
          <a:custGeom>
            <a:avLst/>
            <a:gdLst/>
            <a:ahLst/>
            <a:cxnLst/>
            <a:rect l="l" t="t" r="r" b="b"/>
            <a:pathLst>
              <a:path w="1131" h="720" extrusionOk="0">
                <a:moveTo>
                  <a:pt x="1047" y="1"/>
                </a:moveTo>
                <a:cubicBezTo>
                  <a:pt x="1039" y="5"/>
                  <a:pt x="394" y="500"/>
                  <a:pt x="0" y="588"/>
                </a:cubicBezTo>
                <a:lnTo>
                  <a:pt x="29" y="719"/>
                </a:lnTo>
                <a:cubicBezTo>
                  <a:pt x="452" y="628"/>
                  <a:pt x="1101" y="128"/>
                  <a:pt x="1130" y="107"/>
                </a:cubicBezTo>
                <a:lnTo>
                  <a:pt x="1047" y="1"/>
                </a:ln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60" name="Google Shape;460;p28"/>
          <p:cNvSpPr/>
          <p:nvPr/>
        </p:nvSpPr>
        <p:spPr>
          <a:xfrm>
            <a:off x="5563327" y="3216194"/>
            <a:ext cx="127241" cy="54755"/>
          </a:xfrm>
          <a:custGeom>
            <a:avLst/>
            <a:gdLst/>
            <a:ahLst/>
            <a:cxnLst/>
            <a:rect l="l" t="t" r="r" b="b"/>
            <a:pathLst>
              <a:path w="1062" h="457" extrusionOk="0">
                <a:moveTo>
                  <a:pt x="106" y="0"/>
                </a:moveTo>
                <a:lnTo>
                  <a:pt x="1" y="84"/>
                </a:lnTo>
                <a:cubicBezTo>
                  <a:pt x="4" y="92"/>
                  <a:pt x="296" y="456"/>
                  <a:pt x="752" y="456"/>
                </a:cubicBezTo>
                <a:cubicBezTo>
                  <a:pt x="850" y="456"/>
                  <a:pt x="952" y="438"/>
                  <a:pt x="1062" y="401"/>
                </a:cubicBezTo>
                <a:lnTo>
                  <a:pt x="1014" y="274"/>
                </a:lnTo>
                <a:cubicBezTo>
                  <a:pt x="921" y="306"/>
                  <a:pt x="833" y="320"/>
                  <a:pt x="751" y="320"/>
                </a:cubicBezTo>
                <a:cubicBezTo>
                  <a:pt x="365" y="320"/>
                  <a:pt x="121" y="18"/>
                  <a:pt x="106" y="0"/>
                </a:cubicBez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61" name="Google Shape;461;p28"/>
          <p:cNvSpPr/>
          <p:nvPr/>
        </p:nvSpPr>
        <p:spPr>
          <a:xfrm>
            <a:off x="6008430" y="2391764"/>
            <a:ext cx="287550" cy="327927"/>
          </a:xfrm>
          <a:custGeom>
            <a:avLst/>
            <a:gdLst/>
            <a:ahLst/>
            <a:cxnLst/>
            <a:rect l="l" t="t" r="r" b="b"/>
            <a:pathLst>
              <a:path w="2400" h="2737" extrusionOk="0">
                <a:moveTo>
                  <a:pt x="1372" y="0"/>
                </a:moveTo>
                <a:cubicBezTo>
                  <a:pt x="985" y="0"/>
                  <a:pt x="626" y="246"/>
                  <a:pt x="500" y="633"/>
                </a:cubicBezTo>
                <a:lnTo>
                  <a:pt x="1" y="2171"/>
                </a:lnTo>
                <a:lnTo>
                  <a:pt x="1743" y="2736"/>
                </a:lnTo>
                <a:lnTo>
                  <a:pt x="2243" y="1198"/>
                </a:lnTo>
                <a:cubicBezTo>
                  <a:pt x="2400" y="717"/>
                  <a:pt x="2137" y="199"/>
                  <a:pt x="1656" y="46"/>
                </a:cubicBezTo>
                <a:cubicBezTo>
                  <a:pt x="1562" y="15"/>
                  <a:pt x="1466" y="0"/>
                  <a:pt x="1372" y="0"/>
                </a:cubicBezTo>
                <a:close/>
              </a:path>
            </a:pathLst>
          </a:custGeom>
          <a:solidFill>
            <a:schemeClr val="accent2"/>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62" name="Google Shape;462;p28"/>
          <p:cNvSpPr/>
          <p:nvPr/>
        </p:nvSpPr>
        <p:spPr>
          <a:xfrm>
            <a:off x="5817090" y="2916063"/>
            <a:ext cx="1041530" cy="2105106"/>
          </a:xfrm>
          <a:custGeom>
            <a:avLst/>
            <a:gdLst/>
            <a:ahLst/>
            <a:cxnLst/>
            <a:rect l="l" t="t" r="r" b="b"/>
            <a:pathLst>
              <a:path w="8693" h="17570" extrusionOk="0">
                <a:moveTo>
                  <a:pt x="3588" y="1"/>
                </a:moveTo>
                <a:cubicBezTo>
                  <a:pt x="2907" y="1"/>
                  <a:pt x="2323" y="497"/>
                  <a:pt x="2210" y="1171"/>
                </a:cubicBezTo>
                <a:lnTo>
                  <a:pt x="1022" y="8444"/>
                </a:lnTo>
                <a:cubicBezTo>
                  <a:pt x="1018" y="8463"/>
                  <a:pt x="1014" y="8481"/>
                  <a:pt x="1014" y="8499"/>
                </a:cubicBezTo>
                <a:lnTo>
                  <a:pt x="96" y="15965"/>
                </a:lnTo>
                <a:cubicBezTo>
                  <a:pt x="1" y="16731"/>
                  <a:pt x="544" y="17427"/>
                  <a:pt x="1310" y="17522"/>
                </a:cubicBezTo>
                <a:cubicBezTo>
                  <a:pt x="1366" y="17529"/>
                  <a:pt x="1422" y="17532"/>
                  <a:pt x="1477" y="17532"/>
                </a:cubicBezTo>
                <a:cubicBezTo>
                  <a:pt x="2175" y="17532"/>
                  <a:pt x="2779" y="17014"/>
                  <a:pt x="2866" y="16304"/>
                </a:cubicBezTo>
                <a:lnTo>
                  <a:pt x="3782" y="8867"/>
                </a:lnTo>
                <a:lnTo>
                  <a:pt x="4773" y="2790"/>
                </a:lnTo>
                <a:lnTo>
                  <a:pt x="5134" y="2790"/>
                </a:lnTo>
                <a:lnTo>
                  <a:pt x="5484" y="8546"/>
                </a:lnTo>
                <a:lnTo>
                  <a:pt x="5867" y="16246"/>
                </a:lnTo>
                <a:cubicBezTo>
                  <a:pt x="5903" y="16990"/>
                  <a:pt x="6519" y="17569"/>
                  <a:pt x="7260" y="17569"/>
                </a:cubicBezTo>
                <a:lnTo>
                  <a:pt x="7329" y="17569"/>
                </a:lnTo>
                <a:cubicBezTo>
                  <a:pt x="8098" y="17533"/>
                  <a:pt x="8692" y="16877"/>
                  <a:pt x="8652" y="16108"/>
                </a:cubicBezTo>
                <a:lnTo>
                  <a:pt x="8273" y="8401"/>
                </a:lnTo>
                <a:lnTo>
                  <a:pt x="8273" y="8382"/>
                </a:lnTo>
                <a:lnTo>
                  <a:pt x="7839" y="1310"/>
                </a:lnTo>
                <a:cubicBezTo>
                  <a:pt x="7796" y="573"/>
                  <a:pt x="7183" y="1"/>
                  <a:pt x="6447" y="1"/>
                </a:cubicBezTo>
                <a:close/>
              </a:path>
            </a:pathLst>
          </a:custGeom>
          <a:solidFill>
            <a:srgbClr val="974335"/>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63" name="Google Shape;463;p28"/>
          <p:cNvSpPr/>
          <p:nvPr/>
        </p:nvSpPr>
        <p:spPr>
          <a:xfrm>
            <a:off x="6296340" y="2102776"/>
            <a:ext cx="249929" cy="249929"/>
          </a:xfrm>
          <a:custGeom>
            <a:avLst/>
            <a:gdLst/>
            <a:ahLst/>
            <a:cxnLst/>
            <a:rect l="l" t="t" r="r" b="b"/>
            <a:pathLst>
              <a:path w="2086" h="2086" extrusionOk="0">
                <a:moveTo>
                  <a:pt x="1043" y="0"/>
                </a:moveTo>
                <a:cubicBezTo>
                  <a:pt x="467" y="0"/>
                  <a:pt x="0" y="467"/>
                  <a:pt x="0" y="1043"/>
                </a:cubicBezTo>
                <a:cubicBezTo>
                  <a:pt x="0" y="1619"/>
                  <a:pt x="467" y="2086"/>
                  <a:pt x="1043" y="2086"/>
                </a:cubicBezTo>
                <a:cubicBezTo>
                  <a:pt x="1619" y="2086"/>
                  <a:pt x="2086" y="1619"/>
                  <a:pt x="2086" y="1043"/>
                </a:cubicBezTo>
                <a:cubicBezTo>
                  <a:pt x="2086" y="467"/>
                  <a:pt x="1619" y="0"/>
                  <a:pt x="1043" y="0"/>
                </a:cubicBezTo>
                <a:close/>
              </a:path>
            </a:pathLst>
          </a:custGeom>
          <a:solidFill>
            <a:srgbClr val="974335"/>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64" name="Google Shape;464;p28"/>
          <p:cNvSpPr/>
          <p:nvPr/>
        </p:nvSpPr>
        <p:spPr>
          <a:xfrm>
            <a:off x="6171855" y="2398473"/>
            <a:ext cx="498900" cy="462716"/>
          </a:xfrm>
          <a:custGeom>
            <a:avLst/>
            <a:gdLst/>
            <a:ahLst/>
            <a:cxnLst/>
            <a:rect l="l" t="t" r="r" b="b"/>
            <a:pathLst>
              <a:path w="4164" h="3862" extrusionOk="0">
                <a:moveTo>
                  <a:pt x="0" y="1"/>
                </a:moveTo>
                <a:lnTo>
                  <a:pt x="0" y="3180"/>
                </a:lnTo>
                <a:cubicBezTo>
                  <a:pt x="0" y="3555"/>
                  <a:pt x="306" y="3861"/>
                  <a:pt x="682" y="3861"/>
                </a:cubicBezTo>
                <a:lnTo>
                  <a:pt x="3482" y="3861"/>
                </a:lnTo>
                <a:cubicBezTo>
                  <a:pt x="3861" y="3861"/>
                  <a:pt x="4164" y="3555"/>
                  <a:pt x="4164" y="3180"/>
                </a:cubicBezTo>
                <a:lnTo>
                  <a:pt x="4164" y="1"/>
                </a:lnTo>
                <a:close/>
              </a:path>
            </a:pathLst>
          </a:custGeom>
          <a:solidFill>
            <a:schemeClr val="accent2"/>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65" name="Google Shape;465;p28"/>
          <p:cNvSpPr/>
          <p:nvPr/>
        </p:nvSpPr>
        <p:spPr>
          <a:xfrm>
            <a:off x="5935944" y="2911271"/>
            <a:ext cx="886852" cy="833176"/>
          </a:xfrm>
          <a:custGeom>
            <a:avLst/>
            <a:gdLst/>
            <a:ahLst/>
            <a:cxnLst/>
            <a:rect l="l" t="t" r="r" b="b"/>
            <a:pathLst>
              <a:path w="7402" h="6954" extrusionOk="0">
                <a:moveTo>
                  <a:pt x="2308" y="1"/>
                </a:moveTo>
                <a:cubicBezTo>
                  <a:pt x="1535" y="1"/>
                  <a:pt x="883" y="569"/>
                  <a:pt x="777" y="1335"/>
                </a:cubicBezTo>
                <a:lnTo>
                  <a:pt x="1" y="6953"/>
                </a:lnTo>
                <a:lnTo>
                  <a:pt x="7401" y="6953"/>
                </a:lnTo>
                <a:lnTo>
                  <a:pt x="7190" y="1758"/>
                </a:lnTo>
                <a:cubicBezTo>
                  <a:pt x="7099" y="624"/>
                  <a:pt x="6599" y="1"/>
                  <a:pt x="5662" y="1"/>
                </a:cubicBezTo>
                <a:close/>
              </a:path>
            </a:pathLst>
          </a:custGeom>
          <a:solidFill>
            <a:schemeClr val="accent2"/>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66" name="Google Shape;466;p28"/>
          <p:cNvSpPr/>
          <p:nvPr/>
        </p:nvSpPr>
        <p:spPr>
          <a:xfrm>
            <a:off x="6582811" y="2401349"/>
            <a:ext cx="695512" cy="804062"/>
          </a:xfrm>
          <a:custGeom>
            <a:avLst/>
            <a:gdLst/>
            <a:ahLst/>
            <a:cxnLst/>
            <a:rect l="l" t="t" r="r" b="b"/>
            <a:pathLst>
              <a:path w="5805" h="6711" extrusionOk="0">
                <a:moveTo>
                  <a:pt x="960" y="1"/>
                </a:moveTo>
                <a:cubicBezTo>
                  <a:pt x="709" y="1"/>
                  <a:pt x="460" y="111"/>
                  <a:pt x="293" y="323"/>
                </a:cubicBezTo>
                <a:cubicBezTo>
                  <a:pt x="1" y="691"/>
                  <a:pt x="59" y="1227"/>
                  <a:pt x="427" y="1519"/>
                </a:cubicBezTo>
                <a:lnTo>
                  <a:pt x="3603" y="4042"/>
                </a:lnTo>
                <a:lnTo>
                  <a:pt x="2210" y="5205"/>
                </a:lnTo>
                <a:cubicBezTo>
                  <a:pt x="1849" y="5507"/>
                  <a:pt x="1798" y="6043"/>
                  <a:pt x="2101" y="6404"/>
                </a:cubicBezTo>
                <a:cubicBezTo>
                  <a:pt x="2269" y="6605"/>
                  <a:pt x="2509" y="6710"/>
                  <a:pt x="2753" y="6710"/>
                </a:cubicBezTo>
                <a:cubicBezTo>
                  <a:pt x="2947" y="6710"/>
                  <a:pt x="3140" y="6645"/>
                  <a:pt x="3300" y="6513"/>
                </a:cubicBezTo>
                <a:lnTo>
                  <a:pt x="5499" y="4680"/>
                </a:lnTo>
                <a:cubicBezTo>
                  <a:pt x="5692" y="4516"/>
                  <a:pt x="5805" y="4271"/>
                  <a:pt x="5801" y="4016"/>
                </a:cubicBezTo>
                <a:cubicBezTo>
                  <a:pt x="5801" y="3757"/>
                  <a:pt x="5681" y="3517"/>
                  <a:pt x="5480" y="3360"/>
                </a:cubicBezTo>
                <a:lnTo>
                  <a:pt x="1488" y="184"/>
                </a:lnTo>
                <a:cubicBezTo>
                  <a:pt x="1332" y="61"/>
                  <a:pt x="1146" y="1"/>
                  <a:pt x="960" y="1"/>
                </a:cubicBezTo>
                <a:close/>
              </a:path>
            </a:pathLst>
          </a:custGeom>
          <a:solidFill>
            <a:srgbClr val="974335"/>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67" name="Google Shape;467;p28"/>
          <p:cNvSpPr/>
          <p:nvPr/>
        </p:nvSpPr>
        <p:spPr>
          <a:xfrm>
            <a:off x="6565678" y="3000890"/>
            <a:ext cx="439233" cy="311513"/>
          </a:xfrm>
          <a:custGeom>
            <a:avLst/>
            <a:gdLst/>
            <a:ahLst/>
            <a:cxnLst/>
            <a:rect l="l" t="t" r="r" b="b"/>
            <a:pathLst>
              <a:path w="3666" h="2600" extrusionOk="0">
                <a:moveTo>
                  <a:pt x="2594" y="0"/>
                </a:moveTo>
                <a:cubicBezTo>
                  <a:pt x="2594" y="0"/>
                  <a:pt x="1599" y="693"/>
                  <a:pt x="767" y="1054"/>
                </a:cubicBezTo>
                <a:cubicBezTo>
                  <a:pt x="445" y="1192"/>
                  <a:pt x="468" y="1234"/>
                  <a:pt x="617" y="1234"/>
                </a:cubicBezTo>
                <a:cubicBezTo>
                  <a:pt x="854" y="1234"/>
                  <a:pt x="1412" y="1127"/>
                  <a:pt x="1413" y="1127"/>
                </a:cubicBezTo>
                <a:lnTo>
                  <a:pt x="1413" y="1127"/>
                </a:lnTo>
                <a:cubicBezTo>
                  <a:pt x="1413" y="1127"/>
                  <a:pt x="727" y="1677"/>
                  <a:pt x="355" y="1867"/>
                </a:cubicBezTo>
                <a:cubicBezTo>
                  <a:pt x="1" y="2044"/>
                  <a:pt x="986" y="2600"/>
                  <a:pt x="1550" y="2600"/>
                </a:cubicBezTo>
                <a:cubicBezTo>
                  <a:pt x="1577" y="2600"/>
                  <a:pt x="1603" y="2599"/>
                  <a:pt x="1628" y="2596"/>
                </a:cubicBezTo>
                <a:cubicBezTo>
                  <a:pt x="2175" y="2541"/>
                  <a:pt x="3312" y="1776"/>
                  <a:pt x="3666" y="1283"/>
                </a:cubicBezTo>
                <a:lnTo>
                  <a:pt x="2594" y="0"/>
                </a:lnTo>
                <a:close/>
              </a:path>
            </a:pathLst>
          </a:custGeom>
          <a:solidFill>
            <a:srgbClr val="974335"/>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68" name="Google Shape;468;p28"/>
          <p:cNvSpPr/>
          <p:nvPr/>
        </p:nvSpPr>
        <p:spPr>
          <a:xfrm>
            <a:off x="6623907" y="3183844"/>
            <a:ext cx="155637" cy="92735"/>
          </a:xfrm>
          <a:custGeom>
            <a:avLst/>
            <a:gdLst/>
            <a:ahLst/>
            <a:cxnLst/>
            <a:rect l="l" t="t" r="r" b="b"/>
            <a:pathLst>
              <a:path w="1299" h="774" extrusionOk="0">
                <a:moveTo>
                  <a:pt x="1211" y="1"/>
                </a:moveTo>
                <a:cubicBezTo>
                  <a:pt x="839" y="314"/>
                  <a:pt x="8" y="642"/>
                  <a:pt x="1" y="646"/>
                </a:cubicBezTo>
                <a:lnTo>
                  <a:pt x="52" y="774"/>
                </a:lnTo>
                <a:cubicBezTo>
                  <a:pt x="84" y="759"/>
                  <a:pt x="908" y="431"/>
                  <a:pt x="1298" y="106"/>
                </a:cubicBezTo>
                <a:lnTo>
                  <a:pt x="1211" y="1"/>
                </a:ln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69" name="Google Shape;469;p28"/>
          <p:cNvSpPr/>
          <p:nvPr/>
        </p:nvSpPr>
        <p:spPr>
          <a:xfrm>
            <a:off x="6663206" y="3213078"/>
            <a:ext cx="172650" cy="85786"/>
          </a:xfrm>
          <a:custGeom>
            <a:avLst/>
            <a:gdLst/>
            <a:ahLst/>
            <a:cxnLst/>
            <a:rect l="l" t="t" r="r" b="b"/>
            <a:pathLst>
              <a:path w="1441" h="716" extrusionOk="0">
                <a:moveTo>
                  <a:pt x="1353" y="1"/>
                </a:moveTo>
                <a:cubicBezTo>
                  <a:pt x="916" y="376"/>
                  <a:pt x="114" y="570"/>
                  <a:pt x="23" y="581"/>
                </a:cubicBezTo>
                <a:lnTo>
                  <a:pt x="30" y="650"/>
                </a:lnTo>
                <a:lnTo>
                  <a:pt x="1" y="712"/>
                </a:lnTo>
                <a:cubicBezTo>
                  <a:pt x="4" y="712"/>
                  <a:pt x="12" y="715"/>
                  <a:pt x="19" y="715"/>
                </a:cubicBezTo>
                <a:cubicBezTo>
                  <a:pt x="172" y="715"/>
                  <a:pt x="1014" y="471"/>
                  <a:pt x="1441" y="107"/>
                </a:cubicBezTo>
                <a:lnTo>
                  <a:pt x="1353" y="1"/>
                </a:ln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70" name="Google Shape;470;p28"/>
          <p:cNvSpPr/>
          <p:nvPr/>
        </p:nvSpPr>
        <p:spPr>
          <a:xfrm>
            <a:off x="6709573" y="3241115"/>
            <a:ext cx="157793" cy="73925"/>
          </a:xfrm>
          <a:custGeom>
            <a:avLst/>
            <a:gdLst/>
            <a:ahLst/>
            <a:cxnLst/>
            <a:rect l="l" t="t" r="r" b="b"/>
            <a:pathLst>
              <a:path w="1317" h="617" extrusionOk="0">
                <a:moveTo>
                  <a:pt x="1225" y="0"/>
                </a:moveTo>
                <a:cubicBezTo>
                  <a:pt x="823" y="370"/>
                  <a:pt x="136" y="482"/>
                  <a:pt x="30" y="482"/>
                </a:cubicBezTo>
                <a:cubicBezTo>
                  <a:pt x="29" y="482"/>
                  <a:pt x="27" y="482"/>
                  <a:pt x="26" y="481"/>
                </a:cubicBezTo>
                <a:lnTo>
                  <a:pt x="15" y="547"/>
                </a:lnTo>
                <a:lnTo>
                  <a:pt x="0" y="613"/>
                </a:lnTo>
                <a:cubicBezTo>
                  <a:pt x="4" y="613"/>
                  <a:pt x="11" y="616"/>
                  <a:pt x="22" y="616"/>
                </a:cubicBezTo>
                <a:cubicBezTo>
                  <a:pt x="164" y="616"/>
                  <a:pt x="882" y="503"/>
                  <a:pt x="1316" y="102"/>
                </a:cubicBezTo>
                <a:lnTo>
                  <a:pt x="1225" y="0"/>
                </a:ln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71" name="Google Shape;471;p28"/>
          <p:cNvSpPr/>
          <p:nvPr/>
        </p:nvSpPr>
        <p:spPr>
          <a:xfrm>
            <a:off x="6577660" y="2389487"/>
            <a:ext cx="340747" cy="319660"/>
          </a:xfrm>
          <a:custGeom>
            <a:avLst/>
            <a:gdLst/>
            <a:ahLst/>
            <a:cxnLst/>
            <a:rect l="l" t="t" r="r" b="b"/>
            <a:pathLst>
              <a:path w="2844" h="2668" extrusionOk="0">
                <a:moveTo>
                  <a:pt x="1024" y="0"/>
                </a:moveTo>
                <a:cubicBezTo>
                  <a:pt x="768" y="0"/>
                  <a:pt x="513" y="107"/>
                  <a:pt x="332" y="316"/>
                </a:cubicBezTo>
                <a:cubicBezTo>
                  <a:pt x="0" y="699"/>
                  <a:pt x="40" y="1275"/>
                  <a:pt x="419" y="1607"/>
                </a:cubicBezTo>
                <a:lnTo>
                  <a:pt x="1641" y="2668"/>
                </a:lnTo>
                <a:lnTo>
                  <a:pt x="2844" y="1286"/>
                </a:lnTo>
                <a:lnTo>
                  <a:pt x="1623" y="225"/>
                </a:lnTo>
                <a:cubicBezTo>
                  <a:pt x="1450" y="74"/>
                  <a:pt x="1237" y="0"/>
                  <a:pt x="1024" y="0"/>
                </a:cubicBezTo>
                <a:close/>
              </a:path>
            </a:pathLst>
          </a:custGeom>
          <a:solidFill>
            <a:schemeClr val="accent2"/>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72" name="Google Shape;472;p28"/>
          <p:cNvSpPr/>
          <p:nvPr/>
        </p:nvSpPr>
        <p:spPr>
          <a:xfrm>
            <a:off x="6357923" y="2100500"/>
            <a:ext cx="190981" cy="119214"/>
          </a:xfrm>
          <a:custGeom>
            <a:avLst/>
            <a:gdLst/>
            <a:ahLst/>
            <a:cxnLst/>
            <a:rect l="l" t="t" r="r" b="b"/>
            <a:pathLst>
              <a:path w="1594" h="995" extrusionOk="0">
                <a:moveTo>
                  <a:pt x="608" y="1"/>
                </a:moveTo>
                <a:cubicBezTo>
                  <a:pt x="383" y="1"/>
                  <a:pt x="165" y="64"/>
                  <a:pt x="0" y="162"/>
                </a:cubicBezTo>
                <a:cubicBezTo>
                  <a:pt x="0" y="162"/>
                  <a:pt x="591" y="994"/>
                  <a:pt x="1401" y="994"/>
                </a:cubicBezTo>
                <a:cubicBezTo>
                  <a:pt x="1457" y="994"/>
                  <a:pt x="1514" y="990"/>
                  <a:pt x="1572" y="982"/>
                </a:cubicBezTo>
                <a:cubicBezTo>
                  <a:pt x="1572" y="982"/>
                  <a:pt x="1594" y="457"/>
                  <a:pt x="1214" y="187"/>
                </a:cubicBezTo>
                <a:cubicBezTo>
                  <a:pt x="1033" y="55"/>
                  <a:pt x="818" y="1"/>
                  <a:pt x="608" y="1"/>
                </a:cubicBez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73" name="Google Shape;473;p28"/>
          <p:cNvSpPr/>
          <p:nvPr/>
        </p:nvSpPr>
        <p:spPr>
          <a:xfrm>
            <a:off x="5825477" y="4624470"/>
            <a:ext cx="365668" cy="183074"/>
          </a:xfrm>
          <a:custGeom>
            <a:avLst/>
            <a:gdLst/>
            <a:ahLst/>
            <a:cxnLst/>
            <a:rect l="l" t="t" r="r" b="b"/>
            <a:pathLst>
              <a:path w="3052" h="1528" extrusionOk="0">
                <a:moveTo>
                  <a:pt x="215" y="0"/>
                </a:moveTo>
                <a:lnTo>
                  <a:pt x="0" y="1528"/>
                </a:lnTo>
                <a:lnTo>
                  <a:pt x="2891" y="1528"/>
                </a:lnTo>
                <a:lnTo>
                  <a:pt x="3052" y="0"/>
                </a:ln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74" name="Google Shape;474;p28"/>
          <p:cNvSpPr/>
          <p:nvPr/>
        </p:nvSpPr>
        <p:spPr>
          <a:xfrm>
            <a:off x="5817090" y="4616562"/>
            <a:ext cx="381962" cy="198889"/>
          </a:xfrm>
          <a:custGeom>
            <a:avLst/>
            <a:gdLst/>
            <a:ahLst/>
            <a:cxnLst/>
            <a:rect l="l" t="t" r="r" b="b"/>
            <a:pathLst>
              <a:path w="3188" h="1660" extrusionOk="0">
                <a:moveTo>
                  <a:pt x="3049" y="135"/>
                </a:moveTo>
                <a:lnTo>
                  <a:pt x="2903" y="1528"/>
                </a:lnTo>
                <a:lnTo>
                  <a:pt x="147" y="1528"/>
                </a:lnTo>
                <a:lnTo>
                  <a:pt x="344" y="135"/>
                </a:lnTo>
                <a:close/>
                <a:moveTo>
                  <a:pt x="285" y="1"/>
                </a:moveTo>
                <a:cubicBezTo>
                  <a:pt x="252" y="1"/>
                  <a:pt x="227" y="26"/>
                  <a:pt x="220" y="59"/>
                </a:cubicBezTo>
                <a:lnTo>
                  <a:pt x="5" y="1583"/>
                </a:lnTo>
                <a:cubicBezTo>
                  <a:pt x="1" y="1605"/>
                  <a:pt x="8" y="1623"/>
                  <a:pt x="19" y="1637"/>
                </a:cubicBezTo>
                <a:cubicBezTo>
                  <a:pt x="30" y="1652"/>
                  <a:pt x="48" y="1659"/>
                  <a:pt x="70" y="1659"/>
                </a:cubicBezTo>
                <a:lnTo>
                  <a:pt x="2961" y="1659"/>
                </a:lnTo>
                <a:cubicBezTo>
                  <a:pt x="2998" y="1659"/>
                  <a:pt x="3023" y="1634"/>
                  <a:pt x="3027" y="1601"/>
                </a:cubicBezTo>
                <a:lnTo>
                  <a:pt x="3187" y="73"/>
                </a:lnTo>
                <a:cubicBezTo>
                  <a:pt x="3187" y="55"/>
                  <a:pt x="3184" y="37"/>
                  <a:pt x="3169" y="22"/>
                </a:cubicBezTo>
                <a:cubicBezTo>
                  <a:pt x="3158" y="8"/>
                  <a:pt x="3140" y="1"/>
                  <a:pt x="3122" y="1"/>
                </a:cubicBezTo>
                <a:close/>
              </a:path>
            </a:pathLst>
          </a:custGeom>
          <a:solidFill>
            <a:srgbClr val="52458C"/>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75" name="Google Shape;475;p28"/>
          <p:cNvSpPr/>
          <p:nvPr/>
        </p:nvSpPr>
        <p:spPr>
          <a:xfrm>
            <a:off x="6507330" y="4624470"/>
            <a:ext cx="350452" cy="183074"/>
          </a:xfrm>
          <a:custGeom>
            <a:avLst/>
            <a:gdLst/>
            <a:ahLst/>
            <a:cxnLst/>
            <a:rect l="l" t="t" r="r" b="b"/>
            <a:pathLst>
              <a:path w="2925" h="1528" extrusionOk="0">
                <a:moveTo>
                  <a:pt x="0" y="0"/>
                </a:moveTo>
                <a:lnTo>
                  <a:pt x="102" y="1528"/>
                </a:lnTo>
                <a:lnTo>
                  <a:pt x="2924" y="1528"/>
                </a:lnTo>
                <a:lnTo>
                  <a:pt x="2866" y="0"/>
                </a:ln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76" name="Google Shape;476;p28"/>
          <p:cNvSpPr/>
          <p:nvPr/>
        </p:nvSpPr>
        <p:spPr>
          <a:xfrm>
            <a:off x="6498943" y="4616562"/>
            <a:ext cx="367106" cy="198889"/>
          </a:xfrm>
          <a:custGeom>
            <a:avLst/>
            <a:gdLst/>
            <a:ahLst/>
            <a:cxnLst/>
            <a:rect l="l" t="t" r="r" b="b"/>
            <a:pathLst>
              <a:path w="3064" h="1660" extrusionOk="0">
                <a:moveTo>
                  <a:pt x="2874" y="135"/>
                </a:moveTo>
                <a:lnTo>
                  <a:pt x="2925" y="1528"/>
                </a:lnTo>
                <a:lnTo>
                  <a:pt x="234" y="1528"/>
                </a:lnTo>
                <a:lnTo>
                  <a:pt x="139" y="135"/>
                </a:lnTo>
                <a:close/>
                <a:moveTo>
                  <a:pt x="70" y="1"/>
                </a:moveTo>
                <a:cubicBezTo>
                  <a:pt x="52" y="1"/>
                  <a:pt x="34" y="8"/>
                  <a:pt x="19" y="22"/>
                </a:cubicBezTo>
                <a:cubicBezTo>
                  <a:pt x="8" y="37"/>
                  <a:pt x="1" y="55"/>
                  <a:pt x="5" y="73"/>
                </a:cubicBezTo>
                <a:lnTo>
                  <a:pt x="107" y="1597"/>
                </a:lnTo>
                <a:cubicBezTo>
                  <a:pt x="110" y="1634"/>
                  <a:pt x="139" y="1659"/>
                  <a:pt x="172" y="1659"/>
                </a:cubicBezTo>
                <a:lnTo>
                  <a:pt x="2994" y="1659"/>
                </a:lnTo>
                <a:cubicBezTo>
                  <a:pt x="3012" y="1659"/>
                  <a:pt x="3031" y="1652"/>
                  <a:pt x="3041" y="1641"/>
                </a:cubicBezTo>
                <a:cubicBezTo>
                  <a:pt x="3056" y="1627"/>
                  <a:pt x="3063" y="1608"/>
                  <a:pt x="3060" y="1590"/>
                </a:cubicBezTo>
                <a:lnTo>
                  <a:pt x="3001" y="66"/>
                </a:lnTo>
                <a:cubicBezTo>
                  <a:pt x="3001" y="30"/>
                  <a:pt x="2972" y="1"/>
                  <a:pt x="2936" y="1"/>
                </a:cubicBezTo>
                <a:close/>
              </a:path>
            </a:pathLst>
          </a:custGeom>
          <a:solidFill>
            <a:srgbClr val="52458C"/>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77" name="Google Shape;477;p28"/>
          <p:cNvSpPr/>
          <p:nvPr/>
        </p:nvSpPr>
        <p:spPr>
          <a:xfrm>
            <a:off x="6248295" y="2162562"/>
            <a:ext cx="111066" cy="111066"/>
          </a:xfrm>
          <a:custGeom>
            <a:avLst/>
            <a:gdLst/>
            <a:ahLst/>
            <a:cxnLst/>
            <a:rect l="l" t="t" r="r" b="b"/>
            <a:pathLst>
              <a:path w="927" h="927" extrusionOk="0">
                <a:moveTo>
                  <a:pt x="463" y="139"/>
                </a:moveTo>
                <a:cubicBezTo>
                  <a:pt x="642" y="139"/>
                  <a:pt x="788" y="285"/>
                  <a:pt x="788" y="464"/>
                </a:cubicBezTo>
                <a:cubicBezTo>
                  <a:pt x="788" y="643"/>
                  <a:pt x="642" y="788"/>
                  <a:pt x="463" y="788"/>
                </a:cubicBezTo>
                <a:cubicBezTo>
                  <a:pt x="285" y="788"/>
                  <a:pt x="139" y="643"/>
                  <a:pt x="139" y="464"/>
                </a:cubicBezTo>
                <a:cubicBezTo>
                  <a:pt x="139" y="285"/>
                  <a:pt x="285" y="139"/>
                  <a:pt x="463" y="139"/>
                </a:cubicBezTo>
                <a:close/>
                <a:moveTo>
                  <a:pt x="463" y="1"/>
                </a:moveTo>
                <a:cubicBezTo>
                  <a:pt x="208" y="1"/>
                  <a:pt x="0" y="209"/>
                  <a:pt x="0" y="464"/>
                </a:cubicBezTo>
                <a:cubicBezTo>
                  <a:pt x="0" y="719"/>
                  <a:pt x="208" y="927"/>
                  <a:pt x="463" y="927"/>
                </a:cubicBezTo>
                <a:cubicBezTo>
                  <a:pt x="718" y="927"/>
                  <a:pt x="926" y="719"/>
                  <a:pt x="926" y="464"/>
                </a:cubicBezTo>
                <a:cubicBezTo>
                  <a:pt x="926" y="209"/>
                  <a:pt x="718" y="1"/>
                  <a:pt x="463" y="1"/>
                </a:cubicBez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78" name="Google Shape;478;p28"/>
          <p:cNvSpPr/>
          <p:nvPr/>
        </p:nvSpPr>
        <p:spPr>
          <a:xfrm>
            <a:off x="6372780" y="2162562"/>
            <a:ext cx="111066" cy="111066"/>
          </a:xfrm>
          <a:custGeom>
            <a:avLst/>
            <a:gdLst/>
            <a:ahLst/>
            <a:cxnLst/>
            <a:rect l="l" t="t" r="r" b="b"/>
            <a:pathLst>
              <a:path w="927" h="927" extrusionOk="0">
                <a:moveTo>
                  <a:pt x="463" y="139"/>
                </a:moveTo>
                <a:cubicBezTo>
                  <a:pt x="642" y="139"/>
                  <a:pt x="788" y="285"/>
                  <a:pt x="788" y="464"/>
                </a:cubicBezTo>
                <a:cubicBezTo>
                  <a:pt x="788" y="643"/>
                  <a:pt x="642" y="788"/>
                  <a:pt x="463" y="788"/>
                </a:cubicBezTo>
                <a:cubicBezTo>
                  <a:pt x="285" y="788"/>
                  <a:pt x="139" y="643"/>
                  <a:pt x="139" y="464"/>
                </a:cubicBezTo>
                <a:cubicBezTo>
                  <a:pt x="139" y="285"/>
                  <a:pt x="285" y="139"/>
                  <a:pt x="463" y="139"/>
                </a:cubicBezTo>
                <a:close/>
                <a:moveTo>
                  <a:pt x="463" y="1"/>
                </a:moveTo>
                <a:cubicBezTo>
                  <a:pt x="208" y="1"/>
                  <a:pt x="0" y="209"/>
                  <a:pt x="0" y="464"/>
                </a:cubicBezTo>
                <a:cubicBezTo>
                  <a:pt x="0" y="719"/>
                  <a:pt x="208" y="927"/>
                  <a:pt x="463" y="927"/>
                </a:cubicBezTo>
                <a:cubicBezTo>
                  <a:pt x="719" y="927"/>
                  <a:pt x="926" y="719"/>
                  <a:pt x="926" y="464"/>
                </a:cubicBezTo>
                <a:cubicBezTo>
                  <a:pt x="926" y="209"/>
                  <a:pt x="719" y="1"/>
                  <a:pt x="463" y="1"/>
                </a:cubicBez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79" name="Google Shape;479;p28"/>
          <p:cNvSpPr/>
          <p:nvPr/>
        </p:nvSpPr>
        <p:spPr>
          <a:xfrm>
            <a:off x="5506536" y="4807423"/>
            <a:ext cx="665439" cy="360516"/>
          </a:xfrm>
          <a:custGeom>
            <a:avLst/>
            <a:gdLst/>
            <a:ahLst/>
            <a:cxnLst/>
            <a:rect l="l" t="t" r="r" b="b"/>
            <a:pathLst>
              <a:path w="5554" h="3009" extrusionOk="0">
                <a:moveTo>
                  <a:pt x="2662" y="1"/>
                </a:moveTo>
                <a:cubicBezTo>
                  <a:pt x="2082" y="1696"/>
                  <a:pt x="1" y="3008"/>
                  <a:pt x="1" y="3008"/>
                </a:cubicBezTo>
                <a:lnTo>
                  <a:pt x="3417" y="3008"/>
                </a:lnTo>
                <a:cubicBezTo>
                  <a:pt x="3417" y="3008"/>
                  <a:pt x="4080" y="2793"/>
                  <a:pt x="4427" y="2228"/>
                </a:cubicBezTo>
                <a:lnTo>
                  <a:pt x="4427" y="3008"/>
                </a:lnTo>
                <a:lnTo>
                  <a:pt x="5283" y="3008"/>
                </a:lnTo>
                <a:lnTo>
                  <a:pt x="5553" y="1"/>
                </a:lnTo>
                <a:close/>
              </a:path>
            </a:pathLst>
          </a:custGeom>
          <a:solidFill>
            <a:srgbClr val="FFFFFF"/>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80" name="Google Shape;480;p28"/>
          <p:cNvSpPr/>
          <p:nvPr/>
        </p:nvSpPr>
        <p:spPr>
          <a:xfrm>
            <a:off x="5497789" y="4799636"/>
            <a:ext cx="682452" cy="376212"/>
          </a:xfrm>
          <a:custGeom>
            <a:avLst/>
            <a:gdLst/>
            <a:ahLst/>
            <a:cxnLst/>
            <a:rect l="l" t="t" r="r" b="b"/>
            <a:pathLst>
              <a:path w="5696" h="3140" extrusionOk="0">
                <a:moveTo>
                  <a:pt x="5553" y="131"/>
                </a:moveTo>
                <a:lnTo>
                  <a:pt x="5298" y="3008"/>
                </a:lnTo>
                <a:lnTo>
                  <a:pt x="4565" y="3008"/>
                </a:lnTo>
                <a:lnTo>
                  <a:pt x="4565" y="2293"/>
                </a:lnTo>
                <a:cubicBezTo>
                  <a:pt x="4565" y="2264"/>
                  <a:pt x="4547" y="2235"/>
                  <a:pt x="4518" y="2228"/>
                </a:cubicBezTo>
                <a:cubicBezTo>
                  <a:pt x="4512" y="2226"/>
                  <a:pt x="4506" y="2225"/>
                  <a:pt x="4500" y="2225"/>
                </a:cubicBezTo>
                <a:cubicBezTo>
                  <a:pt x="4477" y="2225"/>
                  <a:pt x="4456" y="2236"/>
                  <a:pt x="4441" y="2257"/>
                </a:cubicBezTo>
                <a:cubicBezTo>
                  <a:pt x="4135" y="2760"/>
                  <a:pt x="3559" y="2979"/>
                  <a:pt x="3479" y="3008"/>
                </a:cubicBezTo>
                <a:lnTo>
                  <a:pt x="289" y="3008"/>
                </a:lnTo>
                <a:cubicBezTo>
                  <a:pt x="493" y="2866"/>
                  <a:pt x="850" y="2603"/>
                  <a:pt x="1229" y="2257"/>
                </a:cubicBezTo>
                <a:cubicBezTo>
                  <a:pt x="1769" y="1765"/>
                  <a:pt x="2469" y="1003"/>
                  <a:pt x="2783" y="131"/>
                </a:cubicBezTo>
                <a:close/>
                <a:moveTo>
                  <a:pt x="2735" y="0"/>
                </a:moveTo>
                <a:cubicBezTo>
                  <a:pt x="2706" y="0"/>
                  <a:pt x="2680" y="18"/>
                  <a:pt x="2670" y="44"/>
                </a:cubicBezTo>
                <a:cubicBezTo>
                  <a:pt x="2108" y="1699"/>
                  <a:pt x="59" y="3004"/>
                  <a:pt x="37" y="3019"/>
                </a:cubicBezTo>
                <a:cubicBezTo>
                  <a:pt x="12" y="3033"/>
                  <a:pt x="1" y="3063"/>
                  <a:pt x="8" y="3092"/>
                </a:cubicBezTo>
                <a:cubicBezTo>
                  <a:pt x="15" y="3121"/>
                  <a:pt x="45" y="3139"/>
                  <a:pt x="74" y="3139"/>
                </a:cubicBezTo>
                <a:lnTo>
                  <a:pt x="3490" y="3139"/>
                </a:lnTo>
                <a:cubicBezTo>
                  <a:pt x="3497" y="3139"/>
                  <a:pt x="3504" y="3139"/>
                  <a:pt x="3512" y="3135"/>
                </a:cubicBezTo>
                <a:cubicBezTo>
                  <a:pt x="3534" y="3128"/>
                  <a:pt x="4066" y="2953"/>
                  <a:pt x="4434" y="2501"/>
                </a:cubicBezTo>
                <a:lnTo>
                  <a:pt x="4434" y="3073"/>
                </a:lnTo>
                <a:cubicBezTo>
                  <a:pt x="4434" y="3110"/>
                  <a:pt x="4463" y="3139"/>
                  <a:pt x="4500" y="3139"/>
                </a:cubicBezTo>
                <a:lnTo>
                  <a:pt x="5356" y="3139"/>
                </a:lnTo>
                <a:cubicBezTo>
                  <a:pt x="5393" y="3139"/>
                  <a:pt x="5418" y="3114"/>
                  <a:pt x="5422" y="3081"/>
                </a:cubicBezTo>
                <a:lnTo>
                  <a:pt x="5692" y="73"/>
                </a:lnTo>
                <a:cubicBezTo>
                  <a:pt x="5696" y="51"/>
                  <a:pt x="5688" y="33"/>
                  <a:pt x="5677" y="22"/>
                </a:cubicBezTo>
                <a:cubicBezTo>
                  <a:pt x="5663" y="7"/>
                  <a:pt x="5644" y="0"/>
                  <a:pt x="5626" y="0"/>
                </a:cubicBezTo>
                <a:close/>
              </a:path>
            </a:pathLst>
          </a:custGeom>
          <a:solidFill>
            <a:schemeClr val="accent1"/>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81" name="Google Shape;481;p28"/>
          <p:cNvSpPr/>
          <p:nvPr/>
        </p:nvSpPr>
        <p:spPr>
          <a:xfrm>
            <a:off x="6519071" y="4799156"/>
            <a:ext cx="657052" cy="360876"/>
          </a:xfrm>
          <a:custGeom>
            <a:avLst/>
            <a:gdLst/>
            <a:ahLst/>
            <a:cxnLst/>
            <a:rect l="l" t="t" r="r" b="b"/>
            <a:pathLst>
              <a:path w="5484" h="3012" extrusionOk="0">
                <a:moveTo>
                  <a:pt x="1" y="0"/>
                </a:moveTo>
                <a:lnTo>
                  <a:pt x="270" y="3012"/>
                </a:lnTo>
                <a:lnTo>
                  <a:pt x="1058" y="3012"/>
                </a:lnTo>
                <a:lnTo>
                  <a:pt x="1058" y="2228"/>
                </a:lnTo>
                <a:cubicBezTo>
                  <a:pt x="1404" y="2797"/>
                  <a:pt x="2068" y="3012"/>
                  <a:pt x="2068" y="3012"/>
                </a:cubicBezTo>
                <a:lnTo>
                  <a:pt x="5484" y="3012"/>
                </a:lnTo>
                <a:cubicBezTo>
                  <a:pt x="5484" y="3012"/>
                  <a:pt x="3402" y="1699"/>
                  <a:pt x="2822" y="0"/>
                </a:cubicBezTo>
                <a:close/>
              </a:path>
            </a:pathLst>
          </a:custGeom>
          <a:solidFill>
            <a:srgbClr val="FFFFFF"/>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82" name="Google Shape;482;p28"/>
          <p:cNvSpPr/>
          <p:nvPr/>
        </p:nvSpPr>
        <p:spPr>
          <a:xfrm>
            <a:off x="6510804" y="4791249"/>
            <a:ext cx="674065" cy="376691"/>
          </a:xfrm>
          <a:custGeom>
            <a:avLst/>
            <a:gdLst/>
            <a:ahLst/>
            <a:cxnLst/>
            <a:rect l="l" t="t" r="r" b="b"/>
            <a:pathLst>
              <a:path w="5626" h="3144" extrusionOk="0">
                <a:moveTo>
                  <a:pt x="2844" y="132"/>
                </a:moveTo>
                <a:cubicBezTo>
                  <a:pt x="3158" y="1003"/>
                  <a:pt x="3858" y="1769"/>
                  <a:pt x="4393" y="2258"/>
                </a:cubicBezTo>
                <a:cubicBezTo>
                  <a:pt x="4776" y="2604"/>
                  <a:pt x="5130" y="2866"/>
                  <a:pt x="5338" y="3009"/>
                </a:cubicBezTo>
                <a:lnTo>
                  <a:pt x="2148" y="3009"/>
                </a:lnTo>
                <a:cubicBezTo>
                  <a:pt x="2067" y="2983"/>
                  <a:pt x="1491" y="2764"/>
                  <a:pt x="1182" y="2258"/>
                </a:cubicBezTo>
                <a:cubicBezTo>
                  <a:pt x="1170" y="2240"/>
                  <a:pt x="1148" y="2226"/>
                  <a:pt x="1124" y="2226"/>
                </a:cubicBezTo>
                <a:cubicBezTo>
                  <a:pt x="1119" y="2226"/>
                  <a:pt x="1114" y="2227"/>
                  <a:pt x="1109" y="2228"/>
                </a:cubicBezTo>
                <a:cubicBezTo>
                  <a:pt x="1079" y="2239"/>
                  <a:pt x="1061" y="2265"/>
                  <a:pt x="1061" y="2294"/>
                </a:cubicBezTo>
                <a:lnTo>
                  <a:pt x="1061" y="3009"/>
                </a:lnTo>
                <a:lnTo>
                  <a:pt x="401" y="3009"/>
                </a:lnTo>
                <a:lnTo>
                  <a:pt x="143" y="132"/>
                </a:lnTo>
                <a:close/>
                <a:moveTo>
                  <a:pt x="70" y="1"/>
                </a:moveTo>
                <a:cubicBezTo>
                  <a:pt x="51" y="1"/>
                  <a:pt x="33" y="8"/>
                  <a:pt x="22" y="23"/>
                </a:cubicBezTo>
                <a:cubicBezTo>
                  <a:pt x="8" y="37"/>
                  <a:pt x="0" y="56"/>
                  <a:pt x="4" y="74"/>
                </a:cubicBezTo>
                <a:lnTo>
                  <a:pt x="274" y="3081"/>
                </a:lnTo>
                <a:cubicBezTo>
                  <a:pt x="277" y="3118"/>
                  <a:pt x="307" y="3143"/>
                  <a:pt x="339" y="3143"/>
                </a:cubicBezTo>
                <a:lnTo>
                  <a:pt x="1127" y="3143"/>
                </a:lnTo>
                <a:cubicBezTo>
                  <a:pt x="1163" y="3143"/>
                  <a:pt x="1193" y="3114"/>
                  <a:pt x="1193" y="3078"/>
                </a:cubicBezTo>
                <a:lnTo>
                  <a:pt x="1193" y="2502"/>
                </a:lnTo>
                <a:cubicBezTo>
                  <a:pt x="1561" y="2954"/>
                  <a:pt x="2089" y="3133"/>
                  <a:pt x="2115" y="3140"/>
                </a:cubicBezTo>
                <a:cubicBezTo>
                  <a:pt x="2122" y="3140"/>
                  <a:pt x="2129" y="3143"/>
                  <a:pt x="2137" y="3143"/>
                </a:cubicBezTo>
                <a:lnTo>
                  <a:pt x="5553" y="3143"/>
                </a:lnTo>
                <a:cubicBezTo>
                  <a:pt x="5582" y="3143"/>
                  <a:pt x="5608" y="3122"/>
                  <a:pt x="5618" y="3096"/>
                </a:cubicBezTo>
                <a:cubicBezTo>
                  <a:pt x="5626" y="3067"/>
                  <a:pt x="5615" y="3034"/>
                  <a:pt x="5589" y="3019"/>
                </a:cubicBezTo>
                <a:cubicBezTo>
                  <a:pt x="5567" y="3009"/>
                  <a:pt x="3518" y="1700"/>
                  <a:pt x="2953" y="45"/>
                </a:cubicBezTo>
                <a:cubicBezTo>
                  <a:pt x="2946" y="19"/>
                  <a:pt x="2921" y="1"/>
                  <a:pt x="2891" y="1"/>
                </a:cubicBezTo>
                <a:close/>
              </a:path>
            </a:pathLst>
          </a:custGeom>
          <a:solidFill>
            <a:schemeClr val="accent1"/>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83" name="Google Shape;483;p28"/>
          <p:cNvSpPr/>
          <p:nvPr/>
        </p:nvSpPr>
        <p:spPr>
          <a:xfrm>
            <a:off x="6519071" y="2218036"/>
            <a:ext cx="59068" cy="59188"/>
          </a:xfrm>
          <a:custGeom>
            <a:avLst/>
            <a:gdLst/>
            <a:ahLst/>
            <a:cxnLst/>
            <a:rect l="l" t="t" r="r" b="b"/>
            <a:pathLst>
              <a:path w="493" h="494" extrusionOk="0">
                <a:moveTo>
                  <a:pt x="249" y="1"/>
                </a:moveTo>
                <a:cubicBezTo>
                  <a:pt x="114" y="1"/>
                  <a:pt x="1" y="110"/>
                  <a:pt x="1" y="245"/>
                </a:cubicBezTo>
                <a:cubicBezTo>
                  <a:pt x="1" y="384"/>
                  <a:pt x="114" y="493"/>
                  <a:pt x="249" y="493"/>
                </a:cubicBezTo>
                <a:cubicBezTo>
                  <a:pt x="383" y="493"/>
                  <a:pt x="493" y="384"/>
                  <a:pt x="493" y="245"/>
                </a:cubicBezTo>
                <a:cubicBezTo>
                  <a:pt x="493" y="110"/>
                  <a:pt x="383" y="1"/>
                  <a:pt x="249" y="1"/>
                </a:cubicBezTo>
                <a:close/>
              </a:path>
            </a:pathLst>
          </a:custGeom>
          <a:solidFill>
            <a:srgbClr val="974335"/>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84" name="Google Shape;484;p28"/>
          <p:cNvSpPr/>
          <p:nvPr/>
        </p:nvSpPr>
        <p:spPr>
          <a:xfrm>
            <a:off x="6522186" y="2259970"/>
            <a:ext cx="36303" cy="36423"/>
          </a:xfrm>
          <a:custGeom>
            <a:avLst/>
            <a:gdLst/>
            <a:ahLst/>
            <a:cxnLst/>
            <a:rect l="l" t="t" r="r" b="b"/>
            <a:pathLst>
              <a:path w="303" h="304" extrusionOk="0">
                <a:moveTo>
                  <a:pt x="150" y="1"/>
                </a:moveTo>
                <a:cubicBezTo>
                  <a:pt x="66" y="1"/>
                  <a:pt x="0" y="70"/>
                  <a:pt x="0" y="154"/>
                </a:cubicBezTo>
                <a:cubicBezTo>
                  <a:pt x="0" y="234"/>
                  <a:pt x="66" y="304"/>
                  <a:pt x="150" y="304"/>
                </a:cubicBezTo>
                <a:cubicBezTo>
                  <a:pt x="233" y="304"/>
                  <a:pt x="303" y="234"/>
                  <a:pt x="303" y="154"/>
                </a:cubicBezTo>
                <a:cubicBezTo>
                  <a:pt x="303" y="70"/>
                  <a:pt x="233" y="1"/>
                  <a:pt x="150" y="1"/>
                </a:cubicBezTo>
                <a:close/>
              </a:path>
            </a:pathLst>
          </a:custGeom>
          <a:solidFill>
            <a:srgbClr val="FFFFFF"/>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85" name="Google Shape;485;p28"/>
          <p:cNvSpPr/>
          <p:nvPr/>
        </p:nvSpPr>
        <p:spPr>
          <a:xfrm>
            <a:off x="6355767" y="2288485"/>
            <a:ext cx="52957" cy="21447"/>
          </a:xfrm>
          <a:custGeom>
            <a:avLst/>
            <a:gdLst/>
            <a:ahLst/>
            <a:cxnLst/>
            <a:rect l="l" t="t" r="r" b="b"/>
            <a:pathLst>
              <a:path w="442" h="179" extrusionOk="0">
                <a:moveTo>
                  <a:pt x="280" y="0"/>
                </a:moveTo>
                <a:cubicBezTo>
                  <a:pt x="174" y="0"/>
                  <a:pt x="67" y="42"/>
                  <a:pt x="51" y="47"/>
                </a:cubicBezTo>
                <a:cubicBezTo>
                  <a:pt x="18" y="62"/>
                  <a:pt x="0" y="102"/>
                  <a:pt x="15" y="135"/>
                </a:cubicBezTo>
                <a:cubicBezTo>
                  <a:pt x="26" y="160"/>
                  <a:pt x="51" y="179"/>
                  <a:pt x="77" y="179"/>
                </a:cubicBezTo>
                <a:cubicBezTo>
                  <a:pt x="88" y="179"/>
                  <a:pt x="95" y="175"/>
                  <a:pt x="102" y="175"/>
                </a:cubicBezTo>
                <a:cubicBezTo>
                  <a:pt x="140" y="159"/>
                  <a:pt x="218" y="136"/>
                  <a:pt x="280" y="136"/>
                </a:cubicBezTo>
                <a:cubicBezTo>
                  <a:pt x="301" y="136"/>
                  <a:pt x="320" y="139"/>
                  <a:pt x="336" y="146"/>
                </a:cubicBezTo>
                <a:cubicBezTo>
                  <a:pt x="345" y="151"/>
                  <a:pt x="356" y="153"/>
                  <a:pt x="366" y="153"/>
                </a:cubicBezTo>
                <a:cubicBezTo>
                  <a:pt x="392" y="153"/>
                  <a:pt x="416" y="137"/>
                  <a:pt x="427" y="113"/>
                </a:cubicBezTo>
                <a:cubicBezTo>
                  <a:pt x="441" y="80"/>
                  <a:pt x="427" y="40"/>
                  <a:pt x="394" y="22"/>
                </a:cubicBezTo>
                <a:cubicBezTo>
                  <a:pt x="359" y="6"/>
                  <a:pt x="319" y="0"/>
                  <a:pt x="280" y="0"/>
                </a:cubicBezTo>
                <a:close/>
              </a:path>
            </a:pathLst>
          </a:custGeom>
          <a:solidFill>
            <a:srgbClr val="FFFFFF"/>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486" name="Google Shape;486;p28"/>
          <p:cNvSpPr txBox="1">
            <a:spLocks noGrp="1"/>
          </p:cNvSpPr>
          <p:nvPr>
            <p:ph type="title"/>
          </p:nvPr>
        </p:nvSpPr>
        <p:spPr>
          <a:xfrm>
            <a:off x="418775" y="1267388"/>
            <a:ext cx="5164050" cy="3609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5000"/>
              <a:buFont typeface="Montserrat Medium"/>
              <a:buNone/>
              <a:defRPr sz="2500">
                <a:latin typeface="Montserrat Medium"/>
                <a:ea typeface="Montserrat Medium"/>
                <a:cs typeface="Montserrat Medium"/>
                <a:sym typeface="Montserrat Medium"/>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extLst>
      <p:ext uri="{BB962C8B-B14F-4D97-AF65-F5344CB8AC3E}">
        <p14:creationId xmlns:p14="http://schemas.microsoft.com/office/powerpoint/2010/main" val="474794639"/>
      </p:ext>
    </p:extLst>
  </p:cSld>
  <p:clrMapOvr>
    <a:masterClrMapping/>
  </p:clrMapOvr>
  <p:extLst>
    <p:ext uri="{DCECCB84-F9BA-43D5-87BE-67443E8EF086}">
      <p15:sldGuideLst xmlns:p15="http://schemas.microsoft.com/office/powerpoint/2012/main">
        <p15:guide id="1" orient="horz" pos="2665">
          <p15:clr>
            <a:srgbClr val="FA7B17"/>
          </p15:clr>
        </p15:guide>
        <p15:guide id="2" orient="horz" pos="2051">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Portada">
  <p:cSld name="Portada">
    <p:bg>
      <p:bgPr>
        <a:solidFill>
          <a:srgbClr val="000000"/>
        </a:solidFill>
        <a:effectLst/>
      </p:bgPr>
    </p:bg>
    <p:spTree>
      <p:nvGrpSpPr>
        <p:cNvPr id="1" name="Shape 487"/>
        <p:cNvGrpSpPr/>
        <p:nvPr/>
      </p:nvGrpSpPr>
      <p:grpSpPr>
        <a:xfrm>
          <a:off x="0" y="0"/>
          <a:ext cx="0" cy="0"/>
          <a:chOff x="0" y="0"/>
          <a:chExt cx="0" cy="0"/>
        </a:xfrm>
      </p:grpSpPr>
      <p:sp>
        <p:nvSpPr>
          <p:cNvPr id="488" name="Google Shape;488;p29"/>
          <p:cNvSpPr/>
          <p:nvPr/>
        </p:nvSpPr>
        <p:spPr>
          <a:xfrm flipH="1">
            <a:off x="8229600" y="1028700"/>
            <a:ext cx="914700" cy="4114800"/>
          </a:xfrm>
          <a:prstGeom prst="rect">
            <a:avLst/>
          </a:prstGeom>
          <a:solidFill>
            <a:schemeClr val="accent3"/>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solidFill>
                <a:schemeClr val="dk1"/>
              </a:solidFill>
            </a:endParaRPr>
          </a:p>
        </p:txBody>
      </p:sp>
      <p:sp>
        <p:nvSpPr>
          <p:cNvPr id="489" name="Google Shape;489;p29"/>
          <p:cNvSpPr/>
          <p:nvPr/>
        </p:nvSpPr>
        <p:spPr>
          <a:xfrm>
            <a:off x="4572000" y="1028700"/>
            <a:ext cx="2267700" cy="2267700"/>
          </a:xfrm>
          <a:prstGeom prst="arc">
            <a:avLst>
              <a:gd name="adj1" fmla="val 16200000"/>
              <a:gd name="adj2" fmla="val 0"/>
            </a:avLst>
          </a:prstGeom>
          <a:noFill/>
          <a:ln w="76200" cap="flat" cmpd="sng">
            <a:solidFill>
              <a:schemeClr val="lt1"/>
            </a:solidFill>
            <a:prstDash val="solid"/>
            <a:round/>
            <a:headEnd type="none" w="sm" len="sm"/>
            <a:tailEnd type="none" w="sm" len="sm"/>
          </a:ln>
        </p:spPr>
        <p:txBody>
          <a:bodyPr spcFirstLastPara="1" wrap="square" lIns="45713" tIns="45713" rIns="45713" bIns="45713" anchor="ctr" anchorCtr="0">
            <a:noAutofit/>
          </a:bodyPr>
          <a:lstStyle/>
          <a:p>
            <a:pPr marL="0" marR="0" lvl="0" indent="0" algn="l" rtl="0">
              <a:lnSpc>
                <a:spcPct val="100000"/>
              </a:lnSpc>
              <a:spcBef>
                <a:spcPts val="0"/>
              </a:spcBef>
              <a:spcAft>
                <a:spcPts val="0"/>
              </a:spcAft>
              <a:buNone/>
            </a:pPr>
            <a:endParaRPr sz="700">
              <a:solidFill>
                <a:schemeClr val="lt1"/>
              </a:solidFill>
            </a:endParaRPr>
          </a:p>
        </p:txBody>
      </p:sp>
      <p:cxnSp>
        <p:nvCxnSpPr>
          <p:cNvPr id="490" name="Google Shape;490;p29"/>
          <p:cNvCxnSpPr>
            <a:stCxn id="489" idx="0"/>
          </p:cNvCxnSpPr>
          <p:nvPr/>
        </p:nvCxnSpPr>
        <p:spPr>
          <a:xfrm rot="10800000">
            <a:off x="9300" y="1028700"/>
            <a:ext cx="5696550" cy="0"/>
          </a:xfrm>
          <a:prstGeom prst="straightConnector1">
            <a:avLst/>
          </a:prstGeom>
          <a:noFill/>
          <a:ln w="76200" cap="flat" cmpd="sng">
            <a:solidFill>
              <a:schemeClr val="lt1"/>
            </a:solidFill>
            <a:prstDash val="solid"/>
            <a:round/>
            <a:headEnd type="none" w="sm" len="sm"/>
            <a:tailEnd type="none" w="sm" len="sm"/>
          </a:ln>
        </p:spPr>
      </p:cxnSp>
      <p:cxnSp>
        <p:nvCxnSpPr>
          <p:cNvPr id="491" name="Google Shape;491;p29"/>
          <p:cNvCxnSpPr>
            <a:stCxn id="489" idx="2"/>
          </p:cNvCxnSpPr>
          <p:nvPr/>
        </p:nvCxnSpPr>
        <p:spPr>
          <a:xfrm>
            <a:off x="6839700" y="2162550"/>
            <a:ext cx="0" cy="2962350"/>
          </a:xfrm>
          <a:prstGeom prst="straightConnector1">
            <a:avLst/>
          </a:prstGeom>
          <a:noFill/>
          <a:ln w="76200" cap="flat" cmpd="sng">
            <a:solidFill>
              <a:schemeClr val="lt1"/>
            </a:solidFill>
            <a:prstDash val="solid"/>
            <a:round/>
            <a:headEnd type="none" w="sm" len="sm"/>
            <a:tailEnd type="none" w="sm" len="sm"/>
          </a:ln>
        </p:spPr>
      </p:cxnSp>
      <p:sp>
        <p:nvSpPr>
          <p:cNvPr id="492" name="Google Shape;492;p29"/>
          <p:cNvSpPr txBox="1">
            <a:spLocks noGrp="1"/>
          </p:cNvSpPr>
          <p:nvPr>
            <p:ph type="title"/>
          </p:nvPr>
        </p:nvSpPr>
        <p:spPr>
          <a:xfrm>
            <a:off x="496163" y="1769625"/>
            <a:ext cx="4696950" cy="53595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FFFFF"/>
              </a:buClr>
              <a:buSzPts val="7000"/>
              <a:buFont typeface="Montserrat SemiBold"/>
              <a:buNone/>
              <a:defRPr sz="3500">
                <a:solidFill>
                  <a:srgbClr val="FFFFFF"/>
                </a:solidFill>
                <a:latin typeface="Montserrat SemiBold"/>
                <a:ea typeface="Montserrat SemiBold"/>
                <a:cs typeface="Montserrat SemiBold"/>
                <a:sym typeface="Montserrat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493" name="Google Shape;493;p29"/>
          <p:cNvGrpSpPr/>
          <p:nvPr/>
        </p:nvGrpSpPr>
        <p:grpSpPr>
          <a:xfrm>
            <a:off x="456894" y="497967"/>
            <a:ext cx="1125992" cy="89997"/>
            <a:chOff x="4935498" y="1642212"/>
            <a:chExt cx="2734980" cy="217042"/>
          </a:xfrm>
        </p:grpSpPr>
        <p:sp>
          <p:nvSpPr>
            <p:cNvPr id="494" name="Google Shape;494;p29"/>
            <p:cNvSpPr/>
            <p:nvPr/>
          </p:nvSpPr>
          <p:spPr>
            <a:xfrm>
              <a:off x="5197136" y="1646235"/>
              <a:ext cx="18839" cy="209333"/>
            </a:xfrm>
            <a:custGeom>
              <a:avLst/>
              <a:gdLst/>
              <a:ahLst/>
              <a:cxnLst/>
              <a:rect l="l" t="t" r="r" b="b"/>
              <a:pathLst>
                <a:path w="501" h="5567" extrusionOk="0">
                  <a:moveTo>
                    <a:pt x="1" y="0"/>
                  </a:moveTo>
                  <a:lnTo>
                    <a:pt x="1" y="5567"/>
                  </a:lnTo>
                  <a:lnTo>
                    <a:pt x="500" y="5567"/>
                  </a:lnTo>
                  <a:lnTo>
                    <a:pt x="5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sp>
          <p:nvSpPr>
            <p:cNvPr id="495" name="Google Shape;495;p29"/>
            <p:cNvSpPr/>
            <p:nvPr/>
          </p:nvSpPr>
          <p:spPr>
            <a:xfrm>
              <a:off x="5299114" y="1642550"/>
              <a:ext cx="199293" cy="216703"/>
            </a:xfrm>
            <a:custGeom>
              <a:avLst/>
              <a:gdLst/>
              <a:ahLst/>
              <a:cxnLst/>
              <a:rect l="l" t="t" r="r" b="b"/>
              <a:pathLst>
                <a:path w="5300" h="5763" extrusionOk="0">
                  <a:moveTo>
                    <a:pt x="2820" y="0"/>
                  </a:moveTo>
                  <a:cubicBezTo>
                    <a:pt x="2204" y="0"/>
                    <a:pt x="1687" y="107"/>
                    <a:pt x="1268" y="321"/>
                  </a:cubicBezTo>
                  <a:cubicBezTo>
                    <a:pt x="848" y="544"/>
                    <a:pt x="527" y="865"/>
                    <a:pt x="322" y="1294"/>
                  </a:cubicBezTo>
                  <a:cubicBezTo>
                    <a:pt x="108" y="1722"/>
                    <a:pt x="1" y="2248"/>
                    <a:pt x="1" y="2882"/>
                  </a:cubicBezTo>
                  <a:cubicBezTo>
                    <a:pt x="1" y="3845"/>
                    <a:pt x="233" y="4568"/>
                    <a:pt x="697" y="5049"/>
                  </a:cubicBezTo>
                  <a:cubicBezTo>
                    <a:pt x="1161" y="5522"/>
                    <a:pt x="1856" y="5763"/>
                    <a:pt x="2775" y="5763"/>
                  </a:cubicBezTo>
                  <a:cubicBezTo>
                    <a:pt x="3043" y="5763"/>
                    <a:pt x="3302" y="5727"/>
                    <a:pt x="3560" y="5674"/>
                  </a:cubicBezTo>
                  <a:cubicBezTo>
                    <a:pt x="3810" y="5620"/>
                    <a:pt x="4042" y="5522"/>
                    <a:pt x="4256" y="5397"/>
                  </a:cubicBezTo>
                  <a:cubicBezTo>
                    <a:pt x="4470" y="5272"/>
                    <a:pt x="4649" y="5103"/>
                    <a:pt x="4774" y="4898"/>
                  </a:cubicBezTo>
                  <a:lnTo>
                    <a:pt x="4845" y="5665"/>
                  </a:lnTo>
                  <a:lnTo>
                    <a:pt x="5300" y="5665"/>
                  </a:lnTo>
                  <a:lnTo>
                    <a:pt x="5300" y="2783"/>
                  </a:lnTo>
                  <a:lnTo>
                    <a:pt x="2632" y="2783"/>
                  </a:lnTo>
                  <a:lnTo>
                    <a:pt x="2632" y="3265"/>
                  </a:lnTo>
                  <a:lnTo>
                    <a:pt x="4738" y="3265"/>
                  </a:lnTo>
                  <a:lnTo>
                    <a:pt x="4738" y="3408"/>
                  </a:lnTo>
                  <a:cubicBezTo>
                    <a:pt x="4738" y="3827"/>
                    <a:pt x="4666" y="4175"/>
                    <a:pt x="4542" y="4452"/>
                  </a:cubicBezTo>
                  <a:cubicBezTo>
                    <a:pt x="4408" y="4728"/>
                    <a:pt x="4203" y="4933"/>
                    <a:pt x="3908" y="5067"/>
                  </a:cubicBezTo>
                  <a:cubicBezTo>
                    <a:pt x="3623" y="5201"/>
                    <a:pt x="3230" y="5263"/>
                    <a:pt x="2748" y="5263"/>
                  </a:cubicBezTo>
                  <a:cubicBezTo>
                    <a:pt x="2302" y="5263"/>
                    <a:pt x="1919" y="5192"/>
                    <a:pt x="1598" y="5040"/>
                  </a:cubicBezTo>
                  <a:cubicBezTo>
                    <a:pt x="1276" y="4889"/>
                    <a:pt x="1027" y="4639"/>
                    <a:pt x="857" y="4300"/>
                  </a:cubicBezTo>
                  <a:cubicBezTo>
                    <a:pt x="679" y="3961"/>
                    <a:pt x="598" y="3515"/>
                    <a:pt x="598" y="2971"/>
                  </a:cubicBezTo>
                  <a:lnTo>
                    <a:pt x="598" y="2792"/>
                  </a:lnTo>
                  <a:cubicBezTo>
                    <a:pt x="598" y="2382"/>
                    <a:pt x="643" y="2034"/>
                    <a:pt x="750" y="1740"/>
                  </a:cubicBezTo>
                  <a:cubicBezTo>
                    <a:pt x="848" y="1445"/>
                    <a:pt x="1000" y="1213"/>
                    <a:pt x="1196" y="1026"/>
                  </a:cubicBezTo>
                  <a:cubicBezTo>
                    <a:pt x="1392" y="839"/>
                    <a:pt x="1624" y="705"/>
                    <a:pt x="1901" y="616"/>
                  </a:cubicBezTo>
                  <a:cubicBezTo>
                    <a:pt x="2169" y="535"/>
                    <a:pt x="2481" y="491"/>
                    <a:pt x="2820" y="491"/>
                  </a:cubicBezTo>
                  <a:cubicBezTo>
                    <a:pt x="3087" y="491"/>
                    <a:pt x="3346" y="517"/>
                    <a:pt x="3578" y="571"/>
                  </a:cubicBezTo>
                  <a:cubicBezTo>
                    <a:pt x="3810" y="616"/>
                    <a:pt x="4015" y="705"/>
                    <a:pt x="4185" y="821"/>
                  </a:cubicBezTo>
                  <a:cubicBezTo>
                    <a:pt x="4354" y="937"/>
                    <a:pt x="4488" y="1088"/>
                    <a:pt x="4586" y="1285"/>
                  </a:cubicBezTo>
                  <a:cubicBezTo>
                    <a:pt x="4684" y="1472"/>
                    <a:pt x="4738" y="1713"/>
                    <a:pt x="4738" y="1989"/>
                  </a:cubicBezTo>
                  <a:lnTo>
                    <a:pt x="5300" y="1989"/>
                  </a:lnTo>
                  <a:cubicBezTo>
                    <a:pt x="5300" y="1659"/>
                    <a:pt x="5246" y="1365"/>
                    <a:pt x="5130" y="1115"/>
                  </a:cubicBezTo>
                  <a:cubicBezTo>
                    <a:pt x="5023" y="865"/>
                    <a:pt x="4854" y="660"/>
                    <a:pt x="4640" y="500"/>
                  </a:cubicBezTo>
                  <a:cubicBezTo>
                    <a:pt x="4426" y="330"/>
                    <a:pt x="4167" y="205"/>
                    <a:pt x="3864" y="125"/>
                  </a:cubicBezTo>
                  <a:cubicBezTo>
                    <a:pt x="3560" y="36"/>
                    <a:pt x="3212" y="0"/>
                    <a:pt x="28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sp>
          <p:nvSpPr>
            <p:cNvPr id="496" name="Google Shape;496;p29"/>
            <p:cNvSpPr/>
            <p:nvPr/>
          </p:nvSpPr>
          <p:spPr>
            <a:xfrm>
              <a:off x="5599031" y="1646235"/>
              <a:ext cx="24517" cy="209333"/>
            </a:xfrm>
            <a:custGeom>
              <a:avLst/>
              <a:gdLst/>
              <a:ahLst/>
              <a:cxnLst/>
              <a:rect l="l" t="t" r="r" b="b"/>
              <a:pathLst>
                <a:path w="652" h="5567" extrusionOk="0">
                  <a:moveTo>
                    <a:pt x="0" y="0"/>
                  </a:moveTo>
                  <a:lnTo>
                    <a:pt x="0" y="5567"/>
                  </a:lnTo>
                  <a:lnTo>
                    <a:pt x="651" y="5567"/>
                  </a:lnTo>
                  <a:lnTo>
                    <a:pt x="65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sp>
          <p:nvSpPr>
            <p:cNvPr id="497" name="Google Shape;497;p29"/>
            <p:cNvSpPr/>
            <p:nvPr/>
          </p:nvSpPr>
          <p:spPr>
            <a:xfrm>
              <a:off x="5703679" y="1645897"/>
              <a:ext cx="173122" cy="209672"/>
            </a:xfrm>
            <a:custGeom>
              <a:avLst/>
              <a:gdLst/>
              <a:ahLst/>
              <a:cxnLst/>
              <a:rect l="l" t="t" r="r" b="b"/>
              <a:pathLst>
                <a:path w="4604" h="5576" extrusionOk="0">
                  <a:moveTo>
                    <a:pt x="1" y="0"/>
                  </a:moveTo>
                  <a:lnTo>
                    <a:pt x="1" y="651"/>
                  </a:lnTo>
                  <a:lnTo>
                    <a:pt x="1927" y="651"/>
                  </a:lnTo>
                  <a:lnTo>
                    <a:pt x="1927" y="5576"/>
                  </a:lnTo>
                  <a:lnTo>
                    <a:pt x="2677" y="5576"/>
                  </a:lnTo>
                  <a:lnTo>
                    <a:pt x="2677" y="651"/>
                  </a:lnTo>
                  <a:lnTo>
                    <a:pt x="4604" y="651"/>
                  </a:lnTo>
                  <a:lnTo>
                    <a:pt x="46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sp>
          <p:nvSpPr>
            <p:cNvPr id="498" name="Google Shape;498;p29"/>
            <p:cNvSpPr/>
            <p:nvPr/>
          </p:nvSpPr>
          <p:spPr>
            <a:xfrm>
              <a:off x="5915344" y="1646235"/>
              <a:ext cx="206363" cy="209333"/>
            </a:xfrm>
            <a:custGeom>
              <a:avLst/>
              <a:gdLst/>
              <a:ahLst/>
              <a:cxnLst/>
              <a:rect l="l" t="t" r="r" b="b"/>
              <a:pathLst>
                <a:path w="5488" h="5567" extrusionOk="0">
                  <a:moveTo>
                    <a:pt x="2739" y="714"/>
                  </a:moveTo>
                  <a:cubicBezTo>
                    <a:pt x="2775" y="812"/>
                    <a:pt x="2802" y="910"/>
                    <a:pt x="2838" y="1017"/>
                  </a:cubicBezTo>
                  <a:cubicBezTo>
                    <a:pt x="2873" y="1124"/>
                    <a:pt x="2909" y="1231"/>
                    <a:pt x="2954" y="1338"/>
                  </a:cubicBezTo>
                  <a:cubicBezTo>
                    <a:pt x="2989" y="1445"/>
                    <a:pt x="3025" y="1543"/>
                    <a:pt x="3052" y="1624"/>
                  </a:cubicBezTo>
                  <a:cubicBezTo>
                    <a:pt x="3078" y="1704"/>
                    <a:pt x="3105" y="1775"/>
                    <a:pt x="3132" y="1820"/>
                  </a:cubicBezTo>
                  <a:lnTo>
                    <a:pt x="3774" y="3515"/>
                  </a:lnTo>
                  <a:lnTo>
                    <a:pt x="1651" y="3515"/>
                  </a:lnTo>
                  <a:lnTo>
                    <a:pt x="2302" y="1820"/>
                  </a:lnTo>
                  <a:cubicBezTo>
                    <a:pt x="2338" y="1740"/>
                    <a:pt x="2374" y="1633"/>
                    <a:pt x="2418" y="1499"/>
                  </a:cubicBezTo>
                  <a:cubicBezTo>
                    <a:pt x="2463" y="1365"/>
                    <a:pt x="2516" y="1231"/>
                    <a:pt x="2561" y="1089"/>
                  </a:cubicBezTo>
                  <a:cubicBezTo>
                    <a:pt x="2606" y="955"/>
                    <a:pt x="2650" y="830"/>
                    <a:pt x="2695" y="714"/>
                  </a:cubicBezTo>
                  <a:close/>
                  <a:moveTo>
                    <a:pt x="2195" y="0"/>
                  </a:moveTo>
                  <a:lnTo>
                    <a:pt x="1" y="5567"/>
                  </a:lnTo>
                  <a:lnTo>
                    <a:pt x="866" y="5567"/>
                  </a:lnTo>
                  <a:lnTo>
                    <a:pt x="1375" y="4229"/>
                  </a:lnTo>
                  <a:lnTo>
                    <a:pt x="4051" y="4229"/>
                  </a:lnTo>
                  <a:lnTo>
                    <a:pt x="4577" y="5567"/>
                  </a:lnTo>
                  <a:lnTo>
                    <a:pt x="5487" y="5567"/>
                  </a:lnTo>
                  <a:lnTo>
                    <a:pt x="3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sp>
          <p:nvSpPr>
            <p:cNvPr id="499" name="Google Shape;499;p29"/>
            <p:cNvSpPr/>
            <p:nvPr/>
          </p:nvSpPr>
          <p:spPr>
            <a:xfrm>
              <a:off x="6194467" y="1645897"/>
              <a:ext cx="139919" cy="209672"/>
            </a:xfrm>
            <a:custGeom>
              <a:avLst/>
              <a:gdLst/>
              <a:ahLst/>
              <a:cxnLst/>
              <a:rect l="l" t="t" r="r" b="b"/>
              <a:pathLst>
                <a:path w="3721" h="5576" extrusionOk="0">
                  <a:moveTo>
                    <a:pt x="0" y="0"/>
                  </a:moveTo>
                  <a:lnTo>
                    <a:pt x="0" y="5576"/>
                  </a:lnTo>
                  <a:lnTo>
                    <a:pt x="3720" y="5576"/>
                  </a:lnTo>
                  <a:lnTo>
                    <a:pt x="3720" y="4764"/>
                  </a:lnTo>
                  <a:lnTo>
                    <a:pt x="937" y="4764"/>
                  </a:lnTo>
                  <a:lnTo>
                    <a:pt x="9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sp>
          <p:nvSpPr>
            <p:cNvPr id="500" name="Google Shape;500;p29"/>
            <p:cNvSpPr/>
            <p:nvPr/>
          </p:nvSpPr>
          <p:spPr>
            <a:xfrm>
              <a:off x="6410155" y="1645897"/>
              <a:ext cx="176469" cy="209672"/>
            </a:xfrm>
            <a:custGeom>
              <a:avLst/>
              <a:gdLst/>
              <a:ahLst/>
              <a:cxnLst/>
              <a:rect l="l" t="t" r="r" b="b"/>
              <a:pathLst>
                <a:path w="4693" h="5576" extrusionOk="0">
                  <a:moveTo>
                    <a:pt x="0" y="0"/>
                  </a:moveTo>
                  <a:lnTo>
                    <a:pt x="0" y="5576"/>
                  </a:lnTo>
                  <a:lnTo>
                    <a:pt x="1035" y="5576"/>
                  </a:lnTo>
                  <a:lnTo>
                    <a:pt x="1035" y="3167"/>
                  </a:lnTo>
                  <a:lnTo>
                    <a:pt x="3658" y="3167"/>
                  </a:lnTo>
                  <a:lnTo>
                    <a:pt x="3658" y="5576"/>
                  </a:lnTo>
                  <a:lnTo>
                    <a:pt x="4693" y="5576"/>
                  </a:lnTo>
                  <a:lnTo>
                    <a:pt x="4693" y="0"/>
                  </a:lnTo>
                  <a:lnTo>
                    <a:pt x="3658" y="0"/>
                  </a:lnTo>
                  <a:lnTo>
                    <a:pt x="3658" y="2275"/>
                  </a:lnTo>
                  <a:lnTo>
                    <a:pt x="1035" y="2275"/>
                  </a:lnTo>
                  <a:lnTo>
                    <a:pt x="10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sp>
          <p:nvSpPr>
            <p:cNvPr id="501" name="Google Shape;501;p29"/>
            <p:cNvSpPr/>
            <p:nvPr/>
          </p:nvSpPr>
          <p:spPr>
            <a:xfrm>
              <a:off x="6666416" y="1642550"/>
              <a:ext cx="213394" cy="216703"/>
            </a:xfrm>
            <a:custGeom>
              <a:avLst/>
              <a:gdLst/>
              <a:ahLst/>
              <a:cxnLst/>
              <a:rect l="l" t="t" r="r" b="b"/>
              <a:pathLst>
                <a:path w="5675" h="5763" extrusionOk="0">
                  <a:moveTo>
                    <a:pt x="2829" y="946"/>
                  </a:moveTo>
                  <a:cubicBezTo>
                    <a:pt x="3105" y="946"/>
                    <a:pt x="3337" y="981"/>
                    <a:pt x="3543" y="1062"/>
                  </a:cubicBezTo>
                  <a:cubicBezTo>
                    <a:pt x="3748" y="1142"/>
                    <a:pt x="3926" y="1258"/>
                    <a:pt x="4069" y="1410"/>
                  </a:cubicBezTo>
                  <a:cubicBezTo>
                    <a:pt x="4203" y="1570"/>
                    <a:pt x="4310" y="1757"/>
                    <a:pt x="4390" y="1980"/>
                  </a:cubicBezTo>
                  <a:cubicBezTo>
                    <a:pt x="4461" y="2212"/>
                    <a:pt x="4497" y="2471"/>
                    <a:pt x="4497" y="2774"/>
                  </a:cubicBezTo>
                  <a:lnTo>
                    <a:pt x="4497" y="2989"/>
                  </a:lnTo>
                  <a:cubicBezTo>
                    <a:pt x="4497" y="3292"/>
                    <a:pt x="4461" y="3551"/>
                    <a:pt x="4390" y="3774"/>
                  </a:cubicBezTo>
                  <a:cubicBezTo>
                    <a:pt x="4310" y="3997"/>
                    <a:pt x="4203" y="4193"/>
                    <a:pt x="4069" y="4345"/>
                  </a:cubicBezTo>
                  <a:cubicBezTo>
                    <a:pt x="3926" y="4496"/>
                    <a:pt x="3748" y="4612"/>
                    <a:pt x="3543" y="4692"/>
                  </a:cubicBezTo>
                  <a:cubicBezTo>
                    <a:pt x="3337" y="4773"/>
                    <a:pt x="3105" y="4808"/>
                    <a:pt x="2829" y="4808"/>
                  </a:cubicBezTo>
                  <a:cubicBezTo>
                    <a:pt x="2561" y="4808"/>
                    <a:pt x="2320" y="4773"/>
                    <a:pt x="2115" y="4692"/>
                  </a:cubicBezTo>
                  <a:cubicBezTo>
                    <a:pt x="1910" y="4612"/>
                    <a:pt x="1741" y="4496"/>
                    <a:pt x="1598" y="4345"/>
                  </a:cubicBezTo>
                  <a:cubicBezTo>
                    <a:pt x="1464" y="4193"/>
                    <a:pt x="1357" y="3997"/>
                    <a:pt x="1286" y="3774"/>
                  </a:cubicBezTo>
                  <a:cubicBezTo>
                    <a:pt x="1223" y="3551"/>
                    <a:pt x="1187" y="3292"/>
                    <a:pt x="1187" y="2989"/>
                  </a:cubicBezTo>
                  <a:lnTo>
                    <a:pt x="1187" y="2774"/>
                  </a:lnTo>
                  <a:cubicBezTo>
                    <a:pt x="1187" y="2471"/>
                    <a:pt x="1223" y="2212"/>
                    <a:pt x="1286" y="1980"/>
                  </a:cubicBezTo>
                  <a:cubicBezTo>
                    <a:pt x="1357" y="1757"/>
                    <a:pt x="1464" y="1570"/>
                    <a:pt x="1598" y="1410"/>
                  </a:cubicBezTo>
                  <a:cubicBezTo>
                    <a:pt x="1741" y="1258"/>
                    <a:pt x="1910" y="1142"/>
                    <a:pt x="2115" y="1062"/>
                  </a:cubicBezTo>
                  <a:cubicBezTo>
                    <a:pt x="2320" y="981"/>
                    <a:pt x="2561" y="946"/>
                    <a:pt x="2829" y="946"/>
                  </a:cubicBezTo>
                  <a:close/>
                  <a:moveTo>
                    <a:pt x="2829" y="0"/>
                  </a:moveTo>
                  <a:cubicBezTo>
                    <a:pt x="2249" y="0"/>
                    <a:pt x="1741" y="98"/>
                    <a:pt x="1321" y="312"/>
                  </a:cubicBezTo>
                  <a:cubicBezTo>
                    <a:pt x="893" y="517"/>
                    <a:pt x="563" y="830"/>
                    <a:pt x="340" y="1258"/>
                  </a:cubicBezTo>
                  <a:cubicBezTo>
                    <a:pt x="117" y="1686"/>
                    <a:pt x="1" y="2221"/>
                    <a:pt x="1" y="2882"/>
                  </a:cubicBezTo>
                  <a:cubicBezTo>
                    <a:pt x="1" y="3524"/>
                    <a:pt x="117" y="4059"/>
                    <a:pt x="340" y="4487"/>
                  </a:cubicBezTo>
                  <a:cubicBezTo>
                    <a:pt x="563" y="4915"/>
                    <a:pt x="893" y="5237"/>
                    <a:pt x="1321" y="5451"/>
                  </a:cubicBezTo>
                  <a:cubicBezTo>
                    <a:pt x="1741" y="5656"/>
                    <a:pt x="2249" y="5763"/>
                    <a:pt x="2829" y="5763"/>
                  </a:cubicBezTo>
                  <a:cubicBezTo>
                    <a:pt x="3427" y="5763"/>
                    <a:pt x="3935" y="5656"/>
                    <a:pt x="4354" y="5451"/>
                  </a:cubicBezTo>
                  <a:cubicBezTo>
                    <a:pt x="4783" y="5237"/>
                    <a:pt x="5104" y="4915"/>
                    <a:pt x="5336" y="4487"/>
                  </a:cubicBezTo>
                  <a:cubicBezTo>
                    <a:pt x="5559" y="4059"/>
                    <a:pt x="5675" y="3524"/>
                    <a:pt x="5675" y="2882"/>
                  </a:cubicBezTo>
                  <a:cubicBezTo>
                    <a:pt x="5675" y="2221"/>
                    <a:pt x="5559" y="1686"/>
                    <a:pt x="5336" y="1258"/>
                  </a:cubicBezTo>
                  <a:cubicBezTo>
                    <a:pt x="5104" y="830"/>
                    <a:pt x="4783" y="517"/>
                    <a:pt x="4354" y="312"/>
                  </a:cubicBezTo>
                  <a:cubicBezTo>
                    <a:pt x="3935" y="98"/>
                    <a:pt x="3427" y="0"/>
                    <a:pt x="2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sp>
          <p:nvSpPr>
            <p:cNvPr id="502" name="Google Shape;502;p29"/>
            <p:cNvSpPr/>
            <p:nvPr/>
          </p:nvSpPr>
          <p:spPr>
            <a:xfrm>
              <a:off x="6958625" y="1645897"/>
              <a:ext cx="186884" cy="213357"/>
            </a:xfrm>
            <a:custGeom>
              <a:avLst/>
              <a:gdLst/>
              <a:ahLst/>
              <a:cxnLst/>
              <a:rect l="l" t="t" r="r" b="b"/>
              <a:pathLst>
                <a:path w="4970" h="5674" extrusionOk="0">
                  <a:moveTo>
                    <a:pt x="0" y="0"/>
                  </a:moveTo>
                  <a:lnTo>
                    <a:pt x="0" y="3453"/>
                  </a:lnTo>
                  <a:cubicBezTo>
                    <a:pt x="0" y="3943"/>
                    <a:pt x="98" y="4354"/>
                    <a:pt x="295" y="4684"/>
                  </a:cubicBezTo>
                  <a:cubicBezTo>
                    <a:pt x="491" y="5014"/>
                    <a:pt x="776" y="5264"/>
                    <a:pt x="1142" y="5424"/>
                  </a:cubicBezTo>
                  <a:cubicBezTo>
                    <a:pt x="1517" y="5585"/>
                    <a:pt x="1963" y="5674"/>
                    <a:pt x="2480" y="5674"/>
                  </a:cubicBezTo>
                  <a:cubicBezTo>
                    <a:pt x="2998" y="5674"/>
                    <a:pt x="3444" y="5585"/>
                    <a:pt x="3818" y="5424"/>
                  </a:cubicBezTo>
                  <a:cubicBezTo>
                    <a:pt x="4184" y="5264"/>
                    <a:pt x="4470" y="5014"/>
                    <a:pt x="4675" y="4684"/>
                  </a:cubicBezTo>
                  <a:cubicBezTo>
                    <a:pt x="4871" y="4354"/>
                    <a:pt x="4969" y="3943"/>
                    <a:pt x="4969" y="3453"/>
                  </a:cubicBezTo>
                  <a:lnTo>
                    <a:pt x="4969" y="0"/>
                  </a:lnTo>
                  <a:lnTo>
                    <a:pt x="3685" y="0"/>
                  </a:lnTo>
                  <a:lnTo>
                    <a:pt x="3685" y="3426"/>
                  </a:lnTo>
                  <a:cubicBezTo>
                    <a:pt x="3685" y="3810"/>
                    <a:pt x="3578" y="4104"/>
                    <a:pt x="3372" y="4318"/>
                  </a:cubicBezTo>
                  <a:cubicBezTo>
                    <a:pt x="3158" y="4532"/>
                    <a:pt x="2864" y="4639"/>
                    <a:pt x="2471" y="4639"/>
                  </a:cubicBezTo>
                  <a:cubicBezTo>
                    <a:pt x="2088" y="4639"/>
                    <a:pt x="1793" y="4532"/>
                    <a:pt x="1588" y="4318"/>
                  </a:cubicBezTo>
                  <a:cubicBezTo>
                    <a:pt x="1383" y="4104"/>
                    <a:pt x="1276" y="3810"/>
                    <a:pt x="1276" y="3426"/>
                  </a:cubicBezTo>
                  <a:lnTo>
                    <a:pt x="127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sp>
          <p:nvSpPr>
            <p:cNvPr id="503" name="Google Shape;503;p29"/>
            <p:cNvSpPr/>
            <p:nvPr/>
          </p:nvSpPr>
          <p:spPr>
            <a:xfrm>
              <a:off x="7223610" y="1642212"/>
              <a:ext cx="187223" cy="217042"/>
            </a:xfrm>
            <a:custGeom>
              <a:avLst/>
              <a:gdLst/>
              <a:ahLst/>
              <a:cxnLst/>
              <a:rect l="l" t="t" r="r" b="b"/>
              <a:pathLst>
                <a:path w="4979" h="5772" extrusionOk="0">
                  <a:moveTo>
                    <a:pt x="2490" y="0"/>
                  </a:moveTo>
                  <a:cubicBezTo>
                    <a:pt x="2169" y="0"/>
                    <a:pt x="1865" y="27"/>
                    <a:pt x="1580" y="89"/>
                  </a:cubicBezTo>
                  <a:cubicBezTo>
                    <a:pt x="1294" y="152"/>
                    <a:pt x="1036" y="250"/>
                    <a:pt x="822" y="384"/>
                  </a:cubicBezTo>
                  <a:cubicBezTo>
                    <a:pt x="599" y="526"/>
                    <a:pt x="429" y="696"/>
                    <a:pt x="304" y="910"/>
                  </a:cubicBezTo>
                  <a:cubicBezTo>
                    <a:pt x="179" y="1124"/>
                    <a:pt x="117" y="1374"/>
                    <a:pt x="117" y="1668"/>
                  </a:cubicBezTo>
                  <a:cubicBezTo>
                    <a:pt x="117" y="1936"/>
                    <a:pt x="161" y="2159"/>
                    <a:pt x="260" y="2346"/>
                  </a:cubicBezTo>
                  <a:cubicBezTo>
                    <a:pt x="349" y="2534"/>
                    <a:pt x="483" y="2685"/>
                    <a:pt x="643" y="2810"/>
                  </a:cubicBezTo>
                  <a:cubicBezTo>
                    <a:pt x="795" y="2935"/>
                    <a:pt x="982" y="3042"/>
                    <a:pt x="1178" y="3122"/>
                  </a:cubicBezTo>
                  <a:cubicBezTo>
                    <a:pt x="1384" y="3203"/>
                    <a:pt x="1589" y="3274"/>
                    <a:pt x="1803" y="3328"/>
                  </a:cubicBezTo>
                  <a:cubicBezTo>
                    <a:pt x="2017" y="3381"/>
                    <a:pt x="2231" y="3435"/>
                    <a:pt x="2427" y="3479"/>
                  </a:cubicBezTo>
                  <a:cubicBezTo>
                    <a:pt x="2633" y="3524"/>
                    <a:pt x="2811" y="3577"/>
                    <a:pt x="2972" y="3631"/>
                  </a:cubicBezTo>
                  <a:cubicBezTo>
                    <a:pt x="3132" y="3684"/>
                    <a:pt x="3257" y="3756"/>
                    <a:pt x="3346" y="3836"/>
                  </a:cubicBezTo>
                  <a:cubicBezTo>
                    <a:pt x="3444" y="3916"/>
                    <a:pt x="3489" y="4023"/>
                    <a:pt x="3489" y="4148"/>
                  </a:cubicBezTo>
                  <a:cubicBezTo>
                    <a:pt x="3489" y="4220"/>
                    <a:pt x="3480" y="4291"/>
                    <a:pt x="3444" y="4345"/>
                  </a:cubicBezTo>
                  <a:cubicBezTo>
                    <a:pt x="3418" y="4398"/>
                    <a:pt x="3373" y="4452"/>
                    <a:pt x="3311" y="4487"/>
                  </a:cubicBezTo>
                  <a:cubicBezTo>
                    <a:pt x="3248" y="4532"/>
                    <a:pt x="3177" y="4568"/>
                    <a:pt x="3096" y="4594"/>
                  </a:cubicBezTo>
                  <a:cubicBezTo>
                    <a:pt x="3016" y="4621"/>
                    <a:pt x="2918" y="4639"/>
                    <a:pt x="2820" y="4648"/>
                  </a:cubicBezTo>
                  <a:cubicBezTo>
                    <a:pt x="2713" y="4657"/>
                    <a:pt x="2606" y="4666"/>
                    <a:pt x="2490" y="4666"/>
                  </a:cubicBezTo>
                  <a:cubicBezTo>
                    <a:pt x="2267" y="4666"/>
                    <a:pt x="2079" y="4639"/>
                    <a:pt x="1919" y="4594"/>
                  </a:cubicBezTo>
                  <a:cubicBezTo>
                    <a:pt x="1758" y="4550"/>
                    <a:pt x="1633" y="4470"/>
                    <a:pt x="1544" y="4371"/>
                  </a:cubicBezTo>
                  <a:cubicBezTo>
                    <a:pt x="1455" y="4264"/>
                    <a:pt x="1410" y="4122"/>
                    <a:pt x="1410" y="3952"/>
                  </a:cubicBezTo>
                  <a:cubicBezTo>
                    <a:pt x="1410" y="3934"/>
                    <a:pt x="1410" y="3916"/>
                    <a:pt x="1410" y="3890"/>
                  </a:cubicBezTo>
                  <a:cubicBezTo>
                    <a:pt x="1410" y="3863"/>
                    <a:pt x="1410" y="3845"/>
                    <a:pt x="1410" y="3827"/>
                  </a:cubicBezTo>
                  <a:lnTo>
                    <a:pt x="10" y="3827"/>
                  </a:lnTo>
                  <a:cubicBezTo>
                    <a:pt x="1" y="3845"/>
                    <a:pt x="1" y="3863"/>
                    <a:pt x="1" y="3890"/>
                  </a:cubicBezTo>
                  <a:lnTo>
                    <a:pt x="1" y="3970"/>
                  </a:lnTo>
                  <a:cubicBezTo>
                    <a:pt x="1" y="4300"/>
                    <a:pt x="72" y="4585"/>
                    <a:pt x="206" y="4817"/>
                  </a:cubicBezTo>
                  <a:cubicBezTo>
                    <a:pt x="340" y="5040"/>
                    <a:pt x="527" y="5228"/>
                    <a:pt x="759" y="5371"/>
                  </a:cubicBezTo>
                  <a:cubicBezTo>
                    <a:pt x="1000" y="5513"/>
                    <a:pt x="1268" y="5611"/>
                    <a:pt x="1580" y="5674"/>
                  </a:cubicBezTo>
                  <a:cubicBezTo>
                    <a:pt x="1883" y="5736"/>
                    <a:pt x="2213" y="5772"/>
                    <a:pt x="2570" y="5772"/>
                  </a:cubicBezTo>
                  <a:cubicBezTo>
                    <a:pt x="3025" y="5772"/>
                    <a:pt x="3444" y="5710"/>
                    <a:pt x="3801" y="5585"/>
                  </a:cubicBezTo>
                  <a:cubicBezTo>
                    <a:pt x="4167" y="5460"/>
                    <a:pt x="4461" y="5263"/>
                    <a:pt x="4667" y="4987"/>
                  </a:cubicBezTo>
                  <a:cubicBezTo>
                    <a:pt x="4872" y="4719"/>
                    <a:pt x="4979" y="4362"/>
                    <a:pt x="4979" y="3916"/>
                  </a:cubicBezTo>
                  <a:cubicBezTo>
                    <a:pt x="4979" y="3667"/>
                    <a:pt x="4934" y="3444"/>
                    <a:pt x="4836" y="3265"/>
                  </a:cubicBezTo>
                  <a:cubicBezTo>
                    <a:pt x="4738" y="3087"/>
                    <a:pt x="4613" y="2935"/>
                    <a:pt x="4452" y="2819"/>
                  </a:cubicBezTo>
                  <a:cubicBezTo>
                    <a:pt x="4292" y="2694"/>
                    <a:pt x="4104" y="2596"/>
                    <a:pt x="3908" y="2516"/>
                  </a:cubicBezTo>
                  <a:cubicBezTo>
                    <a:pt x="3703" y="2436"/>
                    <a:pt x="3498" y="2373"/>
                    <a:pt x="3284" y="2320"/>
                  </a:cubicBezTo>
                  <a:cubicBezTo>
                    <a:pt x="3070" y="2275"/>
                    <a:pt x="2864" y="2221"/>
                    <a:pt x="2668" y="2177"/>
                  </a:cubicBezTo>
                  <a:cubicBezTo>
                    <a:pt x="2463" y="2132"/>
                    <a:pt x="2285" y="2079"/>
                    <a:pt x="2124" y="2025"/>
                  </a:cubicBezTo>
                  <a:cubicBezTo>
                    <a:pt x="1955" y="1972"/>
                    <a:pt x="1830" y="1909"/>
                    <a:pt x="1731" y="1829"/>
                  </a:cubicBezTo>
                  <a:cubicBezTo>
                    <a:pt x="1642" y="1758"/>
                    <a:pt x="1598" y="1659"/>
                    <a:pt x="1598" y="1543"/>
                  </a:cubicBezTo>
                  <a:cubicBezTo>
                    <a:pt x="1598" y="1445"/>
                    <a:pt x="1633" y="1356"/>
                    <a:pt x="1705" y="1285"/>
                  </a:cubicBezTo>
                  <a:cubicBezTo>
                    <a:pt x="1776" y="1213"/>
                    <a:pt x="1883" y="1160"/>
                    <a:pt x="2017" y="1124"/>
                  </a:cubicBezTo>
                  <a:cubicBezTo>
                    <a:pt x="2160" y="1088"/>
                    <a:pt x="2329" y="1071"/>
                    <a:pt x="2525" y="1071"/>
                  </a:cubicBezTo>
                  <a:cubicBezTo>
                    <a:pt x="2731" y="1071"/>
                    <a:pt x="2891" y="1097"/>
                    <a:pt x="3034" y="1151"/>
                  </a:cubicBezTo>
                  <a:cubicBezTo>
                    <a:pt x="3168" y="1213"/>
                    <a:pt x="3266" y="1285"/>
                    <a:pt x="3337" y="1383"/>
                  </a:cubicBezTo>
                  <a:cubicBezTo>
                    <a:pt x="3400" y="1472"/>
                    <a:pt x="3435" y="1588"/>
                    <a:pt x="3435" y="1713"/>
                  </a:cubicBezTo>
                  <a:lnTo>
                    <a:pt x="3435" y="1766"/>
                  </a:lnTo>
                  <a:lnTo>
                    <a:pt x="4836" y="1766"/>
                  </a:lnTo>
                  <a:lnTo>
                    <a:pt x="4836" y="1668"/>
                  </a:lnTo>
                  <a:cubicBezTo>
                    <a:pt x="4827" y="1374"/>
                    <a:pt x="4765" y="1124"/>
                    <a:pt x="4640" y="919"/>
                  </a:cubicBezTo>
                  <a:cubicBezTo>
                    <a:pt x="4524" y="714"/>
                    <a:pt x="4354" y="535"/>
                    <a:pt x="4131" y="402"/>
                  </a:cubicBezTo>
                  <a:cubicBezTo>
                    <a:pt x="3917" y="259"/>
                    <a:pt x="3667" y="161"/>
                    <a:pt x="3391" y="98"/>
                  </a:cubicBezTo>
                  <a:cubicBezTo>
                    <a:pt x="3114" y="27"/>
                    <a:pt x="2811" y="0"/>
                    <a:pt x="24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sp>
          <p:nvSpPr>
            <p:cNvPr id="504" name="Google Shape;504;p29"/>
            <p:cNvSpPr/>
            <p:nvPr/>
          </p:nvSpPr>
          <p:spPr>
            <a:xfrm>
              <a:off x="7489309" y="1645559"/>
              <a:ext cx="181169" cy="210010"/>
            </a:xfrm>
            <a:custGeom>
              <a:avLst/>
              <a:gdLst/>
              <a:ahLst/>
              <a:cxnLst/>
              <a:rect l="l" t="t" r="r" b="b"/>
              <a:pathLst>
                <a:path w="4818" h="5585" extrusionOk="0">
                  <a:moveTo>
                    <a:pt x="0" y="0"/>
                  </a:moveTo>
                  <a:lnTo>
                    <a:pt x="0" y="5585"/>
                  </a:lnTo>
                  <a:lnTo>
                    <a:pt x="4818" y="5585"/>
                  </a:lnTo>
                  <a:lnTo>
                    <a:pt x="4818" y="4300"/>
                  </a:lnTo>
                  <a:lnTo>
                    <a:pt x="1686" y="4300"/>
                  </a:lnTo>
                  <a:lnTo>
                    <a:pt x="1686" y="3364"/>
                  </a:lnTo>
                  <a:lnTo>
                    <a:pt x="4443" y="3364"/>
                  </a:lnTo>
                  <a:lnTo>
                    <a:pt x="4443" y="2132"/>
                  </a:lnTo>
                  <a:lnTo>
                    <a:pt x="1686" y="2132"/>
                  </a:lnTo>
                  <a:lnTo>
                    <a:pt x="1686" y="1276"/>
                  </a:lnTo>
                  <a:lnTo>
                    <a:pt x="4764" y="1276"/>
                  </a:lnTo>
                  <a:lnTo>
                    <a:pt x="476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sp>
          <p:nvSpPr>
            <p:cNvPr id="505" name="Google Shape;505;p29"/>
            <p:cNvSpPr/>
            <p:nvPr/>
          </p:nvSpPr>
          <p:spPr>
            <a:xfrm>
              <a:off x="4935498" y="1646235"/>
              <a:ext cx="178837" cy="208995"/>
            </a:xfrm>
            <a:custGeom>
              <a:avLst/>
              <a:gdLst/>
              <a:ahLst/>
              <a:cxnLst/>
              <a:rect l="l" t="t" r="r" b="b"/>
              <a:pathLst>
                <a:path w="4756" h="5558" extrusionOk="0">
                  <a:moveTo>
                    <a:pt x="2552" y="437"/>
                  </a:moveTo>
                  <a:cubicBezTo>
                    <a:pt x="3524" y="437"/>
                    <a:pt x="4318" y="1231"/>
                    <a:pt x="4318" y="2204"/>
                  </a:cubicBezTo>
                  <a:lnTo>
                    <a:pt x="4318" y="3354"/>
                  </a:lnTo>
                  <a:cubicBezTo>
                    <a:pt x="4318" y="4327"/>
                    <a:pt x="3524" y="5112"/>
                    <a:pt x="2552" y="5112"/>
                  </a:cubicBezTo>
                  <a:lnTo>
                    <a:pt x="437" y="5112"/>
                  </a:lnTo>
                  <a:lnTo>
                    <a:pt x="437" y="437"/>
                  </a:lnTo>
                  <a:close/>
                  <a:moveTo>
                    <a:pt x="0" y="0"/>
                  </a:moveTo>
                  <a:lnTo>
                    <a:pt x="0" y="5558"/>
                  </a:lnTo>
                  <a:lnTo>
                    <a:pt x="2552" y="5558"/>
                  </a:lnTo>
                  <a:cubicBezTo>
                    <a:pt x="3765" y="5558"/>
                    <a:pt x="4755" y="4568"/>
                    <a:pt x="4755" y="3354"/>
                  </a:cubicBezTo>
                  <a:lnTo>
                    <a:pt x="4755" y="2204"/>
                  </a:lnTo>
                  <a:cubicBezTo>
                    <a:pt x="4755" y="981"/>
                    <a:pt x="3765" y="0"/>
                    <a:pt x="25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grpSp>
      <p:grpSp>
        <p:nvGrpSpPr>
          <p:cNvPr id="506" name="Google Shape;506;p29"/>
          <p:cNvGrpSpPr/>
          <p:nvPr/>
        </p:nvGrpSpPr>
        <p:grpSpPr>
          <a:xfrm>
            <a:off x="496201" y="4599912"/>
            <a:ext cx="406957" cy="168901"/>
            <a:chOff x="1207700" y="4333950"/>
            <a:chExt cx="334325" cy="138750"/>
          </a:xfrm>
        </p:grpSpPr>
        <p:sp>
          <p:nvSpPr>
            <p:cNvPr id="507" name="Google Shape;507;p29"/>
            <p:cNvSpPr/>
            <p:nvPr/>
          </p:nvSpPr>
          <p:spPr>
            <a:xfrm>
              <a:off x="1207700" y="4333950"/>
              <a:ext cx="139850" cy="138750"/>
            </a:xfrm>
            <a:custGeom>
              <a:avLst/>
              <a:gdLst/>
              <a:ahLst/>
              <a:cxnLst/>
              <a:rect l="l" t="t" r="r" b="b"/>
              <a:pathLst>
                <a:path w="5594" h="5550" extrusionOk="0">
                  <a:moveTo>
                    <a:pt x="3390" y="438"/>
                  </a:moveTo>
                  <a:cubicBezTo>
                    <a:pt x="4363" y="438"/>
                    <a:pt x="5148" y="1232"/>
                    <a:pt x="5148" y="2196"/>
                  </a:cubicBezTo>
                  <a:lnTo>
                    <a:pt x="5148" y="3346"/>
                  </a:lnTo>
                  <a:cubicBezTo>
                    <a:pt x="5148" y="4319"/>
                    <a:pt x="4363" y="5104"/>
                    <a:pt x="3390" y="5104"/>
                  </a:cubicBezTo>
                  <a:lnTo>
                    <a:pt x="437" y="5104"/>
                  </a:lnTo>
                  <a:lnTo>
                    <a:pt x="437" y="438"/>
                  </a:lnTo>
                  <a:close/>
                  <a:moveTo>
                    <a:pt x="0" y="1"/>
                  </a:moveTo>
                  <a:lnTo>
                    <a:pt x="0" y="5550"/>
                  </a:lnTo>
                  <a:lnTo>
                    <a:pt x="3390" y="5550"/>
                  </a:lnTo>
                  <a:cubicBezTo>
                    <a:pt x="4604" y="5550"/>
                    <a:pt x="5594" y="4560"/>
                    <a:pt x="5594" y="3346"/>
                  </a:cubicBezTo>
                  <a:lnTo>
                    <a:pt x="5594" y="2196"/>
                  </a:lnTo>
                  <a:cubicBezTo>
                    <a:pt x="5594" y="982"/>
                    <a:pt x="4604" y="1"/>
                    <a:pt x="33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508" name="Google Shape;508;p29"/>
            <p:cNvSpPr/>
            <p:nvPr/>
          </p:nvSpPr>
          <p:spPr>
            <a:xfrm>
              <a:off x="1403300" y="4333950"/>
              <a:ext cx="138725" cy="138750"/>
            </a:xfrm>
            <a:custGeom>
              <a:avLst/>
              <a:gdLst/>
              <a:ahLst/>
              <a:cxnLst/>
              <a:rect l="l" t="t" r="r" b="b"/>
              <a:pathLst>
                <a:path w="5549" h="5550" extrusionOk="0">
                  <a:moveTo>
                    <a:pt x="0" y="1"/>
                  </a:moveTo>
                  <a:lnTo>
                    <a:pt x="0" y="5550"/>
                  </a:lnTo>
                  <a:lnTo>
                    <a:pt x="5549" y="5550"/>
                  </a:lnTo>
                  <a:lnTo>
                    <a:pt x="554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spTree>
    <p:extLst>
      <p:ext uri="{BB962C8B-B14F-4D97-AF65-F5344CB8AC3E}">
        <p14:creationId xmlns:p14="http://schemas.microsoft.com/office/powerpoint/2010/main" val="4217599079"/>
      </p:ext>
    </p:extLst>
  </p:cSld>
  <p:clrMapOvr>
    <a:masterClrMapping/>
  </p:clrMapOvr>
  <p:extLst>
    <p:ext uri="{DCECCB84-F9BA-43D5-87BE-67443E8EF086}">
      <p15:sldGuideLst xmlns:p15="http://schemas.microsoft.com/office/powerpoint/2012/main">
        <p15:guide id="1" orient="horz" pos="2905">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ortada CTD">
  <p:cSld name="Portada CTD">
    <p:bg>
      <p:bgPr>
        <a:solidFill>
          <a:srgbClr val="000000"/>
        </a:solidFill>
        <a:effectLst/>
      </p:bgPr>
    </p:bg>
    <p:spTree>
      <p:nvGrpSpPr>
        <p:cNvPr id="1" name="Shape 509"/>
        <p:cNvGrpSpPr/>
        <p:nvPr/>
      </p:nvGrpSpPr>
      <p:grpSpPr>
        <a:xfrm>
          <a:off x="0" y="0"/>
          <a:ext cx="0" cy="0"/>
          <a:chOff x="0" y="0"/>
          <a:chExt cx="0" cy="0"/>
        </a:xfrm>
      </p:grpSpPr>
      <p:sp>
        <p:nvSpPr>
          <p:cNvPr id="510" name="Google Shape;510;p30"/>
          <p:cNvSpPr/>
          <p:nvPr/>
        </p:nvSpPr>
        <p:spPr>
          <a:xfrm flipH="1">
            <a:off x="8229600" y="1028700"/>
            <a:ext cx="914700" cy="4114800"/>
          </a:xfrm>
          <a:prstGeom prst="rect">
            <a:avLst/>
          </a:prstGeom>
          <a:solidFill>
            <a:schemeClr val="accent3"/>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solidFill>
                <a:schemeClr val="dk1"/>
              </a:solidFill>
            </a:endParaRPr>
          </a:p>
        </p:txBody>
      </p:sp>
      <p:sp>
        <p:nvSpPr>
          <p:cNvPr id="511" name="Google Shape;511;p30"/>
          <p:cNvSpPr/>
          <p:nvPr/>
        </p:nvSpPr>
        <p:spPr>
          <a:xfrm>
            <a:off x="4572000" y="1028700"/>
            <a:ext cx="2267700" cy="2267700"/>
          </a:xfrm>
          <a:prstGeom prst="arc">
            <a:avLst>
              <a:gd name="adj1" fmla="val 16200000"/>
              <a:gd name="adj2" fmla="val 0"/>
            </a:avLst>
          </a:prstGeom>
          <a:noFill/>
          <a:ln w="76200" cap="flat" cmpd="sng">
            <a:solidFill>
              <a:schemeClr val="lt1"/>
            </a:solidFill>
            <a:prstDash val="solid"/>
            <a:round/>
            <a:headEnd type="none" w="sm" len="sm"/>
            <a:tailEnd type="none" w="sm" len="sm"/>
          </a:ln>
        </p:spPr>
        <p:txBody>
          <a:bodyPr spcFirstLastPara="1" wrap="square" lIns="45713" tIns="45713" rIns="45713" bIns="45713" anchor="ctr" anchorCtr="0">
            <a:noAutofit/>
          </a:bodyPr>
          <a:lstStyle/>
          <a:p>
            <a:pPr marL="0" marR="0" lvl="0" indent="0" algn="l" rtl="0">
              <a:lnSpc>
                <a:spcPct val="100000"/>
              </a:lnSpc>
              <a:spcBef>
                <a:spcPts val="0"/>
              </a:spcBef>
              <a:spcAft>
                <a:spcPts val="0"/>
              </a:spcAft>
              <a:buNone/>
            </a:pPr>
            <a:endParaRPr sz="700">
              <a:solidFill>
                <a:schemeClr val="lt1"/>
              </a:solidFill>
            </a:endParaRPr>
          </a:p>
        </p:txBody>
      </p:sp>
      <p:cxnSp>
        <p:nvCxnSpPr>
          <p:cNvPr id="512" name="Google Shape;512;p30"/>
          <p:cNvCxnSpPr>
            <a:stCxn id="511" idx="0"/>
          </p:cNvCxnSpPr>
          <p:nvPr/>
        </p:nvCxnSpPr>
        <p:spPr>
          <a:xfrm rot="10800000">
            <a:off x="9300" y="1028700"/>
            <a:ext cx="5696550" cy="0"/>
          </a:xfrm>
          <a:prstGeom prst="straightConnector1">
            <a:avLst/>
          </a:prstGeom>
          <a:noFill/>
          <a:ln w="76200" cap="flat" cmpd="sng">
            <a:solidFill>
              <a:schemeClr val="lt1"/>
            </a:solidFill>
            <a:prstDash val="solid"/>
            <a:round/>
            <a:headEnd type="none" w="sm" len="sm"/>
            <a:tailEnd type="none" w="sm" len="sm"/>
          </a:ln>
        </p:spPr>
      </p:cxnSp>
      <p:cxnSp>
        <p:nvCxnSpPr>
          <p:cNvPr id="513" name="Google Shape;513;p30"/>
          <p:cNvCxnSpPr>
            <a:stCxn id="511" idx="2"/>
          </p:cNvCxnSpPr>
          <p:nvPr/>
        </p:nvCxnSpPr>
        <p:spPr>
          <a:xfrm>
            <a:off x="6839700" y="2162550"/>
            <a:ext cx="0" cy="2962350"/>
          </a:xfrm>
          <a:prstGeom prst="straightConnector1">
            <a:avLst/>
          </a:prstGeom>
          <a:noFill/>
          <a:ln w="76200" cap="flat" cmpd="sng">
            <a:solidFill>
              <a:schemeClr val="lt1"/>
            </a:solidFill>
            <a:prstDash val="solid"/>
            <a:round/>
            <a:headEnd type="none" w="sm" len="sm"/>
            <a:tailEnd type="none" w="sm" len="sm"/>
          </a:ln>
        </p:spPr>
      </p:cxnSp>
      <p:sp>
        <p:nvSpPr>
          <p:cNvPr id="514" name="Google Shape;514;p30"/>
          <p:cNvSpPr txBox="1">
            <a:spLocks noGrp="1"/>
          </p:cNvSpPr>
          <p:nvPr>
            <p:ph type="title"/>
          </p:nvPr>
        </p:nvSpPr>
        <p:spPr>
          <a:xfrm>
            <a:off x="496163" y="1769625"/>
            <a:ext cx="4696950" cy="53595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FFFFF"/>
              </a:buClr>
              <a:buSzPts val="7000"/>
              <a:buFont typeface="Montserrat SemiBold"/>
              <a:buNone/>
              <a:defRPr sz="3500">
                <a:solidFill>
                  <a:srgbClr val="FFFFFF"/>
                </a:solidFill>
                <a:latin typeface="Montserrat SemiBold"/>
                <a:ea typeface="Montserrat SemiBold"/>
                <a:cs typeface="Montserrat SemiBold"/>
                <a:sym typeface="Montserrat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515" name="Google Shape;515;p30"/>
          <p:cNvGrpSpPr/>
          <p:nvPr/>
        </p:nvGrpSpPr>
        <p:grpSpPr>
          <a:xfrm>
            <a:off x="456894" y="497967"/>
            <a:ext cx="1125992" cy="89997"/>
            <a:chOff x="4935498" y="1642212"/>
            <a:chExt cx="2734980" cy="217042"/>
          </a:xfrm>
        </p:grpSpPr>
        <p:sp>
          <p:nvSpPr>
            <p:cNvPr id="516" name="Google Shape;516;p30"/>
            <p:cNvSpPr/>
            <p:nvPr/>
          </p:nvSpPr>
          <p:spPr>
            <a:xfrm>
              <a:off x="5197136" y="1646235"/>
              <a:ext cx="18839" cy="209333"/>
            </a:xfrm>
            <a:custGeom>
              <a:avLst/>
              <a:gdLst/>
              <a:ahLst/>
              <a:cxnLst/>
              <a:rect l="l" t="t" r="r" b="b"/>
              <a:pathLst>
                <a:path w="501" h="5567" extrusionOk="0">
                  <a:moveTo>
                    <a:pt x="1" y="0"/>
                  </a:moveTo>
                  <a:lnTo>
                    <a:pt x="1" y="5567"/>
                  </a:lnTo>
                  <a:lnTo>
                    <a:pt x="500" y="5567"/>
                  </a:lnTo>
                  <a:lnTo>
                    <a:pt x="5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sp>
          <p:nvSpPr>
            <p:cNvPr id="517" name="Google Shape;517;p30"/>
            <p:cNvSpPr/>
            <p:nvPr/>
          </p:nvSpPr>
          <p:spPr>
            <a:xfrm>
              <a:off x="5299114" y="1642550"/>
              <a:ext cx="199293" cy="216703"/>
            </a:xfrm>
            <a:custGeom>
              <a:avLst/>
              <a:gdLst/>
              <a:ahLst/>
              <a:cxnLst/>
              <a:rect l="l" t="t" r="r" b="b"/>
              <a:pathLst>
                <a:path w="5300" h="5763" extrusionOk="0">
                  <a:moveTo>
                    <a:pt x="2820" y="0"/>
                  </a:moveTo>
                  <a:cubicBezTo>
                    <a:pt x="2204" y="0"/>
                    <a:pt x="1687" y="107"/>
                    <a:pt x="1268" y="321"/>
                  </a:cubicBezTo>
                  <a:cubicBezTo>
                    <a:pt x="848" y="544"/>
                    <a:pt x="527" y="865"/>
                    <a:pt x="322" y="1294"/>
                  </a:cubicBezTo>
                  <a:cubicBezTo>
                    <a:pt x="108" y="1722"/>
                    <a:pt x="1" y="2248"/>
                    <a:pt x="1" y="2882"/>
                  </a:cubicBezTo>
                  <a:cubicBezTo>
                    <a:pt x="1" y="3845"/>
                    <a:pt x="233" y="4568"/>
                    <a:pt x="697" y="5049"/>
                  </a:cubicBezTo>
                  <a:cubicBezTo>
                    <a:pt x="1161" y="5522"/>
                    <a:pt x="1856" y="5763"/>
                    <a:pt x="2775" y="5763"/>
                  </a:cubicBezTo>
                  <a:cubicBezTo>
                    <a:pt x="3043" y="5763"/>
                    <a:pt x="3302" y="5727"/>
                    <a:pt x="3560" y="5674"/>
                  </a:cubicBezTo>
                  <a:cubicBezTo>
                    <a:pt x="3810" y="5620"/>
                    <a:pt x="4042" y="5522"/>
                    <a:pt x="4256" y="5397"/>
                  </a:cubicBezTo>
                  <a:cubicBezTo>
                    <a:pt x="4470" y="5272"/>
                    <a:pt x="4649" y="5103"/>
                    <a:pt x="4774" y="4898"/>
                  </a:cubicBezTo>
                  <a:lnTo>
                    <a:pt x="4845" y="5665"/>
                  </a:lnTo>
                  <a:lnTo>
                    <a:pt x="5300" y="5665"/>
                  </a:lnTo>
                  <a:lnTo>
                    <a:pt x="5300" y="2783"/>
                  </a:lnTo>
                  <a:lnTo>
                    <a:pt x="2632" y="2783"/>
                  </a:lnTo>
                  <a:lnTo>
                    <a:pt x="2632" y="3265"/>
                  </a:lnTo>
                  <a:lnTo>
                    <a:pt x="4738" y="3265"/>
                  </a:lnTo>
                  <a:lnTo>
                    <a:pt x="4738" y="3408"/>
                  </a:lnTo>
                  <a:cubicBezTo>
                    <a:pt x="4738" y="3827"/>
                    <a:pt x="4666" y="4175"/>
                    <a:pt x="4542" y="4452"/>
                  </a:cubicBezTo>
                  <a:cubicBezTo>
                    <a:pt x="4408" y="4728"/>
                    <a:pt x="4203" y="4933"/>
                    <a:pt x="3908" y="5067"/>
                  </a:cubicBezTo>
                  <a:cubicBezTo>
                    <a:pt x="3623" y="5201"/>
                    <a:pt x="3230" y="5263"/>
                    <a:pt x="2748" y="5263"/>
                  </a:cubicBezTo>
                  <a:cubicBezTo>
                    <a:pt x="2302" y="5263"/>
                    <a:pt x="1919" y="5192"/>
                    <a:pt x="1598" y="5040"/>
                  </a:cubicBezTo>
                  <a:cubicBezTo>
                    <a:pt x="1276" y="4889"/>
                    <a:pt x="1027" y="4639"/>
                    <a:pt x="857" y="4300"/>
                  </a:cubicBezTo>
                  <a:cubicBezTo>
                    <a:pt x="679" y="3961"/>
                    <a:pt x="598" y="3515"/>
                    <a:pt x="598" y="2971"/>
                  </a:cubicBezTo>
                  <a:lnTo>
                    <a:pt x="598" y="2792"/>
                  </a:lnTo>
                  <a:cubicBezTo>
                    <a:pt x="598" y="2382"/>
                    <a:pt x="643" y="2034"/>
                    <a:pt x="750" y="1740"/>
                  </a:cubicBezTo>
                  <a:cubicBezTo>
                    <a:pt x="848" y="1445"/>
                    <a:pt x="1000" y="1213"/>
                    <a:pt x="1196" y="1026"/>
                  </a:cubicBezTo>
                  <a:cubicBezTo>
                    <a:pt x="1392" y="839"/>
                    <a:pt x="1624" y="705"/>
                    <a:pt x="1901" y="616"/>
                  </a:cubicBezTo>
                  <a:cubicBezTo>
                    <a:pt x="2169" y="535"/>
                    <a:pt x="2481" y="491"/>
                    <a:pt x="2820" y="491"/>
                  </a:cubicBezTo>
                  <a:cubicBezTo>
                    <a:pt x="3087" y="491"/>
                    <a:pt x="3346" y="517"/>
                    <a:pt x="3578" y="571"/>
                  </a:cubicBezTo>
                  <a:cubicBezTo>
                    <a:pt x="3810" y="616"/>
                    <a:pt x="4015" y="705"/>
                    <a:pt x="4185" y="821"/>
                  </a:cubicBezTo>
                  <a:cubicBezTo>
                    <a:pt x="4354" y="937"/>
                    <a:pt x="4488" y="1088"/>
                    <a:pt x="4586" y="1285"/>
                  </a:cubicBezTo>
                  <a:cubicBezTo>
                    <a:pt x="4684" y="1472"/>
                    <a:pt x="4738" y="1713"/>
                    <a:pt x="4738" y="1989"/>
                  </a:cubicBezTo>
                  <a:lnTo>
                    <a:pt x="5300" y="1989"/>
                  </a:lnTo>
                  <a:cubicBezTo>
                    <a:pt x="5300" y="1659"/>
                    <a:pt x="5246" y="1365"/>
                    <a:pt x="5130" y="1115"/>
                  </a:cubicBezTo>
                  <a:cubicBezTo>
                    <a:pt x="5023" y="865"/>
                    <a:pt x="4854" y="660"/>
                    <a:pt x="4640" y="500"/>
                  </a:cubicBezTo>
                  <a:cubicBezTo>
                    <a:pt x="4426" y="330"/>
                    <a:pt x="4167" y="205"/>
                    <a:pt x="3864" y="125"/>
                  </a:cubicBezTo>
                  <a:cubicBezTo>
                    <a:pt x="3560" y="36"/>
                    <a:pt x="3212" y="0"/>
                    <a:pt x="28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sp>
          <p:nvSpPr>
            <p:cNvPr id="518" name="Google Shape;518;p30"/>
            <p:cNvSpPr/>
            <p:nvPr/>
          </p:nvSpPr>
          <p:spPr>
            <a:xfrm>
              <a:off x="5599031" y="1646235"/>
              <a:ext cx="24517" cy="209333"/>
            </a:xfrm>
            <a:custGeom>
              <a:avLst/>
              <a:gdLst/>
              <a:ahLst/>
              <a:cxnLst/>
              <a:rect l="l" t="t" r="r" b="b"/>
              <a:pathLst>
                <a:path w="652" h="5567" extrusionOk="0">
                  <a:moveTo>
                    <a:pt x="0" y="0"/>
                  </a:moveTo>
                  <a:lnTo>
                    <a:pt x="0" y="5567"/>
                  </a:lnTo>
                  <a:lnTo>
                    <a:pt x="651" y="5567"/>
                  </a:lnTo>
                  <a:lnTo>
                    <a:pt x="65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sp>
          <p:nvSpPr>
            <p:cNvPr id="519" name="Google Shape;519;p30"/>
            <p:cNvSpPr/>
            <p:nvPr/>
          </p:nvSpPr>
          <p:spPr>
            <a:xfrm>
              <a:off x="5703679" y="1645897"/>
              <a:ext cx="173122" cy="209672"/>
            </a:xfrm>
            <a:custGeom>
              <a:avLst/>
              <a:gdLst/>
              <a:ahLst/>
              <a:cxnLst/>
              <a:rect l="l" t="t" r="r" b="b"/>
              <a:pathLst>
                <a:path w="4604" h="5576" extrusionOk="0">
                  <a:moveTo>
                    <a:pt x="1" y="0"/>
                  </a:moveTo>
                  <a:lnTo>
                    <a:pt x="1" y="651"/>
                  </a:lnTo>
                  <a:lnTo>
                    <a:pt x="1927" y="651"/>
                  </a:lnTo>
                  <a:lnTo>
                    <a:pt x="1927" y="5576"/>
                  </a:lnTo>
                  <a:lnTo>
                    <a:pt x="2677" y="5576"/>
                  </a:lnTo>
                  <a:lnTo>
                    <a:pt x="2677" y="651"/>
                  </a:lnTo>
                  <a:lnTo>
                    <a:pt x="4604" y="651"/>
                  </a:lnTo>
                  <a:lnTo>
                    <a:pt x="46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sp>
          <p:nvSpPr>
            <p:cNvPr id="520" name="Google Shape;520;p30"/>
            <p:cNvSpPr/>
            <p:nvPr/>
          </p:nvSpPr>
          <p:spPr>
            <a:xfrm>
              <a:off x="5915344" y="1646235"/>
              <a:ext cx="206363" cy="209333"/>
            </a:xfrm>
            <a:custGeom>
              <a:avLst/>
              <a:gdLst/>
              <a:ahLst/>
              <a:cxnLst/>
              <a:rect l="l" t="t" r="r" b="b"/>
              <a:pathLst>
                <a:path w="5488" h="5567" extrusionOk="0">
                  <a:moveTo>
                    <a:pt x="2739" y="714"/>
                  </a:moveTo>
                  <a:cubicBezTo>
                    <a:pt x="2775" y="812"/>
                    <a:pt x="2802" y="910"/>
                    <a:pt x="2838" y="1017"/>
                  </a:cubicBezTo>
                  <a:cubicBezTo>
                    <a:pt x="2873" y="1124"/>
                    <a:pt x="2909" y="1231"/>
                    <a:pt x="2954" y="1338"/>
                  </a:cubicBezTo>
                  <a:cubicBezTo>
                    <a:pt x="2989" y="1445"/>
                    <a:pt x="3025" y="1543"/>
                    <a:pt x="3052" y="1624"/>
                  </a:cubicBezTo>
                  <a:cubicBezTo>
                    <a:pt x="3078" y="1704"/>
                    <a:pt x="3105" y="1775"/>
                    <a:pt x="3132" y="1820"/>
                  </a:cubicBezTo>
                  <a:lnTo>
                    <a:pt x="3774" y="3515"/>
                  </a:lnTo>
                  <a:lnTo>
                    <a:pt x="1651" y="3515"/>
                  </a:lnTo>
                  <a:lnTo>
                    <a:pt x="2302" y="1820"/>
                  </a:lnTo>
                  <a:cubicBezTo>
                    <a:pt x="2338" y="1740"/>
                    <a:pt x="2374" y="1633"/>
                    <a:pt x="2418" y="1499"/>
                  </a:cubicBezTo>
                  <a:cubicBezTo>
                    <a:pt x="2463" y="1365"/>
                    <a:pt x="2516" y="1231"/>
                    <a:pt x="2561" y="1089"/>
                  </a:cubicBezTo>
                  <a:cubicBezTo>
                    <a:pt x="2606" y="955"/>
                    <a:pt x="2650" y="830"/>
                    <a:pt x="2695" y="714"/>
                  </a:cubicBezTo>
                  <a:close/>
                  <a:moveTo>
                    <a:pt x="2195" y="0"/>
                  </a:moveTo>
                  <a:lnTo>
                    <a:pt x="1" y="5567"/>
                  </a:lnTo>
                  <a:lnTo>
                    <a:pt x="866" y="5567"/>
                  </a:lnTo>
                  <a:lnTo>
                    <a:pt x="1375" y="4229"/>
                  </a:lnTo>
                  <a:lnTo>
                    <a:pt x="4051" y="4229"/>
                  </a:lnTo>
                  <a:lnTo>
                    <a:pt x="4577" y="5567"/>
                  </a:lnTo>
                  <a:lnTo>
                    <a:pt x="5487" y="5567"/>
                  </a:lnTo>
                  <a:lnTo>
                    <a:pt x="3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sp>
          <p:nvSpPr>
            <p:cNvPr id="521" name="Google Shape;521;p30"/>
            <p:cNvSpPr/>
            <p:nvPr/>
          </p:nvSpPr>
          <p:spPr>
            <a:xfrm>
              <a:off x="6194467" y="1645897"/>
              <a:ext cx="139919" cy="209672"/>
            </a:xfrm>
            <a:custGeom>
              <a:avLst/>
              <a:gdLst/>
              <a:ahLst/>
              <a:cxnLst/>
              <a:rect l="l" t="t" r="r" b="b"/>
              <a:pathLst>
                <a:path w="3721" h="5576" extrusionOk="0">
                  <a:moveTo>
                    <a:pt x="0" y="0"/>
                  </a:moveTo>
                  <a:lnTo>
                    <a:pt x="0" y="5576"/>
                  </a:lnTo>
                  <a:lnTo>
                    <a:pt x="3720" y="5576"/>
                  </a:lnTo>
                  <a:lnTo>
                    <a:pt x="3720" y="4764"/>
                  </a:lnTo>
                  <a:lnTo>
                    <a:pt x="937" y="4764"/>
                  </a:lnTo>
                  <a:lnTo>
                    <a:pt x="9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sp>
          <p:nvSpPr>
            <p:cNvPr id="522" name="Google Shape;522;p30"/>
            <p:cNvSpPr/>
            <p:nvPr/>
          </p:nvSpPr>
          <p:spPr>
            <a:xfrm>
              <a:off x="6410155" y="1645897"/>
              <a:ext cx="176469" cy="209672"/>
            </a:xfrm>
            <a:custGeom>
              <a:avLst/>
              <a:gdLst/>
              <a:ahLst/>
              <a:cxnLst/>
              <a:rect l="l" t="t" r="r" b="b"/>
              <a:pathLst>
                <a:path w="4693" h="5576" extrusionOk="0">
                  <a:moveTo>
                    <a:pt x="0" y="0"/>
                  </a:moveTo>
                  <a:lnTo>
                    <a:pt x="0" y="5576"/>
                  </a:lnTo>
                  <a:lnTo>
                    <a:pt x="1035" y="5576"/>
                  </a:lnTo>
                  <a:lnTo>
                    <a:pt x="1035" y="3167"/>
                  </a:lnTo>
                  <a:lnTo>
                    <a:pt x="3658" y="3167"/>
                  </a:lnTo>
                  <a:lnTo>
                    <a:pt x="3658" y="5576"/>
                  </a:lnTo>
                  <a:lnTo>
                    <a:pt x="4693" y="5576"/>
                  </a:lnTo>
                  <a:lnTo>
                    <a:pt x="4693" y="0"/>
                  </a:lnTo>
                  <a:lnTo>
                    <a:pt x="3658" y="0"/>
                  </a:lnTo>
                  <a:lnTo>
                    <a:pt x="3658" y="2275"/>
                  </a:lnTo>
                  <a:lnTo>
                    <a:pt x="1035" y="2275"/>
                  </a:lnTo>
                  <a:lnTo>
                    <a:pt x="10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sp>
          <p:nvSpPr>
            <p:cNvPr id="523" name="Google Shape;523;p30"/>
            <p:cNvSpPr/>
            <p:nvPr/>
          </p:nvSpPr>
          <p:spPr>
            <a:xfrm>
              <a:off x="6666416" y="1642550"/>
              <a:ext cx="213394" cy="216703"/>
            </a:xfrm>
            <a:custGeom>
              <a:avLst/>
              <a:gdLst/>
              <a:ahLst/>
              <a:cxnLst/>
              <a:rect l="l" t="t" r="r" b="b"/>
              <a:pathLst>
                <a:path w="5675" h="5763" extrusionOk="0">
                  <a:moveTo>
                    <a:pt x="2829" y="946"/>
                  </a:moveTo>
                  <a:cubicBezTo>
                    <a:pt x="3105" y="946"/>
                    <a:pt x="3337" y="981"/>
                    <a:pt x="3543" y="1062"/>
                  </a:cubicBezTo>
                  <a:cubicBezTo>
                    <a:pt x="3748" y="1142"/>
                    <a:pt x="3926" y="1258"/>
                    <a:pt x="4069" y="1410"/>
                  </a:cubicBezTo>
                  <a:cubicBezTo>
                    <a:pt x="4203" y="1570"/>
                    <a:pt x="4310" y="1757"/>
                    <a:pt x="4390" y="1980"/>
                  </a:cubicBezTo>
                  <a:cubicBezTo>
                    <a:pt x="4461" y="2212"/>
                    <a:pt x="4497" y="2471"/>
                    <a:pt x="4497" y="2774"/>
                  </a:cubicBezTo>
                  <a:lnTo>
                    <a:pt x="4497" y="2989"/>
                  </a:lnTo>
                  <a:cubicBezTo>
                    <a:pt x="4497" y="3292"/>
                    <a:pt x="4461" y="3551"/>
                    <a:pt x="4390" y="3774"/>
                  </a:cubicBezTo>
                  <a:cubicBezTo>
                    <a:pt x="4310" y="3997"/>
                    <a:pt x="4203" y="4193"/>
                    <a:pt x="4069" y="4345"/>
                  </a:cubicBezTo>
                  <a:cubicBezTo>
                    <a:pt x="3926" y="4496"/>
                    <a:pt x="3748" y="4612"/>
                    <a:pt x="3543" y="4692"/>
                  </a:cubicBezTo>
                  <a:cubicBezTo>
                    <a:pt x="3337" y="4773"/>
                    <a:pt x="3105" y="4808"/>
                    <a:pt x="2829" y="4808"/>
                  </a:cubicBezTo>
                  <a:cubicBezTo>
                    <a:pt x="2561" y="4808"/>
                    <a:pt x="2320" y="4773"/>
                    <a:pt x="2115" y="4692"/>
                  </a:cubicBezTo>
                  <a:cubicBezTo>
                    <a:pt x="1910" y="4612"/>
                    <a:pt x="1741" y="4496"/>
                    <a:pt x="1598" y="4345"/>
                  </a:cubicBezTo>
                  <a:cubicBezTo>
                    <a:pt x="1464" y="4193"/>
                    <a:pt x="1357" y="3997"/>
                    <a:pt x="1286" y="3774"/>
                  </a:cubicBezTo>
                  <a:cubicBezTo>
                    <a:pt x="1223" y="3551"/>
                    <a:pt x="1187" y="3292"/>
                    <a:pt x="1187" y="2989"/>
                  </a:cubicBezTo>
                  <a:lnTo>
                    <a:pt x="1187" y="2774"/>
                  </a:lnTo>
                  <a:cubicBezTo>
                    <a:pt x="1187" y="2471"/>
                    <a:pt x="1223" y="2212"/>
                    <a:pt x="1286" y="1980"/>
                  </a:cubicBezTo>
                  <a:cubicBezTo>
                    <a:pt x="1357" y="1757"/>
                    <a:pt x="1464" y="1570"/>
                    <a:pt x="1598" y="1410"/>
                  </a:cubicBezTo>
                  <a:cubicBezTo>
                    <a:pt x="1741" y="1258"/>
                    <a:pt x="1910" y="1142"/>
                    <a:pt x="2115" y="1062"/>
                  </a:cubicBezTo>
                  <a:cubicBezTo>
                    <a:pt x="2320" y="981"/>
                    <a:pt x="2561" y="946"/>
                    <a:pt x="2829" y="946"/>
                  </a:cubicBezTo>
                  <a:close/>
                  <a:moveTo>
                    <a:pt x="2829" y="0"/>
                  </a:moveTo>
                  <a:cubicBezTo>
                    <a:pt x="2249" y="0"/>
                    <a:pt x="1741" y="98"/>
                    <a:pt x="1321" y="312"/>
                  </a:cubicBezTo>
                  <a:cubicBezTo>
                    <a:pt x="893" y="517"/>
                    <a:pt x="563" y="830"/>
                    <a:pt x="340" y="1258"/>
                  </a:cubicBezTo>
                  <a:cubicBezTo>
                    <a:pt x="117" y="1686"/>
                    <a:pt x="1" y="2221"/>
                    <a:pt x="1" y="2882"/>
                  </a:cubicBezTo>
                  <a:cubicBezTo>
                    <a:pt x="1" y="3524"/>
                    <a:pt x="117" y="4059"/>
                    <a:pt x="340" y="4487"/>
                  </a:cubicBezTo>
                  <a:cubicBezTo>
                    <a:pt x="563" y="4915"/>
                    <a:pt x="893" y="5237"/>
                    <a:pt x="1321" y="5451"/>
                  </a:cubicBezTo>
                  <a:cubicBezTo>
                    <a:pt x="1741" y="5656"/>
                    <a:pt x="2249" y="5763"/>
                    <a:pt x="2829" y="5763"/>
                  </a:cubicBezTo>
                  <a:cubicBezTo>
                    <a:pt x="3427" y="5763"/>
                    <a:pt x="3935" y="5656"/>
                    <a:pt x="4354" y="5451"/>
                  </a:cubicBezTo>
                  <a:cubicBezTo>
                    <a:pt x="4783" y="5237"/>
                    <a:pt x="5104" y="4915"/>
                    <a:pt x="5336" y="4487"/>
                  </a:cubicBezTo>
                  <a:cubicBezTo>
                    <a:pt x="5559" y="4059"/>
                    <a:pt x="5675" y="3524"/>
                    <a:pt x="5675" y="2882"/>
                  </a:cubicBezTo>
                  <a:cubicBezTo>
                    <a:pt x="5675" y="2221"/>
                    <a:pt x="5559" y="1686"/>
                    <a:pt x="5336" y="1258"/>
                  </a:cubicBezTo>
                  <a:cubicBezTo>
                    <a:pt x="5104" y="830"/>
                    <a:pt x="4783" y="517"/>
                    <a:pt x="4354" y="312"/>
                  </a:cubicBezTo>
                  <a:cubicBezTo>
                    <a:pt x="3935" y="98"/>
                    <a:pt x="3427" y="0"/>
                    <a:pt x="28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sp>
          <p:nvSpPr>
            <p:cNvPr id="524" name="Google Shape;524;p30"/>
            <p:cNvSpPr/>
            <p:nvPr/>
          </p:nvSpPr>
          <p:spPr>
            <a:xfrm>
              <a:off x="6958625" y="1645897"/>
              <a:ext cx="186884" cy="213357"/>
            </a:xfrm>
            <a:custGeom>
              <a:avLst/>
              <a:gdLst/>
              <a:ahLst/>
              <a:cxnLst/>
              <a:rect l="l" t="t" r="r" b="b"/>
              <a:pathLst>
                <a:path w="4970" h="5674" extrusionOk="0">
                  <a:moveTo>
                    <a:pt x="0" y="0"/>
                  </a:moveTo>
                  <a:lnTo>
                    <a:pt x="0" y="3453"/>
                  </a:lnTo>
                  <a:cubicBezTo>
                    <a:pt x="0" y="3943"/>
                    <a:pt x="98" y="4354"/>
                    <a:pt x="295" y="4684"/>
                  </a:cubicBezTo>
                  <a:cubicBezTo>
                    <a:pt x="491" y="5014"/>
                    <a:pt x="776" y="5264"/>
                    <a:pt x="1142" y="5424"/>
                  </a:cubicBezTo>
                  <a:cubicBezTo>
                    <a:pt x="1517" y="5585"/>
                    <a:pt x="1963" y="5674"/>
                    <a:pt x="2480" y="5674"/>
                  </a:cubicBezTo>
                  <a:cubicBezTo>
                    <a:pt x="2998" y="5674"/>
                    <a:pt x="3444" y="5585"/>
                    <a:pt x="3818" y="5424"/>
                  </a:cubicBezTo>
                  <a:cubicBezTo>
                    <a:pt x="4184" y="5264"/>
                    <a:pt x="4470" y="5014"/>
                    <a:pt x="4675" y="4684"/>
                  </a:cubicBezTo>
                  <a:cubicBezTo>
                    <a:pt x="4871" y="4354"/>
                    <a:pt x="4969" y="3943"/>
                    <a:pt x="4969" y="3453"/>
                  </a:cubicBezTo>
                  <a:lnTo>
                    <a:pt x="4969" y="0"/>
                  </a:lnTo>
                  <a:lnTo>
                    <a:pt x="3685" y="0"/>
                  </a:lnTo>
                  <a:lnTo>
                    <a:pt x="3685" y="3426"/>
                  </a:lnTo>
                  <a:cubicBezTo>
                    <a:pt x="3685" y="3810"/>
                    <a:pt x="3578" y="4104"/>
                    <a:pt x="3372" y="4318"/>
                  </a:cubicBezTo>
                  <a:cubicBezTo>
                    <a:pt x="3158" y="4532"/>
                    <a:pt x="2864" y="4639"/>
                    <a:pt x="2471" y="4639"/>
                  </a:cubicBezTo>
                  <a:cubicBezTo>
                    <a:pt x="2088" y="4639"/>
                    <a:pt x="1793" y="4532"/>
                    <a:pt x="1588" y="4318"/>
                  </a:cubicBezTo>
                  <a:cubicBezTo>
                    <a:pt x="1383" y="4104"/>
                    <a:pt x="1276" y="3810"/>
                    <a:pt x="1276" y="3426"/>
                  </a:cubicBezTo>
                  <a:lnTo>
                    <a:pt x="127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sp>
          <p:nvSpPr>
            <p:cNvPr id="525" name="Google Shape;525;p30"/>
            <p:cNvSpPr/>
            <p:nvPr/>
          </p:nvSpPr>
          <p:spPr>
            <a:xfrm>
              <a:off x="7223610" y="1642212"/>
              <a:ext cx="187223" cy="217042"/>
            </a:xfrm>
            <a:custGeom>
              <a:avLst/>
              <a:gdLst/>
              <a:ahLst/>
              <a:cxnLst/>
              <a:rect l="l" t="t" r="r" b="b"/>
              <a:pathLst>
                <a:path w="4979" h="5772" extrusionOk="0">
                  <a:moveTo>
                    <a:pt x="2490" y="0"/>
                  </a:moveTo>
                  <a:cubicBezTo>
                    <a:pt x="2169" y="0"/>
                    <a:pt x="1865" y="27"/>
                    <a:pt x="1580" y="89"/>
                  </a:cubicBezTo>
                  <a:cubicBezTo>
                    <a:pt x="1294" y="152"/>
                    <a:pt x="1036" y="250"/>
                    <a:pt x="822" y="384"/>
                  </a:cubicBezTo>
                  <a:cubicBezTo>
                    <a:pt x="599" y="526"/>
                    <a:pt x="429" y="696"/>
                    <a:pt x="304" y="910"/>
                  </a:cubicBezTo>
                  <a:cubicBezTo>
                    <a:pt x="179" y="1124"/>
                    <a:pt x="117" y="1374"/>
                    <a:pt x="117" y="1668"/>
                  </a:cubicBezTo>
                  <a:cubicBezTo>
                    <a:pt x="117" y="1936"/>
                    <a:pt x="161" y="2159"/>
                    <a:pt x="260" y="2346"/>
                  </a:cubicBezTo>
                  <a:cubicBezTo>
                    <a:pt x="349" y="2534"/>
                    <a:pt x="483" y="2685"/>
                    <a:pt x="643" y="2810"/>
                  </a:cubicBezTo>
                  <a:cubicBezTo>
                    <a:pt x="795" y="2935"/>
                    <a:pt x="982" y="3042"/>
                    <a:pt x="1178" y="3122"/>
                  </a:cubicBezTo>
                  <a:cubicBezTo>
                    <a:pt x="1384" y="3203"/>
                    <a:pt x="1589" y="3274"/>
                    <a:pt x="1803" y="3328"/>
                  </a:cubicBezTo>
                  <a:cubicBezTo>
                    <a:pt x="2017" y="3381"/>
                    <a:pt x="2231" y="3435"/>
                    <a:pt x="2427" y="3479"/>
                  </a:cubicBezTo>
                  <a:cubicBezTo>
                    <a:pt x="2633" y="3524"/>
                    <a:pt x="2811" y="3577"/>
                    <a:pt x="2972" y="3631"/>
                  </a:cubicBezTo>
                  <a:cubicBezTo>
                    <a:pt x="3132" y="3684"/>
                    <a:pt x="3257" y="3756"/>
                    <a:pt x="3346" y="3836"/>
                  </a:cubicBezTo>
                  <a:cubicBezTo>
                    <a:pt x="3444" y="3916"/>
                    <a:pt x="3489" y="4023"/>
                    <a:pt x="3489" y="4148"/>
                  </a:cubicBezTo>
                  <a:cubicBezTo>
                    <a:pt x="3489" y="4220"/>
                    <a:pt x="3480" y="4291"/>
                    <a:pt x="3444" y="4345"/>
                  </a:cubicBezTo>
                  <a:cubicBezTo>
                    <a:pt x="3418" y="4398"/>
                    <a:pt x="3373" y="4452"/>
                    <a:pt x="3311" y="4487"/>
                  </a:cubicBezTo>
                  <a:cubicBezTo>
                    <a:pt x="3248" y="4532"/>
                    <a:pt x="3177" y="4568"/>
                    <a:pt x="3096" y="4594"/>
                  </a:cubicBezTo>
                  <a:cubicBezTo>
                    <a:pt x="3016" y="4621"/>
                    <a:pt x="2918" y="4639"/>
                    <a:pt x="2820" y="4648"/>
                  </a:cubicBezTo>
                  <a:cubicBezTo>
                    <a:pt x="2713" y="4657"/>
                    <a:pt x="2606" y="4666"/>
                    <a:pt x="2490" y="4666"/>
                  </a:cubicBezTo>
                  <a:cubicBezTo>
                    <a:pt x="2267" y="4666"/>
                    <a:pt x="2079" y="4639"/>
                    <a:pt x="1919" y="4594"/>
                  </a:cubicBezTo>
                  <a:cubicBezTo>
                    <a:pt x="1758" y="4550"/>
                    <a:pt x="1633" y="4470"/>
                    <a:pt x="1544" y="4371"/>
                  </a:cubicBezTo>
                  <a:cubicBezTo>
                    <a:pt x="1455" y="4264"/>
                    <a:pt x="1410" y="4122"/>
                    <a:pt x="1410" y="3952"/>
                  </a:cubicBezTo>
                  <a:cubicBezTo>
                    <a:pt x="1410" y="3934"/>
                    <a:pt x="1410" y="3916"/>
                    <a:pt x="1410" y="3890"/>
                  </a:cubicBezTo>
                  <a:cubicBezTo>
                    <a:pt x="1410" y="3863"/>
                    <a:pt x="1410" y="3845"/>
                    <a:pt x="1410" y="3827"/>
                  </a:cubicBezTo>
                  <a:lnTo>
                    <a:pt x="10" y="3827"/>
                  </a:lnTo>
                  <a:cubicBezTo>
                    <a:pt x="1" y="3845"/>
                    <a:pt x="1" y="3863"/>
                    <a:pt x="1" y="3890"/>
                  </a:cubicBezTo>
                  <a:lnTo>
                    <a:pt x="1" y="3970"/>
                  </a:lnTo>
                  <a:cubicBezTo>
                    <a:pt x="1" y="4300"/>
                    <a:pt x="72" y="4585"/>
                    <a:pt x="206" y="4817"/>
                  </a:cubicBezTo>
                  <a:cubicBezTo>
                    <a:pt x="340" y="5040"/>
                    <a:pt x="527" y="5228"/>
                    <a:pt x="759" y="5371"/>
                  </a:cubicBezTo>
                  <a:cubicBezTo>
                    <a:pt x="1000" y="5513"/>
                    <a:pt x="1268" y="5611"/>
                    <a:pt x="1580" y="5674"/>
                  </a:cubicBezTo>
                  <a:cubicBezTo>
                    <a:pt x="1883" y="5736"/>
                    <a:pt x="2213" y="5772"/>
                    <a:pt x="2570" y="5772"/>
                  </a:cubicBezTo>
                  <a:cubicBezTo>
                    <a:pt x="3025" y="5772"/>
                    <a:pt x="3444" y="5710"/>
                    <a:pt x="3801" y="5585"/>
                  </a:cubicBezTo>
                  <a:cubicBezTo>
                    <a:pt x="4167" y="5460"/>
                    <a:pt x="4461" y="5263"/>
                    <a:pt x="4667" y="4987"/>
                  </a:cubicBezTo>
                  <a:cubicBezTo>
                    <a:pt x="4872" y="4719"/>
                    <a:pt x="4979" y="4362"/>
                    <a:pt x="4979" y="3916"/>
                  </a:cubicBezTo>
                  <a:cubicBezTo>
                    <a:pt x="4979" y="3667"/>
                    <a:pt x="4934" y="3444"/>
                    <a:pt x="4836" y="3265"/>
                  </a:cubicBezTo>
                  <a:cubicBezTo>
                    <a:pt x="4738" y="3087"/>
                    <a:pt x="4613" y="2935"/>
                    <a:pt x="4452" y="2819"/>
                  </a:cubicBezTo>
                  <a:cubicBezTo>
                    <a:pt x="4292" y="2694"/>
                    <a:pt x="4104" y="2596"/>
                    <a:pt x="3908" y="2516"/>
                  </a:cubicBezTo>
                  <a:cubicBezTo>
                    <a:pt x="3703" y="2436"/>
                    <a:pt x="3498" y="2373"/>
                    <a:pt x="3284" y="2320"/>
                  </a:cubicBezTo>
                  <a:cubicBezTo>
                    <a:pt x="3070" y="2275"/>
                    <a:pt x="2864" y="2221"/>
                    <a:pt x="2668" y="2177"/>
                  </a:cubicBezTo>
                  <a:cubicBezTo>
                    <a:pt x="2463" y="2132"/>
                    <a:pt x="2285" y="2079"/>
                    <a:pt x="2124" y="2025"/>
                  </a:cubicBezTo>
                  <a:cubicBezTo>
                    <a:pt x="1955" y="1972"/>
                    <a:pt x="1830" y="1909"/>
                    <a:pt x="1731" y="1829"/>
                  </a:cubicBezTo>
                  <a:cubicBezTo>
                    <a:pt x="1642" y="1758"/>
                    <a:pt x="1598" y="1659"/>
                    <a:pt x="1598" y="1543"/>
                  </a:cubicBezTo>
                  <a:cubicBezTo>
                    <a:pt x="1598" y="1445"/>
                    <a:pt x="1633" y="1356"/>
                    <a:pt x="1705" y="1285"/>
                  </a:cubicBezTo>
                  <a:cubicBezTo>
                    <a:pt x="1776" y="1213"/>
                    <a:pt x="1883" y="1160"/>
                    <a:pt x="2017" y="1124"/>
                  </a:cubicBezTo>
                  <a:cubicBezTo>
                    <a:pt x="2160" y="1088"/>
                    <a:pt x="2329" y="1071"/>
                    <a:pt x="2525" y="1071"/>
                  </a:cubicBezTo>
                  <a:cubicBezTo>
                    <a:pt x="2731" y="1071"/>
                    <a:pt x="2891" y="1097"/>
                    <a:pt x="3034" y="1151"/>
                  </a:cubicBezTo>
                  <a:cubicBezTo>
                    <a:pt x="3168" y="1213"/>
                    <a:pt x="3266" y="1285"/>
                    <a:pt x="3337" y="1383"/>
                  </a:cubicBezTo>
                  <a:cubicBezTo>
                    <a:pt x="3400" y="1472"/>
                    <a:pt x="3435" y="1588"/>
                    <a:pt x="3435" y="1713"/>
                  </a:cubicBezTo>
                  <a:lnTo>
                    <a:pt x="3435" y="1766"/>
                  </a:lnTo>
                  <a:lnTo>
                    <a:pt x="4836" y="1766"/>
                  </a:lnTo>
                  <a:lnTo>
                    <a:pt x="4836" y="1668"/>
                  </a:lnTo>
                  <a:cubicBezTo>
                    <a:pt x="4827" y="1374"/>
                    <a:pt x="4765" y="1124"/>
                    <a:pt x="4640" y="919"/>
                  </a:cubicBezTo>
                  <a:cubicBezTo>
                    <a:pt x="4524" y="714"/>
                    <a:pt x="4354" y="535"/>
                    <a:pt x="4131" y="402"/>
                  </a:cubicBezTo>
                  <a:cubicBezTo>
                    <a:pt x="3917" y="259"/>
                    <a:pt x="3667" y="161"/>
                    <a:pt x="3391" y="98"/>
                  </a:cubicBezTo>
                  <a:cubicBezTo>
                    <a:pt x="3114" y="27"/>
                    <a:pt x="2811" y="0"/>
                    <a:pt x="24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sp>
          <p:nvSpPr>
            <p:cNvPr id="526" name="Google Shape;526;p30"/>
            <p:cNvSpPr/>
            <p:nvPr/>
          </p:nvSpPr>
          <p:spPr>
            <a:xfrm>
              <a:off x="7489309" y="1645559"/>
              <a:ext cx="181169" cy="210010"/>
            </a:xfrm>
            <a:custGeom>
              <a:avLst/>
              <a:gdLst/>
              <a:ahLst/>
              <a:cxnLst/>
              <a:rect l="l" t="t" r="r" b="b"/>
              <a:pathLst>
                <a:path w="4818" h="5585" extrusionOk="0">
                  <a:moveTo>
                    <a:pt x="0" y="0"/>
                  </a:moveTo>
                  <a:lnTo>
                    <a:pt x="0" y="5585"/>
                  </a:lnTo>
                  <a:lnTo>
                    <a:pt x="4818" y="5585"/>
                  </a:lnTo>
                  <a:lnTo>
                    <a:pt x="4818" y="4300"/>
                  </a:lnTo>
                  <a:lnTo>
                    <a:pt x="1686" y="4300"/>
                  </a:lnTo>
                  <a:lnTo>
                    <a:pt x="1686" y="3364"/>
                  </a:lnTo>
                  <a:lnTo>
                    <a:pt x="4443" y="3364"/>
                  </a:lnTo>
                  <a:lnTo>
                    <a:pt x="4443" y="2132"/>
                  </a:lnTo>
                  <a:lnTo>
                    <a:pt x="1686" y="2132"/>
                  </a:lnTo>
                  <a:lnTo>
                    <a:pt x="1686" y="1276"/>
                  </a:lnTo>
                  <a:lnTo>
                    <a:pt x="4764" y="1276"/>
                  </a:lnTo>
                  <a:lnTo>
                    <a:pt x="476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sp>
          <p:nvSpPr>
            <p:cNvPr id="527" name="Google Shape;527;p30"/>
            <p:cNvSpPr/>
            <p:nvPr/>
          </p:nvSpPr>
          <p:spPr>
            <a:xfrm>
              <a:off x="4935498" y="1646235"/>
              <a:ext cx="178837" cy="208995"/>
            </a:xfrm>
            <a:custGeom>
              <a:avLst/>
              <a:gdLst/>
              <a:ahLst/>
              <a:cxnLst/>
              <a:rect l="l" t="t" r="r" b="b"/>
              <a:pathLst>
                <a:path w="4756" h="5558" extrusionOk="0">
                  <a:moveTo>
                    <a:pt x="2552" y="437"/>
                  </a:moveTo>
                  <a:cubicBezTo>
                    <a:pt x="3524" y="437"/>
                    <a:pt x="4318" y="1231"/>
                    <a:pt x="4318" y="2204"/>
                  </a:cubicBezTo>
                  <a:lnTo>
                    <a:pt x="4318" y="3354"/>
                  </a:lnTo>
                  <a:cubicBezTo>
                    <a:pt x="4318" y="4327"/>
                    <a:pt x="3524" y="5112"/>
                    <a:pt x="2552" y="5112"/>
                  </a:cubicBezTo>
                  <a:lnTo>
                    <a:pt x="437" y="5112"/>
                  </a:lnTo>
                  <a:lnTo>
                    <a:pt x="437" y="437"/>
                  </a:lnTo>
                  <a:close/>
                  <a:moveTo>
                    <a:pt x="0" y="0"/>
                  </a:moveTo>
                  <a:lnTo>
                    <a:pt x="0" y="5558"/>
                  </a:lnTo>
                  <a:lnTo>
                    <a:pt x="2552" y="5558"/>
                  </a:lnTo>
                  <a:cubicBezTo>
                    <a:pt x="3765" y="5558"/>
                    <a:pt x="4755" y="4568"/>
                    <a:pt x="4755" y="3354"/>
                  </a:cubicBezTo>
                  <a:lnTo>
                    <a:pt x="4755" y="2204"/>
                  </a:lnTo>
                  <a:cubicBezTo>
                    <a:pt x="4755" y="981"/>
                    <a:pt x="3765" y="0"/>
                    <a:pt x="25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chemeClr val="lt1"/>
                </a:solidFill>
              </a:endParaRPr>
            </a:p>
          </p:txBody>
        </p:sp>
      </p:grpSp>
      <p:pic>
        <p:nvPicPr>
          <p:cNvPr id="528" name="Google Shape;528;p30"/>
          <p:cNvPicPr preferRelativeResize="0"/>
          <p:nvPr/>
        </p:nvPicPr>
        <p:blipFill>
          <a:blip r:embed="rId2">
            <a:alphaModFix/>
          </a:blip>
          <a:stretch>
            <a:fillRect/>
          </a:stretch>
        </p:blipFill>
        <p:spPr>
          <a:xfrm>
            <a:off x="471950" y="3949944"/>
            <a:ext cx="2178824" cy="886212"/>
          </a:xfrm>
          <a:prstGeom prst="rect">
            <a:avLst/>
          </a:prstGeom>
          <a:noFill/>
          <a:ln>
            <a:noFill/>
          </a:ln>
        </p:spPr>
      </p:pic>
    </p:spTree>
    <p:extLst>
      <p:ext uri="{BB962C8B-B14F-4D97-AF65-F5344CB8AC3E}">
        <p14:creationId xmlns:p14="http://schemas.microsoft.com/office/powerpoint/2010/main" val="3257487695"/>
      </p:ext>
    </p:extLst>
  </p:cSld>
  <p:clrMapOvr>
    <a:masterClrMapping/>
  </p:clrMapOvr>
  <p:extLst>
    <p:ext uri="{DCECCB84-F9BA-43D5-87BE-67443E8EF086}">
      <p15:sldGuideLst xmlns:p15="http://schemas.microsoft.com/office/powerpoint/2012/main">
        <p15:guide id="1" orient="horz" pos="2905">
          <p15:clr>
            <a:srgbClr val="FA7B17"/>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parador">
  <p:cSld name="Separador">
    <p:bg>
      <p:bgPr>
        <a:solidFill>
          <a:schemeClr val="accent3"/>
        </a:solidFill>
        <a:effectLst/>
      </p:bgPr>
    </p:bg>
    <p:spTree>
      <p:nvGrpSpPr>
        <p:cNvPr id="1" name="Shape 529"/>
        <p:cNvGrpSpPr/>
        <p:nvPr/>
      </p:nvGrpSpPr>
      <p:grpSpPr>
        <a:xfrm>
          <a:off x="0" y="0"/>
          <a:ext cx="0" cy="0"/>
          <a:chOff x="0" y="0"/>
          <a:chExt cx="0" cy="0"/>
        </a:xfrm>
      </p:grpSpPr>
      <p:sp>
        <p:nvSpPr>
          <p:cNvPr id="530" name="Google Shape;530;p31"/>
          <p:cNvSpPr/>
          <p:nvPr/>
        </p:nvSpPr>
        <p:spPr>
          <a:xfrm rot="10800000">
            <a:off x="7667625" y="3327600"/>
            <a:ext cx="1301550" cy="1301550"/>
          </a:xfrm>
          <a:prstGeom prst="arc">
            <a:avLst>
              <a:gd name="adj1" fmla="val 16200000"/>
              <a:gd name="adj2" fmla="val 0"/>
            </a:avLst>
          </a:prstGeom>
          <a:noFill/>
          <a:ln w="76200" cap="flat" cmpd="sng">
            <a:solidFill>
              <a:srgbClr val="000000"/>
            </a:solidFill>
            <a:prstDash val="solid"/>
            <a:round/>
            <a:headEnd type="none" w="sm" len="sm"/>
            <a:tailEnd type="none" w="sm" len="sm"/>
          </a:ln>
        </p:spPr>
        <p:txBody>
          <a:bodyPr spcFirstLastPara="1" wrap="square" lIns="45713" tIns="45713" rIns="45713" bIns="45713" anchor="ctr" anchorCtr="0">
            <a:noAutofit/>
          </a:bodyPr>
          <a:lstStyle/>
          <a:p>
            <a:pPr marL="0" marR="0" lvl="0" indent="0" algn="l" rtl="0">
              <a:lnSpc>
                <a:spcPct val="100000"/>
              </a:lnSpc>
              <a:spcBef>
                <a:spcPts val="0"/>
              </a:spcBef>
              <a:spcAft>
                <a:spcPts val="0"/>
              </a:spcAft>
              <a:buNone/>
            </a:pPr>
            <a:endParaRPr sz="700">
              <a:solidFill>
                <a:srgbClr val="FFFFFF"/>
              </a:solidFill>
            </a:endParaRPr>
          </a:p>
        </p:txBody>
      </p:sp>
      <p:cxnSp>
        <p:nvCxnSpPr>
          <p:cNvPr id="531" name="Google Shape;531;p31"/>
          <p:cNvCxnSpPr/>
          <p:nvPr/>
        </p:nvCxnSpPr>
        <p:spPr>
          <a:xfrm>
            <a:off x="8309300" y="4629150"/>
            <a:ext cx="841350" cy="0"/>
          </a:xfrm>
          <a:prstGeom prst="straightConnector1">
            <a:avLst/>
          </a:prstGeom>
          <a:noFill/>
          <a:ln w="76200" cap="flat" cmpd="sng">
            <a:solidFill>
              <a:srgbClr val="000000"/>
            </a:solidFill>
            <a:prstDash val="solid"/>
            <a:round/>
            <a:headEnd type="none" w="med" len="med"/>
            <a:tailEnd type="none" w="med" len="med"/>
          </a:ln>
        </p:spPr>
      </p:cxnSp>
      <p:sp>
        <p:nvSpPr>
          <p:cNvPr id="532" name="Google Shape;532;p31"/>
          <p:cNvSpPr/>
          <p:nvPr/>
        </p:nvSpPr>
        <p:spPr>
          <a:xfrm flipH="1">
            <a:off x="7667625" y="1076550"/>
            <a:ext cx="1301550" cy="1301550"/>
          </a:xfrm>
          <a:prstGeom prst="arc">
            <a:avLst>
              <a:gd name="adj1" fmla="val 16200000"/>
              <a:gd name="adj2" fmla="val 0"/>
            </a:avLst>
          </a:prstGeom>
          <a:noFill/>
          <a:ln w="76200" cap="flat" cmpd="sng">
            <a:solidFill>
              <a:srgbClr val="000000"/>
            </a:solidFill>
            <a:prstDash val="solid"/>
            <a:round/>
            <a:headEnd type="none" w="sm" len="sm"/>
            <a:tailEnd type="none" w="sm" len="sm"/>
          </a:ln>
        </p:spPr>
        <p:txBody>
          <a:bodyPr spcFirstLastPara="1" wrap="square" lIns="45713" tIns="45713" rIns="45713" bIns="45713" anchor="ctr" anchorCtr="0">
            <a:noAutofit/>
          </a:bodyPr>
          <a:lstStyle/>
          <a:p>
            <a:pPr marL="0" marR="0" lvl="0" indent="0" algn="l" rtl="0">
              <a:lnSpc>
                <a:spcPct val="100000"/>
              </a:lnSpc>
              <a:spcBef>
                <a:spcPts val="0"/>
              </a:spcBef>
              <a:spcAft>
                <a:spcPts val="0"/>
              </a:spcAft>
              <a:buNone/>
            </a:pPr>
            <a:endParaRPr sz="700">
              <a:solidFill>
                <a:srgbClr val="FFFFFF"/>
              </a:solidFill>
            </a:endParaRPr>
          </a:p>
        </p:txBody>
      </p:sp>
      <p:cxnSp>
        <p:nvCxnSpPr>
          <p:cNvPr id="533" name="Google Shape;533;p31"/>
          <p:cNvCxnSpPr/>
          <p:nvPr/>
        </p:nvCxnSpPr>
        <p:spPr>
          <a:xfrm>
            <a:off x="8309300" y="1076550"/>
            <a:ext cx="841350" cy="0"/>
          </a:xfrm>
          <a:prstGeom prst="straightConnector1">
            <a:avLst/>
          </a:prstGeom>
          <a:noFill/>
          <a:ln w="76200" cap="flat" cmpd="sng">
            <a:solidFill>
              <a:srgbClr val="000000"/>
            </a:solidFill>
            <a:prstDash val="solid"/>
            <a:round/>
            <a:headEnd type="none" w="med" len="med"/>
            <a:tailEnd type="none" w="med" len="med"/>
          </a:ln>
        </p:spPr>
      </p:cxnSp>
      <p:cxnSp>
        <p:nvCxnSpPr>
          <p:cNvPr id="534" name="Google Shape;534;p31"/>
          <p:cNvCxnSpPr>
            <a:stCxn id="532" idx="2"/>
            <a:endCxn id="530" idx="2"/>
          </p:cNvCxnSpPr>
          <p:nvPr/>
        </p:nvCxnSpPr>
        <p:spPr>
          <a:xfrm>
            <a:off x="7667625" y="1727325"/>
            <a:ext cx="0" cy="2251050"/>
          </a:xfrm>
          <a:prstGeom prst="straightConnector1">
            <a:avLst/>
          </a:prstGeom>
          <a:noFill/>
          <a:ln w="76200" cap="flat" cmpd="sng">
            <a:solidFill>
              <a:srgbClr val="000000"/>
            </a:solidFill>
            <a:prstDash val="solid"/>
            <a:round/>
            <a:headEnd type="none" w="med" len="med"/>
            <a:tailEnd type="none" w="med" len="med"/>
          </a:ln>
        </p:spPr>
      </p:cxnSp>
      <p:sp>
        <p:nvSpPr>
          <p:cNvPr id="535" name="Google Shape;535;p31"/>
          <p:cNvSpPr/>
          <p:nvPr/>
        </p:nvSpPr>
        <p:spPr>
          <a:xfrm>
            <a:off x="-1082348" y="2057400"/>
            <a:ext cx="2454900" cy="685500"/>
          </a:xfrm>
          <a:prstGeom prst="roundRect">
            <a:avLst>
              <a:gd name="adj" fmla="val 50000"/>
            </a:avLst>
          </a:prstGeom>
          <a:solidFill>
            <a:srgbClr val="000000"/>
          </a:solidFill>
          <a:ln>
            <a:noFill/>
          </a:ln>
        </p:spPr>
        <p:txBody>
          <a:bodyPr spcFirstLastPara="1" wrap="square" lIns="45713" tIns="45713" rIns="45713" bIns="45713" anchor="ctr" anchorCtr="0">
            <a:noAutofit/>
          </a:bodyPr>
          <a:lstStyle/>
          <a:p>
            <a:pPr marL="0" lvl="0" indent="0" algn="ctr" rtl="0">
              <a:spcBef>
                <a:spcPts val="0"/>
              </a:spcBef>
              <a:spcAft>
                <a:spcPts val="0"/>
              </a:spcAft>
              <a:buNone/>
            </a:pPr>
            <a:endParaRPr sz="700"/>
          </a:p>
        </p:txBody>
      </p:sp>
      <p:sp>
        <p:nvSpPr>
          <p:cNvPr id="536" name="Google Shape;536;p31"/>
          <p:cNvSpPr txBox="1">
            <a:spLocks noGrp="1"/>
          </p:cNvSpPr>
          <p:nvPr>
            <p:ph type="title"/>
          </p:nvPr>
        </p:nvSpPr>
        <p:spPr>
          <a:xfrm>
            <a:off x="184025" y="2092650"/>
            <a:ext cx="923550" cy="538800"/>
          </a:xfrm>
          <a:prstGeom prst="rect">
            <a:avLst/>
          </a:prstGeom>
          <a:noFill/>
          <a:ln>
            <a:noFill/>
          </a:ln>
        </p:spPr>
        <p:txBody>
          <a:bodyPr spcFirstLastPara="1" wrap="square" lIns="91425" tIns="91425" rIns="91425" bIns="91425" anchor="t" anchorCtr="0">
            <a:noAutofit/>
          </a:bodyPr>
          <a:lstStyle>
            <a:lvl1pPr lvl="0" algn="r">
              <a:spcBef>
                <a:spcPts val="0"/>
              </a:spcBef>
              <a:spcAft>
                <a:spcPts val="0"/>
              </a:spcAft>
              <a:buClr>
                <a:srgbClr val="FFFFFF"/>
              </a:buClr>
              <a:buSzPts val="7000"/>
              <a:buFont typeface="Montserrat"/>
              <a:buNone/>
              <a:defRPr sz="3500">
                <a:solidFill>
                  <a:srgbClr val="FFFFFF"/>
                </a:solidFill>
                <a:latin typeface="Montserrat"/>
                <a:ea typeface="Montserrat"/>
                <a:cs typeface="Montserrat"/>
                <a:sym typeface="Montserrat"/>
              </a:defRPr>
            </a:lvl1pPr>
            <a:lvl2pPr lvl="1" algn="r">
              <a:spcBef>
                <a:spcPts val="0"/>
              </a:spcBef>
              <a:spcAft>
                <a:spcPts val="0"/>
              </a:spcAft>
              <a:buClr>
                <a:srgbClr val="FFFFFF"/>
              </a:buClr>
              <a:buSzPts val="7000"/>
              <a:buFont typeface="Montserrat"/>
              <a:buNone/>
              <a:defRPr sz="3500">
                <a:solidFill>
                  <a:srgbClr val="FFFFFF"/>
                </a:solidFill>
                <a:latin typeface="Montserrat"/>
                <a:ea typeface="Montserrat"/>
                <a:cs typeface="Montserrat"/>
                <a:sym typeface="Montserrat"/>
              </a:defRPr>
            </a:lvl2pPr>
            <a:lvl3pPr lvl="2" algn="r">
              <a:spcBef>
                <a:spcPts val="0"/>
              </a:spcBef>
              <a:spcAft>
                <a:spcPts val="0"/>
              </a:spcAft>
              <a:buClr>
                <a:srgbClr val="FFFFFF"/>
              </a:buClr>
              <a:buSzPts val="7000"/>
              <a:buFont typeface="Montserrat"/>
              <a:buNone/>
              <a:defRPr sz="3500">
                <a:solidFill>
                  <a:srgbClr val="FFFFFF"/>
                </a:solidFill>
                <a:latin typeface="Montserrat"/>
                <a:ea typeface="Montserrat"/>
                <a:cs typeface="Montserrat"/>
                <a:sym typeface="Montserrat"/>
              </a:defRPr>
            </a:lvl3pPr>
            <a:lvl4pPr lvl="3" algn="r">
              <a:spcBef>
                <a:spcPts val="0"/>
              </a:spcBef>
              <a:spcAft>
                <a:spcPts val="0"/>
              </a:spcAft>
              <a:buClr>
                <a:srgbClr val="FFFFFF"/>
              </a:buClr>
              <a:buSzPts val="7000"/>
              <a:buFont typeface="Montserrat"/>
              <a:buNone/>
              <a:defRPr sz="3500">
                <a:solidFill>
                  <a:srgbClr val="FFFFFF"/>
                </a:solidFill>
                <a:latin typeface="Montserrat"/>
                <a:ea typeface="Montserrat"/>
                <a:cs typeface="Montserrat"/>
                <a:sym typeface="Montserrat"/>
              </a:defRPr>
            </a:lvl4pPr>
            <a:lvl5pPr lvl="4" algn="r">
              <a:spcBef>
                <a:spcPts val="0"/>
              </a:spcBef>
              <a:spcAft>
                <a:spcPts val="0"/>
              </a:spcAft>
              <a:buClr>
                <a:srgbClr val="FFFFFF"/>
              </a:buClr>
              <a:buSzPts val="7000"/>
              <a:buFont typeface="Montserrat"/>
              <a:buNone/>
              <a:defRPr sz="3500">
                <a:solidFill>
                  <a:srgbClr val="FFFFFF"/>
                </a:solidFill>
                <a:latin typeface="Montserrat"/>
                <a:ea typeface="Montserrat"/>
                <a:cs typeface="Montserrat"/>
                <a:sym typeface="Montserrat"/>
              </a:defRPr>
            </a:lvl5pPr>
            <a:lvl6pPr lvl="5" algn="r">
              <a:spcBef>
                <a:spcPts val="0"/>
              </a:spcBef>
              <a:spcAft>
                <a:spcPts val="0"/>
              </a:spcAft>
              <a:buClr>
                <a:srgbClr val="FFFFFF"/>
              </a:buClr>
              <a:buSzPts val="7000"/>
              <a:buFont typeface="Montserrat"/>
              <a:buNone/>
              <a:defRPr sz="3500">
                <a:solidFill>
                  <a:srgbClr val="FFFFFF"/>
                </a:solidFill>
                <a:latin typeface="Montserrat"/>
                <a:ea typeface="Montserrat"/>
                <a:cs typeface="Montserrat"/>
                <a:sym typeface="Montserrat"/>
              </a:defRPr>
            </a:lvl6pPr>
            <a:lvl7pPr lvl="6" algn="r">
              <a:spcBef>
                <a:spcPts val="0"/>
              </a:spcBef>
              <a:spcAft>
                <a:spcPts val="0"/>
              </a:spcAft>
              <a:buClr>
                <a:srgbClr val="FFFFFF"/>
              </a:buClr>
              <a:buSzPts val="7000"/>
              <a:buFont typeface="Montserrat"/>
              <a:buNone/>
              <a:defRPr sz="3500">
                <a:solidFill>
                  <a:srgbClr val="FFFFFF"/>
                </a:solidFill>
                <a:latin typeface="Montserrat"/>
                <a:ea typeface="Montserrat"/>
                <a:cs typeface="Montserrat"/>
                <a:sym typeface="Montserrat"/>
              </a:defRPr>
            </a:lvl7pPr>
            <a:lvl8pPr lvl="7" algn="r">
              <a:spcBef>
                <a:spcPts val="0"/>
              </a:spcBef>
              <a:spcAft>
                <a:spcPts val="0"/>
              </a:spcAft>
              <a:buClr>
                <a:srgbClr val="FFFFFF"/>
              </a:buClr>
              <a:buSzPts val="7000"/>
              <a:buFont typeface="Montserrat"/>
              <a:buNone/>
              <a:defRPr sz="3500">
                <a:solidFill>
                  <a:srgbClr val="FFFFFF"/>
                </a:solidFill>
                <a:latin typeface="Montserrat"/>
                <a:ea typeface="Montserrat"/>
                <a:cs typeface="Montserrat"/>
                <a:sym typeface="Montserrat"/>
              </a:defRPr>
            </a:lvl8pPr>
            <a:lvl9pPr lvl="8" algn="r">
              <a:spcBef>
                <a:spcPts val="0"/>
              </a:spcBef>
              <a:spcAft>
                <a:spcPts val="0"/>
              </a:spcAft>
              <a:buClr>
                <a:srgbClr val="FFFFFF"/>
              </a:buClr>
              <a:buSzPts val="7000"/>
              <a:buFont typeface="Montserrat"/>
              <a:buNone/>
              <a:defRPr sz="3500">
                <a:solidFill>
                  <a:srgbClr val="FFFFFF"/>
                </a:solidFill>
                <a:latin typeface="Montserrat"/>
                <a:ea typeface="Montserrat"/>
                <a:cs typeface="Montserrat"/>
                <a:sym typeface="Montserrat"/>
              </a:defRPr>
            </a:lvl9pPr>
          </a:lstStyle>
          <a:p>
            <a:endParaRPr/>
          </a:p>
        </p:txBody>
      </p:sp>
      <p:sp>
        <p:nvSpPr>
          <p:cNvPr id="537" name="Google Shape;537;p31"/>
          <p:cNvSpPr txBox="1">
            <a:spLocks noGrp="1"/>
          </p:cNvSpPr>
          <p:nvPr>
            <p:ph type="title" idx="2"/>
          </p:nvPr>
        </p:nvSpPr>
        <p:spPr>
          <a:xfrm>
            <a:off x="1619400" y="2092650"/>
            <a:ext cx="5050500" cy="3993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7000"/>
              <a:buFont typeface="Montserrat"/>
              <a:buNone/>
              <a:defRPr sz="3500">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203689453"/>
      </p:ext>
    </p:extLst>
  </p:cSld>
  <p:clrMapOvr>
    <a:masterClrMapping/>
  </p:clrMapOvr>
  <p:extLst>
    <p:ext uri="{DCECCB84-F9BA-43D5-87BE-67443E8EF086}">
      <p15:sldGuideLst xmlns:p15="http://schemas.microsoft.com/office/powerpoint/2012/main">
        <p15:guide id="1" orient="horz" pos="3240">
          <p15:clr>
            <a:srgbClr val="FA7B17"/>
          </p15:clr>
        </p15:guide>
        <p15:guide id="2" pos="2040">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ita">
  <p:cSld name="Cita">
    <p:spTree>
      <p:nvGrpSpPr>
        <p:cNvPr id="1" name="Shape 538"/>
        <p:cNvGrpSpPr/>
        <p:nvPr/>
      </p:nvGrpSpPr>
      <p:grpSpPr>
        <a:xfrm>
          <a:off x="0" y="0"/>
          <a:ext cx="0" cy="0"/>
          <a:chOff x="0" y="0"/>
          <a:chExt cx="0" cy="0"/>
        </a:xfrm>
      </p:grpSpPr>
      <p:sp>
        <p:nvSpPr>
          <p:cNvPr id="539" name="Google Shape;539;p32"/>
          <p:cNvSpPr/>
          <p:nvPr/>
        </p:nvSpPr>
        <p:spPr>
          <a:xfrm>
            <a:off x="5021300" y="-33325"/>
            <a:ext cx="4205100" cy="5093250"/>
          </a:xfrm>
          <a:prstGeom prst="rect">
            <a:avLst/>
          </a:prstGeom>
          <a:solidFill>
            <a:schemeClr val="accent3"/>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40" name="Google Shape;540;p32"/>
          <p:cNvSpPr/>
          <p:nvPr/>
        </p:nvSpPr>
        <p:spPr>
          <a:xfrm rot="10800000">
            <a:off x="213370" y="2636738"/>
            <a:ext cx="1818000" cy="1818000"/>
          </a:xfrm>
          <a:prstGeom prst="arc">
            <a:avLst>
              <a:gd name="adj1" fmla="val 16200000"/>
              <a:gd name="adj2" fmla="val 0"/>
            </a:avLst>
          </a:prstGeom>
          <a:noFill/>
          <a:ln w="76200" cap="flat" cmpd="sng">
            <a:solidFill>
              <a:srgbClr val="000000"/>
            </a:solidFill>
            <a:prstDash val="solid"/>
            <a:round/>
            <a:headEnd type="none" w="sm" len="sm"/>
            <a:tailEnd type="none" w="sm" len="sm"/>
          </a:ln>
        </p:spPr>
        <p:txBody>
          <a:bodyPr spcFirstLastPara="1" wrap="square" lIns="45713" tIns="45713" rIns="45713" bIns="45713" anchor="ctr" anchorCtr="0">
            <a:noAutofit/>
          </a:bodyPr>
          <a:lstStyle/>
          <a:p>
            <a:pPr marL="0" marR="0" lvl="0" indent="0" algn="l" rtl="0">
              <a:lnSpc>
                <a:spcPct val="100000"/>
              </a:lnSpc>
              <a:spcBef>
                <a:spcPts val="0"/>
              </a:spcBef>
              <a:spcAft>
                <a:spcPts val="0"/>
              </a:spcAft>
              <a:buNone/>
            </a:pPr>
            <a:endParaRPr sz="700">
              <a:solidFill>
                <a:schemeClr val="lt1"/>
              </a:solidFill>
            </a:endParaRPr>
          </a:p>
        </p:txBody>
      </p:sp>
      <p:cxnSp>
        <p:nvCxnSpPr>
          <p:cNvPr id="541" name="Google Shape;541;p32"/>
          <p:cNvCxnSpPr>
            <a:stCxn id="540" idx="2"/>
          </p:cNvCxnSpPr>
          <p:nvPr/>
        </p:nvCxnSpPr>
        <p:spPr>
          <a:xfrm rot="10800000">
            <a:off x="213370" y="-9263"/>
            <a:ext cx="0" cy="3555000"/>
          </a:xfrm>
          <a:prstGeom prst="straightConnector1">
            <a:avLst/>
          </a:prstGeom>
          <a:noFill/>
          <a:ln w="76200" cap="flat" cmpd="sng">
            <a:solidFill>
              <a:srgbClr val="000000"/>
            </a:solidFill>
            <a:prstDash val="solid"/>
            <a:round/>
            <a:headEnd type="none" w="sm" len="sm"/>
            <a:tailEnd type="none" w="sm" len="sm"/>
          </a:ln>
        </p:spPr>
      </p:cxnSp>
      <p:sp>
        <p:nvSpPr>
          <p:cNvPr id="542" name="Google Shape;542;p32"/>
          <p:cNvSpPr/>
          <p:nvPr/>
        </p:nvSpPr>
        <p:spPr>
          <a:xfrm rot="-5400000" flipH="1">
            <a:off x="4759250" y="757638"/>
            <a:ext cx="83550" cy="8688150"/>
          </a:xfrm>
          <a:prstGeom prst="rect">
            <a:avLst/>
          </a:prstGeom>
          <a:solidFill>
            <a:schemeClr val="accent5"/>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solidFill>
                <a:schemeClr val="dk1"/>
              </a:solidFill>
            </a:endParaRPr>
          </a:p>
        </p:txBody>
      </p:sp>
      <p:cxnSp>
        <p:nvCxnSpPr>
          <p:cNvPr id="543" name="Google Shape;543;p32"/>
          <p:cNvCxnSpPr>
            <a:stCxn id="540" idx="0"/>
          </p:cNvCxnSpPr>
          <p:nvPr/>
        </p:nvCxnSpPr>
        <p:spPr>
          <a:xfrm>
            <a:off x="1122370" y="4454738"/>
            <a:ext cx="8013450" cy="0"/>
          </a:xfrm>
          <a:prstGeom prst="straightConnector1">
            <a:avLst/>
          </a:prstGeom>
          <a:noFill/>
          <a:ln w="76200" cap="flat" cmpd="sng">
            <a:solidFill>
              <a:srgbClr val="000000"/>
            </a:solidFill>
            <a:prstDash val="solid"/>
            <a:round/>
            <a:headEnd type="none" w="sm" len="sm"/>
            <a:tailEnd type="none" w="sm" len="sm"/>
          </a:ln>
        </p:spPr>
      </p:cxnSp>
      <p:sp>
        <p:nvSpPr>
          <p:cNvPr id="544" name="Google Shape;544;p32"/>
          <p:cNvSpPr txBox="1">
            <a:spLocks noGrp="1"/>
          </p:cNvSpPr>
          <p:nvPr>
            <p:ph type="title"/>
          </p:nvPr>
        </p:nvSpPr>
        <p:spPr>
          <a:xfrm>
            <a:off x="914425" y="677100"/>
            <a:ext cx="3435750" cy="28686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5000"/>
              <a:buFont typeface="Montserrat Medium"/>
              <a:buNone/>
              <a:defRPr sz="2500">
                <a:latin typeface="Montserrat Medium"/>
                <a:ea typeface="Montserrat Medium"/>
                <a:cs typeface="Montserrat Medium"/>
                <a:sym typeface="Montserrat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5" name="Google Shape;545;p32"/>
          <p:cNvSpPr txBox="1">
            <a:spLocks noGrp="1"/>
          </p:cNvSpPr>
          <p:nvPr>
            <p:ph type="subTitle" idx="1"/>
          </p:nvPr>
        </p:nvSpPr>
        <p:spPr>
          <a:xfrm>
            <a:off x="914425" y="3850150"/>
            <a:ext cx="3374100" cy="2082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1800"/>
              <a:buFont typeface="Archivo"/>
              <a:buNone/>
              <a:defRPr sz="900">
                <a:latin typeface="Archivo"/>
                <a:ea typeface="Archivo"/>
                <a:cs typeface="Archivo"/>
                <a:sym typeface="Archivo"/>
              </a:defRPr>
            </a:lvl1pPr>
            <a:lvl2pPr lvl="1">
              <a:spcBef>
                <a:spcPts val="0"/>
              </a:spcBef>
              <a:spcAft>
                <a:spcPts val="0"/>
              </a:spcAft>
              <a:buSzPts val="1800"/>
              <a:buFont typeface="Archivo"/>
              <a:buNone/>
              <a:defRPr sz="900">
                <a:latin typeface="Archivo"/>
                <a:ea typeface="Archivo"/>
                <a:cs typeface="Archivo"/>
                <a:sym typeface="Archivo"/>
              </a:defRPr>
            </a:lvl2pPr>
            <a:lvl3pPr lvl="2">
              <a:spcBef>
                <a:spcPts val="0"/>
              </a:spcBef>
              <a:spcAft>
                <a:spcPts val="0"/>
              </a:spcAft>
              <a:buSzPts val="1800"/>
              <a:buFont typeface="Archivo"/>
              <a:buNone/>
              <a:defRPr sz="900">
                <a:latin typeface="Archivo"/>
                <a:ea typeface="Archivo"/>
                <a:cs typeface="Archivo"/>
                <a:sym typeface="Archivo"/>
              </a:defRPr>
            </a:lvl3pPr>
            <a:lvl4pPr lvl="3">
              <a:spcBef>
                <a:spcPts val="0"/>
              </a:spcBef>
              <a:spcAft>
                <a:spcPts val="0"/>
              </a:spcAft>
              <a:buSzPts val="1800"/>
              <a:buFont typeface="Archivo"/>
              <a:buNone/>
              <a:defRPr sz="900">
                <a:latin typeface="Archivo"/>
                <a:ea typeface="Archivo"/>
                <a:cs typeface="Archivo"/>
                <a:sym typeface="Archivo"/>
              </a:defRPr>
            </a:lvl4pPr>
            <a:lvl5pPr lvl="4">
              <a:spcBef>
                <a:spcPts val="0"/>
              </a:spcBef>
              <a:spcAft>
                <a:spcPts val="0"/>
              </a:spcAft>
              <a:buSzPts val="1800"/>
              <a:buFont typeface="Archivo"/>
              <a:buNone/>
              <a:defRPr sz="900">
                <a:latin typeface="Archivo"/>
                <a:ea typeface="Archivo"/>
                <a:cs typeface="Archivo"/>
                <a:sym typeface="Archivo"/>
              </a:defRPr>
            </a:lvl5pPr>
            <a:lvl6pPr lvl="5">
              <a:spcBef>
                <a:spcPts val="0"/>
              </a:spcBef>
              <a:spcAft>
                <a:spcPts val="0"/>
              </a:spcAft>
              <a:buSzPts val="1800"/>
              <a:buFont typeface="Archivo"/>
              <a:buNone/>
              <a:defRPr sz="900">
                <a:latin typeface="Archivo"/>
                <a:ea typeface="Archivo"/>
                <a:cs typeface="Archivo"/>
                <a:sym typeface="Archivo"/>
              </a:defRPr>
            </a:lvl6pPr>
            <a:lvl7pPr lvl="6">
              <a:spcBef>
                <a:spcPts val="0"/>
              </a:spcBef>
              <a:spcAft>
                <a:spcPts val="0"/>
              </a:spcAft>
              <a:buSzPts val="1800"/>
              <a:buFont typeface="Archivo"/>
              <a:buNone/>
              <a:defRPr sz="900">
                <a:latin typeface="Archivo"/>
                <a:ea typeface="Archivo"/>
                <a:cs typeface="Archivo"/>
                <a:sym typeface="Archivo"/>
              </a:defRPr>
            </a:lvl7pPr>
            <a:lvl8pPr lvl="7">
              <a:spcBef>
                <a:spcPts val="0"/>
              </a:spcBef>
              <a:spcAft>
                <a:spcPts val="0"/>
              </a:spcAft>
              <a:buSzPts val="1800"/>
              <a:buFont typeface="Archivo"/>
              <a:buNone/>
              <a:defRPr sz="900">
                <a:latin typeface="Archivo"/>
                <a:ea typeface="Archivo"/>
                <a:cs typeface="Archivo"/>
                <a:sym typeface="Archivo"/>
              </a:defRPr>
            </a:lvl8pPr>
            <a:lvl9pPr lvl="8">
              <a:spcBef>
                <a:spcPts val="0"/>
              </a:spcBef>
              <a:spcAft>
                <a:spcPts val="0"/>
              </a:spcAft>
              <a:buSzPts val="1800"/>
              <a:buFont typeface="Archivo"/>
              <a:buNone/>
              <a:defRPr sz="900">
                <a:latin typeface="Archivo"/>
                <a:ea typeface="Archivo"/>
                <a:cs typeface="Archivo"/>
                <a:sym typeface="Archivo"/>
              </a:defRPr>
            </a:lvl9pPr>
          </a:lstStyle>
          <a:p>
            <a:endParaRPr/>
          </a:p>
        </p:txBody>
      </p:sp>
      <p:sp>
        <p:nvSpPr>
          <p:cNvPr id="546" name="Google Shape;546;p32"/>
          <p:cNvSpPr/>
          <p:nvPr/>
        </p:nvSpPr>
        <p:spPr>
          <a:xfrm>
            <a:off x="6991461" y="1855387"/>
            <a:ext cx="274012" cy="253722"/>
          </a:xfrm>
          <a:custGeom>
            <a:avLst/>
            <a:gdLst/>
            <a:ahLst/>
            <a:cxnLst/>
            <a:rect l="l" t="t" r="r" b="b"/>
            <a:pathLst>
              <a:path w="2674" h="2476" extrusionOk="0">
                <a:moveTo>
                  <a:pt x="1301" y="0"/>
                </a:moveTo>
                <a:cubicBezTo>
                  <a:pt x="749" y="0"/>
                  <a:pt x="247" y="370"/>
                  <a:pt x="103" y="930"/>
                </a:cubicBezTo>
                <a:cubicBezTo>
                  <a:pt x="1" y="1331"/>
                  <a:pt x="107" y="1735"/>
                  <a:pt x="351" y="2031"/>
                </a:cubicBezTo>
                <a:cubicBezTo>
                  <a:pt x="511" y="2224"/>
                  <a:pt x="734" y="2370"/>
                  <a:pt x="996" y="2435"/>
                </a:cubicBezTo>
                <a:cubicBezTo>
                  <a:pt x="1100" y="2463"/>
                  <a:pt x="1204" y="2476"/>
                  <a:pt x="1307" y="2476"/>
                </a:cubicBezTo>
                <a:cubicBezTo>
                  <a:pt x="1464" y="2476"/>
                  <a:pt x="1617" y="2445"/>
                  <a:pt x="1758" y="2388"/>
                </a:cubicBezTo>
                <a:cubicBezTo>
                  <a:pt x="2115" y="2249"/>
                  <a:pt x="2400" y="1947"/>
                  <a:pt x="2502" y="1546"/>
                </a:cubicBezTo>
                <a:cubicBezTo>
                  <a:pt x="2673" y="886"/>
                  <a:pt x="2276" y="208"/>
                  <a:pt x="1612" y="40"/>
                </a:cubicBezTo>
                <a:cubicBezTo>
                  <a:pt x="1508" y="13"/>
                  <a:pt x="1403" y="0"/>
                  <a:pt x="1301" y="0"/>
                </a:cubicBezTo>
                <a:close/>
              </a:path>
            </a:pathLst>
          </a:custGeom>
          <a:solidFill>
            <a:srgbClr val="F0887B"/>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47" name="Google Shape;547;p32"/>
          <p:cNvSpPr/>
          <p:nvPr/>
        </p:nvSpPr>
        <p:spPr>
          <a:xfrm>
            <a:off x="7114837" y="1960729"/>
            <a:ext cx="41194" cy="22442"/>
          </a:xfrm>
          <a:custGeom>
            <a:avLst/>
            <a:gdLst/>
            <a:ahLst/>
            <a:cxnLst/>
            <a:rect l="l" t="t" r="r" b="b"/>
            <a:pathLst>
              <a:path w="402" h="219" extrusionOk="0">
                <a:moveTo>
                  <a:pt x="70" y="0"/>
                </a:moveTo>
                <a:cubicBezTo>
                  <a:pt x="45" y="0"/>
                  <a:pt x="22" y="15"/>
                  <a:pt x="11" y="40"/>
                </a:cubicBezTo>
                <a:cubicBezTo>
                  <a:pt x="0" y="73"/>
                  <a:pt x="18" y="106"/>
                  <a:pt x="47" y="120"/>
                </a:cubicBezTo>
                <a:lnTo>
                  <a:pt x="310" y="215"/>
                </a:lnTo>
                <a:cubicBezTo>
                  <a:pt x="317" y="219"/>
                  <a:pt x="324" y="219"/>
                  <a:pt x="332" y="219"/>
                </a:cubicBezTo>
                <a:cubicBezTo>
                  <a:pt x="354" y="219"/>
                  <a:pt x="379" y="204"/>
                  <a:pt x="386" y="179"/>
                </a:cubicBezTo>
                <a:cubicBezTo>
                  <a:pt x="401" y="150"/>
                  <a:pt x="383" y="113"/>
                  <a:pt x="350" y="102"/>
                </a:cubicBezTo>
                <a:lnTo>
                  <a:pt x="91" y="4"/>
                </a:lnTo>
                <a:cubicBezTo>
                  <a:pt x="84" y="1"/>
                  <a:pt x="77" y="0"/>
                  <a:pt x="70" y="0"/>
                </a:cubicBez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48" name="Google Shape;548;p32"/>
          <p:cNvSpPr/>
          <p:nvPr/>
        </p:nvSpPr>
        <p:spPr>
          <a:xfrm>
            <a:off x="7020255" y="1941977"/>
            <a:ext cx="37095" cy="13219"/>
          </a:xfrm>
          <a:custGeom>
            <a:avLst/>
            <a:gdLst/>
            <a:ahLst/>
            <a:cxnLst/>
            <a:rect l="l" t="t" r="r" b="b"/>
            <a:pathLst>
              <a:path w="362" h="129" extrusionOk="0">
                <a:moveTo>
                  <a:pt x="66" y="1"/>
                </a:moveTo>
                <a:cubicBezTo>
                  <a:pt x="30" y="1"/>
                  <a:pt x="4" y="26"/>
                  <a:pt x="1" y="59"/>
                </a:cubicBezTo>
                <a:cubicBezTo>
                  <a:pt x="1" y="96"/>
                  <a:pt x="26" y="121"/>
                  <a:pt x="63" y="125"/>
                </a:cubicBezTo>
                <a:lnTo>
                  <a:pt x="300" y="128"/>
                </a:lnTo>
                <a:cubicBezTo>
                  <a:pt x="332" y="128"/>
                  <a:pt x="362" y="103"/>
                  <a:pt x="362" y="70"/>
                </a:cubicBezTo>
                <a:cubicBezTo>
                  <a:pt x="362" y="37"/>
                  <a:pt x="336" y="8"/>
                  <a:pt x="300" y="8"/>
                </a:cubicBezTo>
                <a:lnTo>
                  <a:pt x="66" y="1"/>
                </a:ln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49" name="Google Shape;549;p32"/>
          <p:cNvSpPr/>
          <p:nvPr/>
        </p:nvSpPr>
        <p:spPr>
          <a:xfrm>
            <a:off x="7045258" y="1997517"/>
            <a:ext cx="53183" cy="24184"/>
          </a:xfrm>
          <a:custGeom>
            <a:avLst/>
            <a:gdLst/>
            <a:ahLst/>
            <a:cxnLst/>
            <a:rect l="l" t="t" r="r" b="b"/>
            <a:pathLst>
              <a:path w="519" h="236" extrusionOk="0">
                <a:moveTo>
                  <a:pt x="70" y="1"/>
                </a:moveTo>
                <a:cubicBezTo>
                  <a:pt x="54" y="1"/>
                  <a:pt x="39" y="6"/>
                  <a:pt x="26" y="17"/>
                </a:cubicBezTo>
                <a:cubicBezTo>
                  <a:pt x="1" y="42"/>
                  <a:pt x="1" y="79"/>
                  <a:pt x="26" y="104"/>
                </a:cubicBezTo>
                <a:cubicBezTo>
                  <a:pt x="128" y="210"/>
                  <a:pt x="249" y="235"/>
                  <a:pt x="340" y="235"/>
                </a:cubicBezTo>
                <a:cubicBezTo>
                  <a:pt x="413" y="235"/>
                  <a:pt x="460" y="221"/>
                  <a:pt x="468" y="217"/>
                </a:cubicBezTo>
                <a:cubicBezTo>
                  <a:pt x="500" y="210"/>
                  <a:pt x="519" y="173"/>
                  <a:pt x="508" y="140"/>
                </a:cubicBezTo>
                <a:cubicBezTo>
                  <a:pt x="499" y="114"/>
                  <a:pt x="476" y="97"/>
                  <a:pt x="450" y="97"/>
                </a:cubicBezTo>
                <a:cubicBezTo>
                  <a:pt x="444" y="97"/>
                  <a:pt x="438" y="98"/>
                  <a:pt x="431" y="100"/>
                </a:cubicBezTo>
                <a:cubicBezTo>
                  <a:pt x="428" y="102"/>
                  <a:pt x="391" y="113"/>
                  <a:pt x="340" y="113"/>
                </a:cubicBezTo>
                <a:cubicBezTo>
                  <a:pt x="275" y="113"/>
                  <a:pt x="187" y="96"/>
                  <a:pt x="114" y="20"/>
                </a:cubicBezTo>
                <a:cubicBezTo>
                  <a:pt x="103" y="7"/>
                  <a:pt x="86" y="1"/>
                  <a:pt x="70" y="1"/>
                </a:cubicBezTo>
                <a:close/>
              </a:path>
            </a:pathLst>
          </a:custGeom>
          <a:solidFill>
            <a:srgbClr val="FFFFFF"/>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50" name="Google Shape;550;p32"/>
          <p:cNvSpPr/>
          <p:nvPr/>
        </p:nvSpPr>
        <p:spPr>
          <a:xfrm>
            <a:off x="7219768" y="1974768"/>
            <a:ext cx="64353" cy="58000"/>
          </a:xfrm>
          <a:custGeom>
            <a:avLst/>
            <a:gdLst/>
            <a:ahLst/>
            <a:cxnLst/>
            <a:rect l="l" t="t" r="r" b="b"/>
            <a:pathLst>
              <a:path w="628" h="566" extrusionOk="0">
                <a:moveTo>
                  <a:pt x="317" y="1"/>
                </a:moveTo>
                <a:cubicBezTo>
                  <a:pt x="191" y="1"/>
                  <a:pt x="75" y="86"/>
                  <a:pt x="41" y="213"/>
                </a:cubicBezTo>
                <a:cubicBezTo>
                  <a:pt x="0" y="362"/>
                  <a:pt x="92" y="519"/>
                  <a:pt x="245" y="556"/>
                </a:cubicBezTo>
                <a:cubicBezTo>
                  <a:pt x="269" y="562"/>
                  <a:pt x="293" y="565"/>
                  <a:pt x="316" y="565"/>
                </a:cubicBezTo>
                <a:cubicBezTo>
                  <a:pt x="440" y="565"/>
                  <a:pt x="554" y="481"/>
                  <a:pt x="587" y="355"/>
                </a:cubicBezTo>
                <a:cubicBezTo>
                  <a:pt x="628" y="202"/>
                  <a:pt x="536" y="49"/>
                  <a:pt x="383" y="9"/>
                </a:cubicBezTo>
                <a:cubicBezTo>
                  <a:pt x="361" y="3"/>
                  <a:pt x="339" y="1"/>
                  <a:pt x="317" y="1"/>
                </a:cubicBezTo>
                <a:close/>
              </a:path>
            </a:pathLst>
          </a:custGeom>
          <a:solidFill>
            <a:srgbClr val="F0887B"/>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51" name="Google Shape;551;p32"/>
          <p:cNvSpPr/>
          <p:nvPr/>
        </p:nvSpPr>
        <p:spPr>
          <a:xfrm>
            <a:off x="6415775" y="2173974"/>
            <a:ext cx="489921" cy="805537"/>
          </a:xfrm>
          <a:custGeom>
            <a:avLst/>
            <a:gdLst/>
            <a:ahLst/>
            <a:cxnLst/>
            <a:rect l="l" t="t" r="r" b="b"/>
            <a:pathLst>
              <a:path w="4781" h="7861" extrusionOk="0">
                <a:moveTo>
                  <a:pt x="3944" y="1"/>
                </a:moveTo>
                <a:cubicBezTo>
                  <a:pt x="3729" y="1"/>
                  <a:pt x="3517" y="93"/>
                  <a:pt x="3369" y="271"/>
                </a:cubicBezTo>
                <a:lnTo>
                  <a:pt x="252" y="4033"/>
                </a:lnTo>
                <a:cubicBezTo>
                  <a:pt x="1" y="4335"/>
                  <a:pt x="30" y="4780"/>
                  <a:pt x="318" y="5050"/>
                </a:cubicBezTo>
                <a:lnTo>
                  <a:pt x="3103" y="7660"/>
                </a:lnTo>
                <a:cubicBezTo>
                  <a:pt x="3246" y="7795"/>
                  <a:pt x="3428" y="7861"/>
                  <a:pt x="3610" y="7861"/>
                </a:cubicBezTo>
                <a:cubicBezTo>
                  <a:pt x="3811" y="7861"/>
                  <a:pt x="4007" y="7784"/>
                  <a:pt x="4153" y="7628"/>
                </a:cubicBezTo>
                <a:cubicBezTo>
                  <a:pt x="4434" y="7329"/>
                  <a:pt x="4419" y="6855"/>
                  <a:pt x="4121" y="6574"/>
                </a:cubicBezTo>
                <a:lnTo>
                  <a:pt x="1846" y="4441"/>
                </a:lnTo>
                <a:lnTo>
                  <a:pt x="4518" y="1222"/>
                </a:lnTo>
                <a:cubicBezTo>
                  <a:pt x="4780" y="905"/>
                  <a:pt x="4737" y="435"/>
                  <a:pt x="4419" y="172"/>
                </a:cubicBezTo>
                <a:cubicBezTo>
                  <a:pt x="4280" y="57"/>
                  <a:pt x="4112" y="1"/>
                  <a:pt x="3944" y="1"/>
                </a:cubicBezTo>
                <a:close/>
              </a:path>
            </a:pathLst>
          </a:custGeom>
          <a:solidFill>
            <a:srgbClr val="F0887B"/>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52" name="Google Shape;552;p32"/>
          <p:cNvSpPr/>
          <p:nvPr/>
        </p:nvSpPr>
        <p:spPr>
          <a:xfrm>
            <a:off x="6579832" y="2692894"/>
            <a:ext cx="1002386" cy="1566907"/>
          </a:xfrm>
          <a:custGeom>
            <a:avLst/>
            <a:gdLst/>
            <a:ahLst/>
            <a:cxnLst/>
            <a:rect l="l" t="t" r="r" b="b"/>
            <a:pathLst>
              <a:path w="9782" h="15291" extrusionOk="0">
                <a:moveTo>
                  <a:pt x="4025" y="1"/>
                </a:moveTo>
                <a:cubicBezTo>
                  <a:pt x="3329" y="1"/>
                  <a:pt x="2724" y="486"/>
                  <a:pt x="2571" y="1164"/>
                </a:cubicBezTo>
                <a:lnTo>
                  <a:pt x="1203" y="7241"/>
                </a:lnTo>
                <a:cubicBezTo>
                  <a:pt x="1200" y="7267"/>
                  <a:pt x="1192" y="7292"/>
                  <a:pt x="1189" y="7318"/>
                </a:cubicBezTo>
                <a:lnTo>
                  <a:pt x="135" y="13552"/>
                </a:lnTo>
                <a:cubicBezTo>
                  <a:pt x="0" y="14365"/>
                  <a:pt x="544" y="15134"/>
                  <a:pt x="1357" y="15269"/>
                </a:cubicBezTo>
                <a:cubicBezTo>
                  <a:pt x="1440" y="15283"/>
                  <a:pt x="1524" y="15291"/>
                  <a:pt x="1604" y="15291"/>
                </a:cubicBezTo>
                <a:cubicBezTo>
                  <a:pt x="2319" y="15291"/>
                  <a:pt x="2950" y="14777"/>
                  <a:pt x="3070" y="14048"/>
                </a:cubicBezTo>
                <a:lnTo>
                  <a:pt x="4116" y="7853"/>
                </a:lnTo>
                <a:lnTo>
                  <a:pt x="5214" y="2979"/>
                </a:lnTo>
                <a:lnTo>
                  <a:pt x="5932" y="2979"/>
                </a:lnTo>
                <a:lnTo>
                  <a:pt x="6315" y="7518"/>
                </a:lnTo>
                <a:lnTo>
                  <a:pt x="6752" y="13267"/>
                </a:lnTo>
                <a:cubicBezTo>
                  <a:pt x="6811" y="14046"/>
                  <a:pt x="7464" y="14642"/>
                  <a:pt x="8235" y="14642"/>
                </a:cubicBezTo>
                <a:cubicBezTo>
                  <a:pt x="8273" y="14642"/>
                  <a:pt x="8311" y="14641"/>
                  <a:pt x="8349" y="14638"/>
                </a:cubicBezTo>
                <a:cubicBezTo>
                  <a:pt x="9166" y="14576"/>
                  <a:pt x="9782" y="13862"/>
                  <a:pt x="9720" y="13041"/>
                </a:cubicBezTo>
                <a:lnTo>
                  <a:pt x="9282" y="7285"/>
                </a:lnTo>
                <a:cubicBezTo>
                  <a:pt x="9282" y="7281"/>
                  <a:pt x="9282" y="7277"/>
                  <a:pt x="9282" y="7274"/>
                </a:cubicBezTo>
                <a:lnTo>
                  <a:pt x="8787" y="1364"/>
                </a:lnTo>
                <a:cubicBezTo>
                  <a:pt x="8721" y="595"/>
                  <a:pt x="8076" y="1"/>
                  <a:pt x="7303" y="1"/>
                </a:cubicBezTo>
                <a:close/>
              </a:path>
            </a:pathLst>
          </a:custGeom>
          <a:solidFill>
            <a:srgbClr val="F0887B"/>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53" name="Google Shape;553;p32"/>
          <p:cNvSpPr/>
          <p:nvPr/>
        </p:nvSpPr>
        <p:spPr>
          <a:xfrm>
            <a:off x="6817361" y="2154607"/>
            <a:ext cx="659206" cy="453953"/>
          </a:xfrm>
          <a:custGeom>
            <a:avLst/>
            <a:gdLst/>
            <a:ahLst/>
            <a:cxnLst/>
            <a:rect l="l" t="t" r="r" b="b"/>
            <a:pathLst>
              <a:path w="6433" h="4430" extrusionOk="0">
                <a:moveTo>
                  <a:pt x="1" y="0"/>
                </a:moveTo>
                <a:lnTo>
                  <a:pt x="1" y="3832"/>
                </a:lnTo>
                <a:cubicBezTo>
                  <a:pt x="1" y="4164"/>
                  <a:pt x="267" y="4430"/>
                  <a:pt x="595" y="4430"/>
                </a:cubicBezTo>
                <a:lnTo>
                  <a:pt x="5838" y="4430"/>
                </a:lnTo>
                <a:cubicBezTo>
                  <a:pt x="6166" y="4430"/>
                  <a:pt x="6432" y="4164"/>
                  <a:pt x="6432" y="3832"/>
                </a:cubicBezTo>
                <a:lnTo>
                  <a:pt x="6432" y="0"/>
                </a:lnTo>
                <a:close/>
              </a:path>
            </a:pathLst>
          </a:custGeom>
          <a:solidFill>
            <a:schemeClr val="accent1"/>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54" name="Google Shape;554;p32"/>
          <p:cNvSpPr/>
          <p:nvPr/>
        </p:nvSpPr>
        <p:spPr>
          <a:xfrm>
            <a:off x="6686607" y="2654057"/>
            <a:ext cx="870197" cy="624365"/>
          </a:xfrm>
          <a:custGeom>
            <a:avLst/>
            <a:gdLst/>
            <a:ahLst/>
            <a:cxnLst/>
            <a:rect l="l" t="t" r="r" b="b"/>
            <a:pathLst>
              <a:path w="8492" h="6093" extrusionOk="0">
                <a:moveTo>
                  <a:pt x="2648" y="0"/>
                </a:moveTo>
                <a:cubicBezTo>
                  <a:pt x="1766" y="0"/>
                  <a:pt x="1014" y="500"/>
                  <a:pt x="894" y="1167"/>
                </a:cubicBezTo>
                <a:lnTo>
                  <a:pt x="1" y="6092"/>
                </a:lnTo>
                <a:lnTo>
                  <a:pt x="8492" y="6092"/>
                </a:lnTo>
                <a:lnTo>
                  <a:pt x="8255" y="1539"/>
                </a:lnTo>
                <a:cubicBezTo>
                  <a:pt x="8149" y="547"/>
                  <a:pt x="7573" y="0"/>
                  <a:pt x="6501" y="0"/>
                </a:cubicBezTo>
                <a:close/>
              </a:path>
            </a:pathLst>
          </a:custGeom>
          <a:solidFill>
            <a:schemeClr val="accent5"/>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55" name="Google Shape;555;p32"/>
          <p:cNvSpPr/>
          <p:nvPr/>
        </p:nvSpPr>
        <p:spPr>
          <a:xfrm>
            <a:off x="7375217" y="2169977"/>
            <a:ext cx="589627" cy="855543"/>
          </a:xfrm>
          <a:custGeom>
            <a:avLst/>
            <a:gdLst/>
            <a:ahLst/>
            <a:cxnLst/>
            <a:rect l="l" t="t" r="r" b="b"/>
            <a:pathLst>
              <a:path w="5754" h="8349" extrusionOk="0">
                <a:moveTo>
                  <a:pt x="820" y="1"/>
                </a:moveTo>
                <a:cubicBezTo>
                  <a:pt x="632" y="1"/>
                  <a:pt x="443" y="72"/>
                  <a:pt x="299" y="215"/>
                </a:cubicBezTo>
                <a:cubicBezTo>
                  <a:pt x="4" y="503"/>
                  <a:pt x="0" y="973"/>
                  <a:pt x="288" y="1265"/>
                </a:cubicBezTo>
                <a:lnTo>
                  <a:pt x="3912" y="4947"/>
                </a:lnTo>
                <a:lnTo>
                  <a:pt x="1703" y="6854"/>
                </a:lnTo>
                <a:lnTo>
                  <a:pt x="1214" y="6861"/>
                </a:lnTo>
                <a:cubicBezTo>
                  <a:pt x="802" y="6865"/>
                  <a:pt x="474" y="7204"/>
                  <a:pt x="481" y="7616"/>
                </a:cubicBezTo>
                <a:cubicBezTo>
                  <a:pt x="485" y="8020"/>
                  <a:pt x="817" y="8348"/>
                  <a:pt x="1225" y="8348"/>
                </a:cubicBezTo>
                <a:lnTo>
                  <a:pt x="1236" y="8348"/>
                </a:lnTo>
                <a:lnTo>
                  <a:pt x="1994" y="8337"/>
                </a:lnTo>
                <a:cubicBezTo>
                  <a:pt x="2166" y="8334"/>
                  <a:pt x="2337" y="8268"/>
                  <a:pt x="2468" y="8155"/>
                </a:cubicBezTo>
                <a:lnTo>
                  <a:pt x="5487" y="5556"/>
                </a:lnTo>
                <a:cubicBezTo>
                  <a:pt x="5644" y="5421"/>
                  <a:pt x="5735" y="5228"/>
                  <a:pt x="5746" y="5023"/>
                </a:cubicBezTo>
                <a:cubicBezTo>
                  <a:pt x="5753" y="4816"/>
                  <a:pt x="5677" y="4615"/>
                  <a:pt x="5531" y="4469"/>
                </a:cubicBezTo>
                <a:lnTo>
                  <a:pt x="1349" y="222"/>
                </a:lnTo>
                <a:cubicBezTo>
                  <a:pt x="1204" y="75"/>
                  <a:pt x="1012" y="1"/>
                  <a:pt x="820" y="1"/>
                </a:cubicBezTo>
                <a:close/>
              </a:path>
            </a:pathLst>
          </a:custGeom>
          <a:solidFill>
            <a:srgbClr val="F0887B"/>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56" name="Google Shape;556;p32"/>
          <p:cNvSpPr/>
          <p:nvPr/>
        </p:nvSpPr>
        <p:spPr>
          <a:xfrm>
            <a:off x="6202531" y="4016531"/>
            <a:ext cx="758092" cy="410710"/>
          </a:xfrm>
          <a:custGeom>
            <a:avLst/>
            <a:gdLst/>
            <a:ahLst/>
            <a:cxnLst/>
            <a:rect l="l" t="t" r="r" b="b"/>
            <a:pathLst>
              <a:path w="7398" h="4008" extrusionOk="0">
                <a:moveTo>
                  <a:pt x="3544" y="0"/>
                </a:moveTo>
                <a:cubicBezTo>
                  <a:pt x="2775" y="2261"/>
                  <a:pt x="0" y="4007"/>
                  <a:pt x="0" y="4007"/>
                </a:cubicBezTo>
                <a:lnTo>
                  <a:pt x="4550" y="4007"/>
                </a:lnTo>
                <a:cubicBezTo>
                  <a:pt x="4550" y="4007"/>
                  <a:pt x="5432" y="3719"/>
                  <a:pt x="5895" y="2964"/>
                </a:cubicBezTo>
                <a:lnTo>
                  <a:pt x="5895" y="4007"/>
                </a:lnTo>
                <a:lnTo>
                  <a:pt x="7036" y="4007"/>
                </a:lnTo>
                <a:lnTo>
                  <a:pt x="7397" y="0"/>
                </a:lnTo>
                <a:close/>
              </a:path>
            </a:pathLst>
          </a:custGeom>
          <a:solidFill>
            <a:srgbClr val="FFFFFF"/>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57" name="Google Shape;557;p32"/>
          <p:cNvSpPr/>
          <p:nvPr/>
        </p:nvSpPr>
        <p:spPr>
          <a:xfrm>
            <a:off x="6195051" y="4009460"/>
            <a:ext cx="772233" cy="424441"/>
          </a:xfrm>
          <a:custGeom>
            <a:avLst/>
            <a:gdLst/>
            <a:ahLst/>
            <a:cxnLst/>
            <a:rect l="l" t="t" r="r" b="b"/>
            <a:pathLst>
              <a:path w="7536" h="4142" extrusionOk="0">
                <a:moveTo>
                  <a:pt x="7397" y="135"/>
                </a:moveTo>
                <a:lnTo>
                  <a:pt x="7051" y="4010"/>
                </a:lnTo>
                <a:lnTo>
                  <a:pt x="6034" y="4010"/>
                </a:lnTo>
                <a:lnTo>
                  <a:pt x="6034" y="3033"/>
                </a:lnTo>
                <a:cubicBezTo>
                  <a:pt x="6034" y="3004"/>
                  <a:pt x="6016" y="2979"/>
                  <a:pt x="5986" y="2968"/>
                </a:cubicBezTo>
                <a:cubicBezTo>
                  <a:pt x="5981" y="2966"/>
                  <a:pt x="5976" y="2966"/>
                  <a:pt x="5971" y="2966"/>
                </a:cubicBezTo>
                <a:cubicBezTo>
                  <a:pt x="5947" y="2966"/>
                  <a:pt x="5925" y="2979"/>
                  <a:pt x="5910" y="2997"/>
                </a:cubicBezTo>
                <a:cubicBezTo>
                  <a:pt x="5494" y="3682"/>
                  <a:pt x="4707" y="3974"/>
                  <a:pt x="4612" y="4010"/>
                </a:cubicBezTo>
                <a:lnTo>
                  <a:pt x="292" y="4010"/>
                </a:lnTo>
                <a:cubicBezTo>
                  <a:pt x="551" y="3832"/>
                  <a:pt x="1054" y="3464"/>
                  <a:pt x="1601" y="2968"/>
                </a:cubicBezTo>
                <a:cubicBezTo>
                  <a:pt x="2319" y="2315"/>
                  <a:pt x="3252" y="1298"/>
                  <a:pt x="3664" y="135"/>
                </a:cubicBezTo>
                <a:close/>
                <a:moveTo>
                  <a:pt x="3617" y="0"/>
                </a:moveTo>
                <a:cubicBezTo>
                  <a:pt x="3588" y="0"/>
                  <a:pt x="3562" y="18"/>
                  <a:pt x="3555" y="48"/>
                </a:cubicBezTo>
                <a:cubicBezTo>
                  <a:pt x="3161" y="1200"/>
                  <a:pt x="2228" y="2217"/>
                  <a:pt x="1513" y="2869"/>
                </a:cubicBezTo>
                <a:cubicBezTo>
                  <a:pt x="737" y="3577"/>
                  <a:pt x="44" y="4014"/>
                  <a:pt x="37" y="4018"/>
                </a:cubicBezTo>
                <a:cubicBezTo>
                  <a:pt x="11" y="4036"/>
                  <a:pt x="0" y="4065"/>
                  <a:pt x="7" y="4094"/>
                </a:cubicBezTo>
                <a:cubicBezTo>
                  <a:pt x="18" y="4120"/>
                  <a:pt x="44" y="4142"/>
                  <a:pt x="73" y="4142"/>
                </a:cubicBezTo>
                <a:lnTo>
                  <a:pt x="4623" y="4142"/>
                </a:lnTo>
                <a:cubicBezTo>
                  <a:pt x="4630" y="4142"/>
                  <a:pt x="4638" y="4142"/>
                  <a:pt x="4645" y="4138"/>
                </a:cubicBezTo>
                <a:cubicBezTo>
                  <a:pt x="4678" y="4127"/>
                  <a:pt x="5418" y="3883"/>
                  <a:pt x="5903" y="3248"/>
                </a:cubicBezTo>
                <a:lnTo>
                  <a:pt x="5903" y="4076"/>
                </a:lnTo>
                <a:cubicBezTo>
                  <a:pt x="5903" y="4112"/>
                  <a:pt x="5932" y="4142"/>
                  <a:pt x="5968" y="4142"/>
                </a:cubicBezTo>
                <a:lnTo>
                  <a:pt x="7109" y="4142"/>
                </a:lnTo>
                <a:cubicBezTo>
                  <a:pt x="7146" y="4142"/>
                  <a:pt x="7175" y="4116"/>
                  <a:pt x="7175" y="4080"/>
                </a:cubicBezTo>
                <a:lnTo>
                  <a:pt x="7536" y="73"/>
                </a:lnTo>
                <a:cubicBezTo>
                  <a:pt x="7536" y="55"/>
                  <a:pt x="7532" y="37"/>
                  <a:pt x="7518" y="22"/>
                </a:cubicBezTo>
                <a:cubicBezTo>
                  <a:pt x="7507" y="11"/>
                  <a:pt x="7489" y="0"/>
                  <a:pt x="7470" y="0"/>
                </a:cubicBezTo>
                <a:close/>
              </a:path>
            </a:pathLst>
          </a:custGeom>
          <a:solidFill>
            <a:schemeClr val="accent2"/>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58" name="Google Shape;558;p32"/>
          <p:cNvSpPr/>
          <p:nvPr/>
        </p:nvSpPr>
        <p:spPr>
          <a:xfrm>
            <a:off x="6871159" y="4016531"/>
            <a:ext cx="739852" cy="410710"/>
          </a:xfrm>
          <a:custGeom>
            <a:avLst/>
            <a:gdLst/>
            <a:ahLst/>
            <a:cxnLst/>
            <a:rect l="l" t="t" r="r" b="b"/>
            <a:pathLst>
              <a:path w="7220" h="4008" extrusionOk="0">
                <a:moveTo>
                  <a:pt x="3461" y="0"/>
                </a:moveTo>
                <a:cubicBezTo>
                  <a:pt x="2706" y="2261"/>
                  <a:pt x="1" y="4007"/>
                  <a:pt x="1" y="4007"/>
                </a:cubicBezTo>
                <a:lnTo>
                  <a:pt x="4441" y="4007"/>
                </a:lnTo>
                <a:cubicBezTo>
                  <a:pt x="4441" y="4007"/>
                  <a:pt x="5302" y="3719"/>
                  <a:pt x="5754" y="2964"/>
                </a:cubicBezTo>
                <a:lnTo>
                  <a:pt x="5754" y="4007"/>
                </a:lnTo>
                <a:lnTo>
                  <a:pt x="6866" y="4007"/>
                </a:lnTo>
                <a:lnTo>
                  <a:pt x="7220" y="0"/>
                </a:lnTo>
                <a:close/>
              </a:path>
            </a:pathLst>
          </a:custGeom>
          <a:solidFill>
            <a:srgbClr val="FFFFFF"/>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59" name="Google Shape;559;p32"/>
          <p:cNvSpPr/>
          <p:nvPr/>
        </p:nvSpPr>
        <p:spPr>
          <a:xfrm>
            <a:off x="6863781" y="4009460"/>
            <a:ext cx="753993" cy="424441"/>
          </a:xfrm>
          <a:custGeom>
            <a:avLst/>
            <a:gdLst/>
            <a:ahLst/>
            <a:cxnLst/>
            <a:rect l="l" t="t" r="r" b="b"/>
            <a:pathLst>
              <a:path w="7358" h="4142" extrusionOk="0">
                <a:moveTo>
                  <a:pt x="7219" y="135"/>
                </a:moveTo>
                <a:lnTo>
                  <a:pt x="6880" y="4010"/>
                </a:lnTo>
                <a:lnTo>
                  <a:pt x="5892" y="4010"/>
                </a:lnTo>
                <a:lnTo>
                  <a:pt x="5892" y="3033"/>
                </a:lnTo>
                <a:cubicBezTo>
                  <a:pt x="5892" y="3004"/>
                  <a:pt x="5870" y="2979"/>
                  <a:pt x="5844" y="2968"/>
                </a:cubicBezTo>
                <a:cubicBezTo>
                  <a:pt x="5839" y="2966"/>
                  <a:pt x="5834" y="2966"/>
                  <a:pt x="5829" y="2966"/>
                </a:cubicBezTo>
                <a:cubicBezTo>
                  <a:pt x="5804" y="2966"/>
                  <a:pt x="5780" y="2979"/>
                  <a:pt x="5768" y="3001"/>
                </a:cubicBezTo>
                <a:cubicBezTo>
                  <a:pt x="5359" y="3682"/>
                  <a:pt x="4597" y="3974"/>
                  <a:pt x="4503" y="4010"/>
                </a:cubicBezTo>
                <a:lnTo>
                  <a:pt x="288" y="4010"/>
                </a:lnTo>
                <a:cubicBezTo>
                  <a:pt x="540" y="3832"/>
                  <a:pt x="1032" y="3464"/>
                  <a:pt x="1564" y="2968"/>
                </a:cubicBezTo>
                <a:cubicBezTo>
                  <a:pt x="2264" y="2315"/>
                  <a:pt x="3179" y="1298"/>
                  <a:pt x="3580" y="135"/>
                </a:cubicBezTo>
                <a:close/>
                <a:moveTo>
                  <a:pt x="3533" y="0"/>
                </a:moveTo>
                <a:cubicBezTo>
                  <a:pt x="3504" y="0"/>
                  <a:pt x="3478" y="18"/>
                  <a:pt x="3467" y="48"/>
                </a:cubicBezTo>
                <a:cubicBezTo>
                  <a:pt x="3084" y="1200"/>
                  <a:pt x="2173" y="2217"/>
                  <a:pt x="1477" y="2869"/>
                </a:cubicBezTo>
                <a:cubicBezTo>
                  <a:pt x="718" y="3577"/>
                  <a:pt x="44" y="4014"/>
                  <a:pt x="37" y="4018"/>
                </a:cubicBezTo>
                <a:cubicBezTo>
                  <a:pt x="11" y="4036"/>
                  <a:pt x="0" y="4065"/>
                  <a:pt x="11" y="4094"/>
                </a:cubicBezTo>
                <a:cubicBezTo>
                  <a:pt x="18" y="4123"/>
                  <a:pt x="44" y="4142"/>
                  <a:pt x="73" y="4142"/>
                </a:cubicBezTo>
                <a:lnTo>
                  <a:pt x="4513" y="4142"/>
                </a:lnTo>
                <a:cubicBezTo>
                  <a:pt x="4521" y="4142"/>
                  <a:pt x="4528" y="4142"/>
                  <a:pt x="4535" y="4138"/>
                </a:cubicBezTo>
                <a:cubicBezTo>
                  <a:pt x="4568" y="4127"/>
                  <a:pt x="5286" y="3883"/>
                  <a:pt x="5760" y="3252"/>
                </a:cubicBezTo>
                <a:lnTo>
                  <a:pt x="5760" y="4076"/>
                </a:lnTo>
                <a:cubicBezTo>
                  <a:pt x="5760" y="4112"/>
                  <a:pt x="5790" y="4142"/>
                  <a:pt x="5826" y="4142"/>
                </a:cubicBezTo>
                <a:lnTo>
                  <a:pt x="6938" y="4142"/>
                </a:lnTo>
                <a:cubicBezTo>
                  <a:pt x="6974" y="4142"/>
                  <a:pt x="7004" y="4116"/>
                  <a:pt x="7007" y="4080"/>
                </a:cubicBezTo>
                <a:lnTo>
                  <a:pt x="7357" y="73"/>
                </a:lnTo>
                <a:cubicBezTo>
                  <a:pt x="7357" y="55"/>
                  <a:pt x="7354" y="37"/>
                  <a:pt x="7339" y="22"/>
                </a:cubicBezTo>
                <a:cubicBezTo>
                  <a:pt x="7328" y="11"/>
                  <a:pt x="7310" y="0"/>
                  <a:pt x="7292" y="0"/>
                </a:cubicBezTo>
                <a:close/>
              </a:path>
            </a:pathLst>
          </a:custGeom>
          <a:solidFill>
            <a:schemeClr val="accent1"/>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60" name="Google Shape;560;p32"/>
          <p:cNvSpPr/>
          <p:nvPr/>
        </p:nvSpPr>
        <p:spPr>
          <a:xfrm>
            <a:off x="7183800" y="2845681"/>
            <a:ext cx="410403" cy="212426"/>
          </a:xfrm>
          <a:custGeom>
            <a:avLst/>
            <a:gdLst/>
            <a:ahLst/>
            <a:cxnLst/>
            <a:rect l="l" t="t" r="r" b="b"/>
            <a:pathLst>
              <a:path w="4005" h="2073" extrusionOk="0">
                <a:moveTo>
                  <a:pt x="3587" y="0"/>
                </a:moveTo>
                <a:cubicBezTo>
                  <a:pt x="2965" y="0"/>
                  <a:pt x="1759" y="149"/>
                  <a:pt x="745" y="1160"/>
                </a:cubicBezTo>
                <a:cubicBezTo>
                  <a:pt x="1" y="1899"/>
                  <a:pt x="260" y="2073"/>
                  <a:pt x="896" y="2073"/>
                </a:cubicBezTo>
                <a:cubicBezTo>
                  <a:pt x="1460" y="2073"/>
                  <a:pt x="2323" y="1935"/>
                  <a:pt x="3043" y="1935"/>
                </a:cubicBezTo>
                <a:cubicBezTo>
                  <a:pt x="3081" y="1935"/>
                  <a:pt x="3118" y="1936"/>
                  <a:pt x="3155" y="1937"/>
                </a:cubicBezTo>
                <a:lnTo>
                  <a:pt x="4004" y="26"/>
                </a:lnTo>
                <a:cubicBezTo>
                  <a:pt x="4004" y="26"/>
                  <a:pt x="3846" y="0"/>
                  <a:pt x="3587" y="0"/>
                </a:cubicBezTo>
                <a:close/>
              </a:path>
            </a:pathLst>
          </a:custGeom>
          <a:solidFill>
            <a:srgbClr val="F0887B"/>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61" name="Google Shape;561;p32"/>
          <p:cNvSpPr/>
          <p:nvPr/>
        </p:nvSpPr>
        <p:spPr>
          <a:xfrm>
            <a:off x="7183083" y="2861769"/>
            <a:ext cx="252697" cy="83208"/>
          </a:xfrm>
          <a:custGeom>
            <a:avLst/>
            <a:gdLst/>
            <a:ahLst/>
            <a:cxnLst/>
            <a:rect l="l" t="t" r="r" b="b"/>
            <a:pathLst>
              <a:path w="2466" h="812" extrusionOk="0">
                <a:moveTo>
                  <a:pt x="2466" y="0"/>
                </a:moveTo>
                <a:lnTo>
                  <a:pt x="2466" y="0"/>
                </a:lnTo>
                <a:cubicBezTo>
                  <a:pt x="2466" y="1"/>
                  <a:pt x="1066" y="336"/>
                  <a:pt x="501" y="361"/>
                </a:cubicBezTo>
                <a:cubicBezTo>
                  <a:pt x="1" y="383"/>
                  <a:pt x="128" y="812"/>
                  <a:pt x="935" y="812"/>
                </a:cubicBezTo>
                <a:cubicBezTo>
                  <a:pt x="1210" y="812"/>
                  <a:pt x="1566" y="761"/>
                  <a:pt x="2003" y="628"/>
                </a:cubicBezTo>
                <a:lnTo>
                  <a:pt x="2466" y="0"/>
                </a:lnTo>
                <a:close/>
              </a:path>
            </a:pathLst>
          </a:custGeom>
          <a:solidFill>
            <a:srgbClr val="F0887B"/>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62" name="Google Shape;562;p32"/>
          <p:cNvSpPr/>
          <p:nvPr/>
        </p:nvSpPr>
        <p:spPr>
          <a:xfrm>
            <a:off x="7210443" y="2940570"/>
            <a:ext cx="202588" cy="91611"/>
          </a:xfrm>
          <a:custGeom>
            <a:avLst/>
            <a:gdLst/>
            <a:ahLst/>
            <a:cxnLst/>
            <a:rect l="l" t="t" r="r" b="b"/>
            <a:pathLst>
              <a:path w="1977" h="894" extrusionOk="0">
                <a:moveTo>
                  <a:pt x="1951" y="1"/>
                </a:moveTo>
                <a:cubicBezTo>
                  <a:pt x="897" y="252"/>
                  <a:pt x="8" y="792"/>
                  <a:pt x="0" y="795"/>
                </a:cubicBezTo>
                <a:lnTo>
                  <a:pt x="59" y="894"/>
                </a:lnTo>
                <a:cubicBezTo>
                  <a:pt x="70" y="890"/>
                  <a:pt x="941" y="358"/>
                  <a:pt x="1976" y="114"/>
                </a:cubicBezTo>
                <a:lnTo>
                  <a:pt x="1951" y="1"/>
                </a:ln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63" name="Google Shape;563;p32"/>
          <p:cNvSpPr/>
          <p:nvPr/>
        </p:nvSpPr>
        <p:spPr>
          <a:xfrm>
            <a:off x="7237700" y="2890871"/>
            <a:ext cx="158525" cy="79724"/>
          </a:xfrm>
          <a:custGeom>
            <a:avLst/>
            <a:gdLst/>
            <a:ahLst/>
            <a:cxnLst/>
            <a:rect l="l" t="t" r="r" b="b"/>
            <a:pathLst>
              <a:path w="1547" h="778" extrusionOk="0">
                <a:moveTo>
                  <a:pt x="1513" y="1"/>
                </a:moveTo>
                <a:cubicBezTo>
                  <a:pt x="737" y="256"/>
                  <a:pt x="8" y="675"/>
                  <a:pt x="0" y="679"/>
                </a:cubicBezTo>
                <a:lnTo>
                  <a:pt x="59" y="777"/>
                </a:lnTo>
                <a:cubicBezTo>
                  <a:pt x="66" y="774"/>
                  <a:pt x="784" y="358"/>
                  <a:pt x="1546" y="110"/>
                </a:cubicBezTo>
                <a:lnTo>
                  <a:pt x="1513" y="1"/>
                </a:ln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64" name="Google Shape;564;p32"/>
          <p:cNvSpPr/>
          <p:nvPr/>
        </p:nvSpPr>
        <p:spPr>
          <a:xfrm>
            <a:off x="6985108" y="2103985"/>
            <a:ext cx="298605" cy="267044"/>
          </a:xfrm>
          <a:custGeom>
            <a:avLst/>
            <a:gdLst/>
            <a:ahLst/>
            <a:cxnLst/>
            <a:rect l="l" t="t" r="r" b="b"/>
            <a:pathLst>
              <a:path w="2914" h="2606" extrusionOk="0">
                <a:moveTo>
                  <a:pt x="2844" y="0"/>
                </a:moveTo>
                <a:cubicBezTo>
                  <a:pt x="2821" y="0"/>
                  <a:pt x="2797" y="16"/>
                  <a:pt x="2786" y="38"/>
                </a:cubicBezTo>
                <a:cubicBezTo>
                  <a:pt x="2779" y="64"/>
                  <a:pt x="1868" y="2339"/>
                  <a:pt x="993" y="2477"/>
                </a:cubicBezTo>
                <a:cubicBezTo>
                  <a:pt x="966" y="2482"/>
                  <a:pt x="941" y="2484"/>
                  <a:pt x="916" y="2484"/>
                </a:cubicBezTo>
                <a:cubicBezTo>
                  <a:pt x="815" y="2484"/>
                  <a:pt x="724" y="2449"/>
                  <a:pt x="643" y="2379"/>
                </a:cubicBezTo>
                <a:cubicBezTo>
                  <a:pt x="143" y="1956"/>
                  <a:pt x="125" y="454"/>
                  <a:pt x="121" y="439"/>
                </a:cubicBezTo>
                <a:cubicBezTo>
                  <a:pt x="121" y="407"/>
                  <a:pt x="96" y="377"/>
                  <a:pt x="59" y="377"/>
                </a:cubicBezTo>
                <a:cubicBezTo>
                  <a:pt x="26" y="381"/>
                  <a:pt x="1" y="407"/>
                  <a:pt x="1" y="439"/>
                </a:cubicBezTo>
                <a:cubicBezTo>
                  <a:pt x="1" y="505"/>
                  <a:pt x="19" y="2014"/>
                  <a:pt x="562" y="2470"/>
                </a:cubicBezTo>
                <a:cubicBezTo>
                  <a:pt x="668" y="2561"/>
                  <a:pt x="788" y="2605"/>
                  <a:pt x="916" y="2605"/>
                </a:cubicBezTo>
                <a:cubicBezTo>
                  <a:pt x="949" y="2605"/>
                  <a:pt x="978" y="2605"/>
                  <a:pt x="1011" y="2598"/>
                </a:cubicBezTo>
                <a:cubicBezTo>
                  <a:pt x="1955" y="2448"/>
                  <a:pt x="2863" y="181"/>
                  <a:pt x="2903" y="86"/>
                </a:cubicBezTo>
                <a:cubicBezTo>
                  <a:pt x="2914" y="53"/>
                  <a:pt x="2899" y="17"/>
                  <a:pt x="2866" y="6"/>
                </a:cubicBezTo>
                <a:cubicBezTo>
                  <a:pt x="2859" y="2"/>
                  <a:pt x="2852" y="0"/>
                  <a:pt x="2844" y="0"/>
                </a:cubicBezTo>
                <a:close/>
              </a:path>
            </a:pathLst>
          </a:custGeom>
          <a:solidFill>
            <a:srgbClr val="FFFFFF"/>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65" name="Google Shape;565;p32"/>
          <p:cNvSpPr/>
          <p:nvPr/>
        </p:nvSpPr>
        <p:spPr>
          <a:xfrm>
            <a:off x="7535073" y="1502267"/>
            <a:ext cx="1254571" cy="652443"/>
          </a:xfrm>
          <a:custGeom>
            <a:avLst/>
            <a:gdLst/>
            <a:ahLst/>
            <a:cxnLst/>
            <a:rect l="l" t="t" r="r" b="b"/>
            <a:pathLst>
              <a:path w="12243" h="6367" extrusionOk="0">
                <a:moveTo>
                  <a:pt x="2049" y="1"/>
                </a:moveTo>
                <a:cubicBezTo>
                  <a:pt x="919" y="1"/>
                  <a:pt x="0" y="916"/>
                  <a:pt x="0" y="2046"/>
                </a:cubicBezTo>
                <a:cubicBezTo>
                  <a:pt x="0" y="3176"/>
                  <a:pt x="919" y="4095"/>
                  <a:pt x="2049" y="4095"/>
                </a:cubicBezTo>
                <a:lnTo>
                  <a:pt x="2819" y="4095"/>
                </a:lnTo>
                <a:lnTo>
                  <a:pt x="1863" y="6366"/>
                </a:lnTo>
                <a:lnTo>
                  <a:pt x="1863" y="6366"/>
                </a:lnTo>
                <a:lnTo>
                  <a:pt x="4966" y="4095"/>
                </a:lnTo>
                <a:lnTo>
                  <a:pt x="10194" y="4095"/>
                </a:lnTo>
                <a:cubicBezTo>
                  <a:pt x="11328" y="4095"/>
                  <a:pt x="12243" y="3176"/>
                  <a:pt x="12243" y="2046"/>
                </a:cubicBezTo>
                <a:cubicBezTo>
                  <a:pt x="12243" y="916"/>
                  <a:pt x="11328" y="1"/>
                  <a:pt x="10194" y="1"/>
                </a:cubicBezTo>
                <a:close/>
              </a:path>
            </a:pathLst>
          </a:custGeom>
          <a:no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66" name="Google Shape;566;p32"/>
          <p:cNvSpPr/>
          <p:nvPr/>
        </p:nvSpPr>
        <p:spPr>
          <a:xfrm>
            <a:off x="7535073" y="1502267"/>
            <a:ext cx="1254571" cy="652443"/>
          </a:xfrm>
          <a:custGeom>
            <a:avLst/>
            <a:gdLst/>
            <a:ahLst/>
            <a:cxnLst/>
            <a:rect l="l" t="t" r="r" b="b"/>
            <a:pathLst>
              <a:path w="12243" h="6367" extrusionOk="0">
                <a:moveTo>
                  <a:pt x="10194" y="92"/>
                </a:moveTo>
                <a:cubicBezTo>
                  <a:pt x="11273" y="92"/>
                  <a:pt x="12152" y="967"/>
                  <a:pt x="12152" y="2046"/>
                </a:cubicBezTo>
                <a:cubicBezTo>
                  <a:pt x="12152" y="3125"/>
                  <a:pt x="11273" y="4004"/>
                  <a:pt x="10194" y="4004"/>
                </a:cubicBezTo>
                <a:lnTo>
                  <a:pt x="4937" y="4004"/>
                </a:lnTo>
                <a:lnTo>
                  <a:pt x="4915" y="4022"/>
                </a:lnTo>
                <a:lnTo>
                  <a:pt x="2075" y="6100"/>
                </a:lnTo>
                <a:lnTo>
                  <a:pt x="2902" y="4131"/>
                </a:lnTo>
                <a:lnTo>
                  <a:pt x="2957" y="4004"/>
                </a:lnTo>
                <a:lnTo>
                  <a:pt x="2049" y="4004"/>
                </a:lnTo>
                <a:cubicBezTo>
                  <a:pt x="970" y="4004"/>
                  <a:pt x="92" y="3125"/>
                  <a:pt x="92" y="2046"/>
                </a:cubicBezTo>
                <a:cubicBezTo>
                  <a:pt x="92" y="967"/>
                  <a:pt x="970" y="92"/>
                  <a:pt x="2049" y="92"/>
                </a:cubicBezTo>
                <a:close/>
                <a:moveTo>
                  <a:pt x="2049" y="1"/>
                </a:moveTo>
                <a:cubicBezTo>
                  <a:pt x="919" y="1"/>
                  <a:pt x="0" y="916"/>
                  <a:pt x="0" y="2046"/>
                </a:cubicBezTo>
                <a:cubicBezTo>
                  <a:pt x="0" y="3176"/>
                  <a:pt x="919" y="4095"/>
                  <a:pt x="2049" y="4095"/>
                </a:cubicBezTo>
                <a:lnTo>
                  <a:pt x="2819" y="4095"/>
                </a:lnTo>
                <a:lnTo>
                  <a:pt x="1863" y="6366"/>
                </a:lnTo>
                <a:lnTo>
                  <a:pt x="1863" y="6366"/>
                </a:lnTo>
                <a:lnTo>
                  <a:pt x="4966" y="4095"/>
                </a:lnTo>
                <a:lnTo>
                  <a:pt x="10194" y="4095"/>
                </a:lnTo>
                <a:cubicBezTo>
                  <a:pt x="11328" y="4095"/>
                  <a:pt x="12243" y="3176"/>
                  <a:pt x="12243" y="2046"/>
                </a:cubicBezTo>
                <a:cubicBezTo>
                  <a:pt x="12243" y="916"/>
                  <a:pt x="11328" y="1"/>
                  <a:pt x="10194" y="1"/>
                </a:cubicBezTo>
                <a:close/>
              </a:path>
            </a:pathLst>
          </a:custGeom>
          <a:solidFill>
            <a:srgbClr val="FFFFFF"/>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67" name="Google Shape;567;p32"/>
          <p:cNvSpPr/>
          <p:nvPr/>
        </p:nvSpPr>
        <p:spPr>
          <a:xfrm>
            <a:off x="7701692" y="1762650"/>
            <a:ext cx="919486" cy="9428"/>
          </a:xfrm>
          <a:custGeom>
            <a:avLst/>
            <a:gdLst/>
            <a:ahLst/>
            <a:cxnLst/>
            <a:rect l="l" t="t" r="r" b="b"/>
            <a:pathLst>
              <a:path w="8973" h="92" extrusionOk="0">
                <a:moveTo>
                  <a:pt x="0" y="1"/>
                </a:moveTo>
                <a:lnTo>
                  <a:pt x="0" y="92"/>
                </a:lnTo>
                <a:lnTo>
                  <a:pt x="8973" y="92"/>
                </a:lnTo>
                <a:lnTo>
                  <a:pt x="8973" y="1"/>
                </a:lnTo>
                <a:close/>
              </a:path>
            </a:pathLst>
          </a:custGeom>
          <a:solidFill>
            <a:srgbClr val="FFFFFF"/>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68" name="Google Shape;568;p32"/>
          <p:cNvSpPr/>
          <p:nvPr/>
        </p:nvSpPr>
        <p:spPr>
          <a:xfrm>
            <a:off x="7815641" y="1639375"/>
            <a:ext cx="805537" cy="9428"/>
          </a:xfrm>
          <a:custGeom>
            <a:avLst/>
            <a:gdLst/>
            <a:ahLst/>
            <a:cxnLst/>
            <a:rect l="l" t="t" r="r" b="b"/>
            <a:pathLst>
              <a:path w="7861" h="92" extrusionOk="0">
                <a:moveTo>
                  <a:pt x="0" y="1"/>
                </a:moveTo>
                <a:lnTo>
                  <a:pt x="0" y="92"/>
                </a:lnTo>
                <a:lnTo>
                  <a:pt x="7861" y="92"/>
                </a:lnTo>
                <a:lnTo>
                  <a:pt x="7861" y="1"/>
                </a:lnTo>
                <a:close/>
              </a:path>
            </a:pathLst>
          </a:custGeom>
          <a:solidFill>
            <a:srgbClr val="FFFFFF"/>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grpSp>
        <p:nvGrpSpPr>
          <p:cNvPr id="569" name="Google Shape;569;p32"/>
          <p:cNvGrpSpPr/>
          <p:nvPr/>
        </p:nvGrpSpPr>
        <p:grpSpPr>
          <a:xfrm flipH="1">
            <a:off x="6929319" y="1014941"/>
            <a:ext cx="919452" cy="498786"/>
            <a:chOff x="11300634" y="897306"/>
            <a:chExt cx="2355152" cy="1277626"/>
          </a:xfrm>
        </p:grpSpPr>
        <p:sp>
          <p:nvSpPr>
            <p:cNvPr id="570" name="Google Shape;570;p32"/>
            <p:cNvSpPr/>
            <p:nvPr/>
          </p:nvSpPr>
          <p:spPr>
            <a:xfrm>
              <a:off x="11300634" y="897306"/>
              <a:ext cx="2355152" cy="1277626"/>
            </a:xfrm>
            <a:custGeom>
              <a:avLst/>
              <a:gdLst/>
              <a:ahLst/>
              <a:cxnLst/>
              <a:rect l="l" t="t" r="r" b="b"/>
              <a:pathLst>
                <a:path w="11864" h="6436" extrusionOk="0">
                  <a:moveTo>
                    <a:pt x="9818" y="183"/>
                  </a:moveTo>
                  <a:cubicBezTo>
                    <a:pt x="10843" y="183"/>
                    <a:pt x="11681" y="1018"/>
                    <a:pt x="11681" y="2046"/>
                  </a:cubicBezTo>
                  <a:cubicBezTo>
                    <a:pt x="11681" y="3070"/>
                    <a:pt x="10843" y="3909"/>
                    <a:pt x="9818" y="3909"/>
                  </a:cubicBezTo>
                  <a:lnTo>
                    <a:pt x="4798" y="3909"/>
                  </a:lnTo>
                  <a:lnTo>
                    <a:pt x="2078" y="5899"/>
                  </a:lnTo>
                  <a:lnTo>
                    <a:pt x="2917" y="3909"/>
                  </a:lnTo>
                  <a:lnTo>
                    <a:pt x="2046" y="3909"/>
                  </a:lnTo>
                  <a:cubicBezTo>
                    <a:pt x="1017" y="3909"/>
                    <a:pt x="183" y="3070"/>
                    <a:pt x="183" y="2046"/>
                  </a:cubicBezTo>
                  <a:cubicBezTo>
                    <a:pt x="183" y="1018"/>
                    <a:pt x="1017" y="183"/>
                    <a:pt x="2046" y="183"/>
                  </a:cubicBezTo>
                  <a:close/>
                  <a:moveTo>
                    <a:pt x="2046" y="1"/>
                  </a:moveTo>
                  <a:cubicBezTo>
                    <a:pt x="915" y="1"/>
                    <a:pt x="0" y="916"/>
                    <a:pt x="0" y="2046"/>
                  </a:cubicBezTo>
                  <a:cubicBezTo>
                    <a:pt x="0" y="3172"/>
                    <a:pt x="915" y="4091"/>
                    <a:pt x="2046" y="4091"/>
                  </a:cubicBezTo>
                  <a:lnTo>
                    <a:pt x="2640" y="4091"/>
                  </a:lnTo>
                  <a:lnTo>
                    <a:pt x="1656" y="6435"/>
                  </a:lnTo>
                  <a:lnTo>
                    <a:pt x="1656" y="6435"/>
                  </a:lnTo>
                  <a:lnTo>
                    <a:pt x="4856" y="4091"/>
                  </a:lnTo>
                  <a:lnTo>
                    <a:pt x="9818" y="4091"/>
                  </a:lnTo>
                  <a:cubicBezTo>
                    <a:pt x="10945" y="4091"/>
                    <a:pt x="11864" y="3172"/>
                    <a:pt x="11864" y="2046"/>
                  </a:cubicBezTo>
                  <a:cubicBezTo>
                    <a:pt x="11864" y="916"/>
                    <a:pt x="10945" y="1"/>
                    <a:pt x="98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571" name="Google Shape;571;p32"/>
            <p:cNvSpPr/>
            <p:nvPr/>
          </p:nvSpPr>
          <p:spPr>
            <a:xfrm>
              <a:off x="12232849" y="1276664"/>
              <a:ext cx="106403" cy="112954"/>
            </a:xfrm>
            <a:custGeom>
              <a:avLst/>
              <a:gdLst/>
              <a:ahLst/>
              <a:cxnLst/>
              <a:rect l="l" t="t" r="r" b="b"/>
              <a:pathLst>
                <a:path w="536" h="569" extrusionOk="0">
                  <a:moveTo>
                    <a:pt x="270" y="0"/>
                  </a:moveTo>
                  <a:cubicBezTo>
                    <a:pt x="113" y="0"/>
                    <a:pt x="0" y="117"/>
                    <a:pt x="0" y="284"/>
                  </a:cubicBezTo>
                  <a:cubicBezTo>
                    <a:pt x="0" y="445"/>
                    <a:pt x="109" y="569"/>
                    <a:pt x="266" y="569"/>
                  </a:cubicBezTo>
                  <a:cubicBezTo>
                    <a:pt x="434" y="569"/>
                    <a:pt x="536" y="445"/>
                    <a:pt x="536" y="284"/>
                  </a:cubicBezTo>
                  <a:cubicBezTo>
                    <a:pt x="536" y="117"/>
                    <a:pt x="430" y="0"/>
                    <a:pt x="2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572" name="Google Shape;572;p32"/>
            <p:cNvSpPr/>
            <p:nvPr/>
          </p:nvSpPr>
          <p:spPr>
            <a:xfrm>
              <a:off x="12418061" y="1276664"/>
              <a:ext cx="106601" cy="112954"/>
            </a:xfrm>
            <a:custGeom>
              <a:avLst/>
              <a:gdLst/>
              <a:ahLst/>
              <a:cxnLst/>
              <a:rect l="l" t="t" r="r" b="b"/>
              <a:pathLst>
                <a:path w="537" h="569" extrusionOk="0">
                  <a:moveTo>
                    <a:pt x="270" y="0"/>
                  </a:moveTo>
                  <a:cubicBezTo>
                    <a:pt x="113" y="0"/>
                    <a:pt x="0" y="117"/>
                    <a:pt x="0" y="284"/>
                  </a:cubicBezTo>
                  <a:cubicBezTo>
                    <a:pt x="0" y="445"/>
                    <a:pt x="110" y="569"/>
                    <a:pt x="267" y="569"/>
                  </a:cubicBezTo>
                  <a:cubicBezTo>
                    <a:pt x="434" y="569"/>
                    <a:pt x="536" y="445"/>
                    <a:pt x="536" y="284"/>
                  </a:cubicBezTo>
                  <a:cubicBezTo>
                    <a:pt x="536" y="117"/>
                    <a:pt x="427" y="0"/>
                    <a:pt x="2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573" name="Google Shape;573;p32"/>
            <p:cNvSpPr/>
            <p:nvPr/>
          </p:nvSpPr>
          <p:spPr>
            <a:xfrm>
              <a:off x="12603274" y="1276664"/>
              <a:ext cx="106601" cy="112954"/>
            </a:xfrm>
            <a:custGeom>
              <a:avLst/>
              <a:gdLst/>
              <a:ahLst/>
              <a:cxnLst/>
              <a:rect l="l" t="t" r="r" b="b"/>
              <a:pathLst>
                <a:path w="537" h="569" extrusionOk="0">
                  <a:moveTo>
                    <a:pt x="270" y="0"/>
                  </a:moveTo>
                  <a:cubicBezTo>
                    <a:pt x="114" y="0"/>
                    <a:pt x="1" y="117"/>
                    <a:pt x="1" y="284"/>
                  </a:cubicBezTo>
                  <a:cubicBezTo>
                    <a:pt x="1" y="445"/>
                    <a:pt x="106" y="569"/>
                    <a:pt x="267" y="569"/>
                  </a:cubicBezTo>
                  <a:cubicBezTo>
                    <a:pt x="431" y="569"/>
                    <a:pt x="537" y="445"/>
                    <a:pt x="537" y="284"/>
                  </a:cubicBezTo>
                  <a:cubicBezTo>
                    <a:pt x="537" y="117"/>
                    <a:pt x="427" y="0"/>
                    <a:pt x="2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grpSp>
        <p:nvGrpSpPr>
          <p:cNvPr id="574" name="Google Shape;574;p32"/>
          <p:cNvGrpSpPr/>
          <p:nvPr/>
        </p:nvGrpSpPr>
        <p:grpSpPr>
          <a:xfrm>
            <a:off x="7008539" y="1791878"/>
            <a:ext cx="281696" cy="177813"/>
            <a:chOff x="13050876" y="3297591"/>
            <a:chExt cx="691449" cy="436511"/>
          </a:xfrm>
        </p:grpSpPr>
        <p:sp>
          <p:nvSpPr>
            <p:cNvPr id="575" name="Google Shape;575;p32"/>
            <p:cNvSpPr/>
            <p:nvPr/>
          </p:nvSpPr>
          <p:spPr>
            <a:xfrm>
              <a:off x="13050876" y="3297591"/>
              <a:ext cx="226124" cy="226124"/>
            </a:xfrm>
            <a:custGeom>
              <a:avLst/>
              <a:gdLst/>
              <a:ahLst/>
              <a:cxnLst/>
              <a:rect l="l" t="t" r="r" b="b"/>
              <a:pathLst>
                <a:path w="4756" h="4756" extrusionOk="0">
                  <a:moveTo>
                    <a:pt x="2383" y="1"/>
                  </a:moveTo>
                  <a:cubicBezTo>
                    <a:pt x="1063" y="1"/>
                    <a:pt x="1" y="1062"/>
                    <a:pt x="1" y="2383"/>
                  </a:cubicBezTo>
                  <a:cubicBezTo>
                    <a:pt x="1" y="3694"/>
                    <a:pt x="1063" y="4756"/>
                    <a:pt x="2383" y="4756"/>
                  </a:cubicBezTo>
                  <a:cubicBezTo>
                    <a:pt x="3694" y="4756"/>
                    <a:pt x="4756" y="3694"/>
                    <a:pt x="4756" y="2383"/>
                  </a:cubicBezTo>
                  <a:cubicBezTo>
                    <a:pt x="4756" y="1062"/>
                    <a:pt x="3694" y="1"/>
                    <a:pt x="238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576" name="Google Shape;576;p32"/>
            <p:cNvSpPr/>
            <p:nvPr/>
          </p:nvSpPr>
          <p:spPr>
            <a:xfrm>
              <a:off x="13516201" y="3369289"/>
              <a:ext cx="226124" cy="226124"/>
            </a:xfrm>
            <a:custGeom>
              <a:avLst/>
              <a:gdLst/>
              <a:ahLst/>
              <a:cxnLst/>
              <a:rect l="l" t="t" r="r" b="b"/>
              <a:pathLst>
                <a:path w="4756" h="4756" extrusionOk="0">
                  <a:moveTo>
                    <a:pt x="2382" y="1"/>
                  </a:moveTo>
                  <a:cubicBezTo>
                    <a:pt x="1071" y="1"/>
                    <a:pt x="0" y="1062"/>
                    <a:pt x="0" y="2374"/>
                  </a:cubicBezTo>
                  <a:cubicBezTo>
                    <a:pt x="0" y="3694"/>
                    <a:pt x="1071" y="4755"/>
                    <a:pt x="2382" y="4755"/>
                  </a:cubicBezTo>
                  <a:cubicBezTo>
                    <a:pt x="3694" y="4755"/>
                    <a:pt x="4755" y="3694"/>
                    <a:pt x="4755" y="2374"/>
                  </a:cubicBezTo>
                  <a:cubicBezTo>
                    <a:pt x="4755" y="1062"/>
                    <a:pt x="3694" y="1"/>
                    <a:pt x="238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577" name="Google Shape;577;p32"/>
            <p:cNvSpPr/>
            <p:nvPr/>
          </p:nvSpPr>
          <p:spPr>
            <a:xfrm>
              <a:off x="13076360" y="3443079"/>
              <a:ext cx="566261" cy="291023"/>
            </a:xfrm>
            <a:custGeom>
              <a:avLst/>
              <a:gdLst/>
              <a:ahLst/>
              <a:cxnLst/>
              <a:rect l="l" t="t" r="r" b="b"/>
              <a:pathLst>
                <a:path w="11910" h="6121" extrusionOk="0">
                  <a:moveTo>
                    <a:pt x="5510" y="0"/>
                  </a:moveTo>
                  <a:cubicBezTo>
                    <a:pt x="3251" y="0"/>
                    <a:pt x="1149" y="1205"/>
                    <a:pt x="0" y="3141"/>
                  </a:cubicBezTo>
                  <a:lnTo>
                    <a:pt x="4479" y="973"/>
                  </a:lnTo>
                  <a:cubicBezTo>
                    <a:pt x="4871" y="3881"/>
                    <a:pt x="7360" y="6121"/>
                    <a:pt x="10375" y="6121"/>
                  </a:cubicBezTo>
                  <a:cubicBezTo>
                    <a:pt x="10902" y="6121"/>
                    <a:pt x="11419" y="6049"/>
                    <a:pt x="11910" y="5924"/>
                  </a:cubicBezTo>
                  <a:cubicBezTo>
                    <a:pt x="11705" y="3266"/>
                    <a:pt x="9840" y="911"/>
                    <a:pt x="7119" y="206"/>
                  </a:cubicBezTo>
                  <a:cubicBezTo>
                    <a:pt x="6581" y="67"/>
                    <a:pt x="6041" y="0"/>
                    <a:pt x="551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spTree>
    <p:extLst>
      <p:ext uri="{BB962C8B-B14F-4D97-AF65-F5344CB8AC3E}">
        <p14:creationId xmlns:p14="http://schemas.microsoft.com/office/powerpoint/2010/main" val="2862774458"/>
      </p:ext>
    </p:extLst>
  </p:cSld>
  <p:clrMapOvr>
    <a:masterClrMapping/>
  </p:clrMapOvr>
  <p:extLst>
    <p:ext uri="{DCECCB84-F9BA-43D5-87BE-67443E8EF086}">
      <p15:sldGuideLst xmlns:p15="http://schemas.microsoft.com/office/powerpoint/2012/main">
        <p15:guide id="1" orient="horz" pos="5065">
          <p15:clr>
            <a:srgbClr val="FA7B17"/>
          </p15:clr>
        </p15:guide>
        <p15:guide id="2" pos="1152">
          <p15:clr>
            <a:srgbClr val="FA7B17"/>
          </p15:clr>
        </p15:guide>
        <p15:guide id="3" orient="horz" pos="4467">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exto intro">
  <p:cSld name="Texto intro">
    <p:spTree>
      <p:nvGrpSpPr>
        <p:cNvPr id="1" name="Shape 578"/>
        <p:cNvGrpSpPr/>
        <p:nvPr/>
      </p:nvGrpSpPr>
      <p:grpSpPr>
        <a:xfrm>
          <a:off x="0" y="0"/>
          <a:ext cx="0" cy="0"/>
          <a:chOff x="0" y="0"/>
          <a:chExt cx="0" cy="0"/>
        </a:xfrm>
      </p:grpSpPr>
      <p:sp>
        <p:nvSpPr>
          <p:cNvPr id="579" name="Google Shape;579;p33"/>
          <p:cNvSpPr/>
          <p:nvPr/>
        </p:nvSpPr>
        <p:spPr>
          <a:xfrm rot="10800000" flipH="1">
            <a:off x="456900" y="1049850"/>
            <a:ext cx="6382050" cy="3579300"/>
          </a:xfrm>
          <a:prstGeom prst="rect">
            <a:avLst/>
          </a:pr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solidFill>
                <a:schemeClr val="accent1"/>
              </a:solidFill>
            </a:endParaRPr>
          </a:p>
        </p:txBody>
      </p:sp>
      <p:sp>
        <p:nvSpPr>
          <p:cNvPr id="580" name="Google Shape;580;p33"/>
          <p:cNvSpPr/>
          <p:nvPr/>
        </p:nvSpPr>
        <p:spPr>
          <a:xfrm rot="10800000">
            <a:off x="7667625" y="3327600"/>
            <a:ext cx="1301550" cy="1301550"/>
          </a:xfrm>
          <a:prstGeom prst="arc">
            <a:avLst>
              <a:gd name="adj1" fmla="val 16200000"/>
              <a:gd name="adj2" fmla="val 0"/>
            </a:avLst>
          </a:prstGeom>
          <a:noFill/>
          <a:ln w="76200" cap="flat" cmpd="sng">
            <a:solidFill>
              <a:schemeClr val="accent3"/>
            </a:solidFill>
            <a:prstDash val="solid"/>
            <a:round/>
            <a:headEnd type="none" w="sm" len="sm"/>
            <a:tailEnd type="none" w="sm" len="sm"/>
          </a:ln>
        </p:spPr>
        <p:txBody>
          <a:bodyPr spcFirstLastPara="1" wrap="square" lIns="45713" tIns="45713" rIns="45713" bIns="45713" anchor="ctr" anchorCtr="0">
            <a:noAutofit/>
          </a:bodyPr>
          <a:lstStyle/>
          <a:p>
            <a:pPr marL="0" marR="0" lvl="0" indent="0" algn="l" rtl="0">
              <a:lnSpc>
                <a:spcPct val="100000"/>
              </a:lnSpc>
              <a:spcBef>
                <a:spcPts val="0"/>
              </a:spcBef>
              <a:spcAft>
                <a:spcPts val="0"/>
              </a:spcAft>
              <a:buNone/>
            </a:pPr>
            <a:endParaRPr sz="700">
              <a:solidFill>
                <a:schemeClr val="lt1"/>
              </a:solidFill>
            </a:endParaRPr>
          </a:p>
        </p:txBody>
      </p:sp>
      <p:cxnSp>
        <p:nvCxnSpPr>
          <p:cNvPr id="581" name="Google Shape;581;p33"/>
          <p:cNvCxnSpPr/>
          <p:nvPr/>
        </p:nvCxnSpPr>
        <p:spPr>
          <a:xfrm>
            <a:off x="8309300" y="4629150"/>
            <a:ext cx="841350" cy="0"/>
          </a:xfrm>
          <a:prstGeom prst="straightConnector1">
            <a:avLst/>
          </a:prstGeom>
          <a:noFill/>
          <a:ln w="76200" cap="flat" cmpd="sng">
            <a:solidFill>
              <a:schemeClr val="accent3"/>
            </a:solidFill>
            <a:prstDash val="solid"/>
            <a:round/>
            <a:headEnd type="none" w="med" len="med"/>
            <a:tailEnd type="none" w="med" len="med"/>
          </a:ln>
        </p:spPr>
      </p:cxnSp>
      <p:sp>
        <p:nvSpPr>
          <p:cNvPr id="582" name="Google Shape;582;p33"/>
          <p:cNvSpPr/>
          <p:nvPr/>
        </p:nvSpPr>
        <p:spPr>
          <a:xfrm flipH="1">
            <a:off x="7667625" y="1076550"/>
            <a:ext cx="1301550" cy="1301550"/>
          </a:xfrm>
          <a:prstGeom prst="arc">
            <a:avLst>
              <a:gd name="adj1" fmla="val 16200000"/>
              <a:gd name="adj2" fmla="val 0"/>
            </a:avLst>
          </a:prstGeom>
          <a:noFill/>
          <a:ln w="76200" cap="flat" cmpd="sng">
            <a:solidFill>
              <a:schemeClr val="accent3"/>
            </a:solidFill>
            <a:prstDash val="solid"/>
            <a:round/>
            <a:headEnd type="none" w="sm" len="sm"/>
            <a:tailEnd type="none" w="sm" len="sm"/>
          </a:ln>
        </p:spPr>
        <p:txBody>
          <a:bodyPr spcFirstLastPara="1" wrap="square" lIns="45713" tIns="45713" rIns="45713" bIns="45713" anchor="ctr" anchorCtr="0">
            <a:noAutofit/>
          </a:bodyPr>
          <a:lstStyle/>
          <a:p>
            <a:pPr marL="0" marR="0" lvl="0" indent="0" algn="l" rtl="0">
              <a:lnSpc>
                <a:spcPct val="100000"/>
              </a:lnSpc>
              <a:spcBef>
                <a:spcPts val="0"/>
              </a:spcBef>
              <a:spcAft>
                <a:spcPts val="0"/>
              </a:spcAft>
              <a:buNone/>
            </a:pPr>
            <a:endParaRPr sz="700">
              <a:solidFill>
                <a:schemeClr val="lt1"/>
              </a:solidFill>
            </a:endParaRPr>
          </a:p>
        </p:txBody>
      </p:sp>
      <p:cxnSp>
        <p:nvCxnSpPr>
          <p:cNvPr id="583" name="Google Shape;583;p33"/>
          <p:cNvCxnSpPr/>
          <p:nvPr/>
        </p:nvCxnSpPr>
        <p:spPr>
          <a:xfrm>
            <a:off x="8309300" y="1076550"/>
            <a:ext cx="841350" cy="0"/>
          </a:xfrm>
          <a:prstGeom prst="straightConnector1">
            <a:avLst/>
          </a:prstGeom>
          <a:noFill/>
          <a:ln w="76200" cap="flat" cmpd="sng">
            <a:solidFill>
              <a:schemeClr val="accent3"/>
            </a:solidFill>
            <a:prstDash val="solid"/>
            <a:round/>
            <a:headEnd type="none" w="med" len="med"/>
            <a:tailEnd type="none" w="med" len="med"/>
          </a:ln>
        </p:spPr>
      </p:cxnSp>
      <p:cxnSp>
        <p:nvCxnSpPr>
          <p:cNvPr id="584" name="Google Shape;584;p33"/>
          <p:cNvCxnSpPr>
            <a:stCxn id="582" idx="2"/>
            <a:endCxn id="580" idx="2"/>
          </p:cNvCxnSpPr>
          <p:nvPr/>
        </p:nvCxnSpPr>
        <p:spPr>
          <a:xfrm>
            <a:off x="7667625" y="1727325"/>
            <a:ext cx="0" cy="2251050"/>
          </a:xfrm>
          <a:prstGeom prst="straightConnector1">
            <a:avLst/>
          </a:prstGeom>
          <a:noFill/>
          <a:ln w="76200" cap="flat" cmpd="sng">
            <a:solidFill>
              <a:schemeClr val="accent3"/>
            </a:solidFill>
            <a:prstDash val="solid"/>
            <a:round/>
            <a:headEnd type="none" w="med" len="med"/>
            <a:tailEnd type="none" w="med" len="med"/>
          </a:ln>
        </p:spPr>
      </p:cxnSp>
      <p:grpSp>
        <p:nvGrpSpPr>
          <p:cNvPr id="585" name="Google Shape;585;p33"/>
          <p:cNvGrpSpPr/>
          <p:nvPr/>
        </p:nvGrpSpPr>
        <p:grpSpPr>
          <a:xfrm>
            <a:off x="456875" y="618432"/>
            <a:ext cx="2671543" cy="422911"/>
            <a:chOff x="913750" y="1236863"/>
            <a:chExt cx="5343086" cy="845821"/>
          </a:xfrm>
        </p:grpSpPr>
        <p:sp>
          <p:nvSpPr>
            <p:cNvPr id="586" name="Google Shape;586;p33"/>
            <p:cNvSpPr/>
            <p:nvPr/>
          </p:nvSpPr>
          <p:spPr>
            <a:xfrm rot="-5400000">
              <a:off x="1596850" y="553885"/>
              <a:ext cx="845700" cy="2211900"/>
            </a:xfrm>
            <a:prstGeom prst="round2SameRect">
              <a:avLst>
                <a:gd name="adj1" fmla="val 50000"/>
                <a:gd name="adj2" fmla="val 0"/>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587" name="Google Shape;587;p33"/>
            <p:cNvSpPr/>
            <p:nvPr/>
          </p:nvSpPr>
          <p:spPr>
            <a:xfrm>
              <a:off x="3996936" y="1236867"/>
              <a:ext cx="2259900" cy="845700"/>
            </a:xfrm>
            <a:prstGeom prst="roundRect">
              <a:avLst>
                <a:gd name="adj" fmla="val 50000"/>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588" name="Google Shape;588;p33"/>
            <p:cNvSpPr/>
            <p:nvPr/>
          </p:nvSpPr>
          <p:spPr>
            <a:xfrm>
              <a:off x="5493646" y="1376867"/>
              <a:ext cx="565800" cy="5658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589" name="Google Shape;589;p33"/>
            <p:cNvSpPr/>
            <p:nvPr/>
          </p:nvSpPr>
          <p:spPr>
            <a:xfrm>
              <a:off x="3151108" y="1236863"/>
              <a:ext cx="845700" cy="845700"/>
            </a:xfrm>
            <a:prstGeom prst="ellipse">
              <a:avLst/>
            </a:prstGeom>
            <a:noFill/>
            <a:ln w="38100" cap="flat" cmpd="sng">
              <a:solidFill>
                <a:srgbClr val="3F3F3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sp>
        <p:nvSpPr>
          <p:cNvPr id="590" name="Google Shape;590;p33"/>
          <p:cNvSpPr txBox="1">
            <a:spLocks noGrp="1"/>
          </p:cNvSpPr>
          <p:nvPr>
            <p:ph type="subTitle" idx="1"/>
          </p:nvPr>
        </p:nvSpPr>
        <p:spPr>
          <a:xfrm>
            <a:off x="1207313" y="1871438"/>
            <a:ext cx="4687650" cy="21735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rgbClr val="FFFFFF"/>
              </a:buClr>
              <a:buSzPts val="5000"/>
              <a:buFont typeface="Montserrat Medium"/>
              <a:buNone/>
              <a:defRPr sz="2500">
                <a:solidFill>
                  <a:srgbClr val="FFFFFF"/>
                </a:solidFill>
                <a:latin typeface="Montserrat Medium"/>
                <a:ea typeface="Montserrat Medium"/>
                <a:cs typeface="Montserrat Medium"/>
                <a:sym typeface="Montserrat Medium"/>
              </a:defRPr>
            </a:lvl1pPr>
            <a:lvl2pPr lvl="1">
              <a:spcBef>
                <a:spcPts val="0"/>
              </a:spcBef>
              <a:spcAft>
                <a:spcPts val="0"/>
              </a:spcAft>
              <a:buSzPts val="1400"/>
              <a:buFont typeface="Montserrat Medium"/>
              <a:buNone/>
              <a:defRPr>
                <a:latin typeface="Montserrat Medium"/>
                <a:ea typeface="Montserrat Medium"/>
                <a:cs typeface="Montserrat Medium"/>
                <a:sym typeface="Montserrat Medium"/>
              </a:defRPr>
            </a:lvl2pPr>
            <a:lvl3pPr lvl="2">
              <a:spcBef>
                <a:spcPts val="0"/>
              </a:spcBef>
              <a:spcAft>
                <a:spcPts val="0"/>
              </a:spcAft>
              <a:buSzPts val="1400"/>
              <a:buFont typeface="Montserrat Medium"/>
              <a:buNone/>
              <a:defRPr>
                <a:latin typeface="Montserrat Medium"/>
                <a:ea typeface="Montserrat Medium"/>
                <a:cs typeface="Montserrat Medium"/>
                <a:sym typeface="Montserrat Medium"/>
              </a:defRPr>
            </a:lvl3pPr>
            <a:lvl4pPr lvl="3">
              <a:spcBef>
                <a:spcPts val="0"/>
              </a:spcBef>
              <a:spcAft>
                <a:spcPts val="0"/>
              </a:spcAft>
              <a:buSzPts val="1400"/>
              <a:buFont typeface="Montserrat Medium"/>
              <a:buNone/>
              <a:defRPr>
                <a:latin typeface="Montserrat Medium"/>
                <a:ea typeface="Montserrat Medium"/>
                <a:cs typeface="Montserrat Medium"/>
                <a:sym typeface="Montserrat Medium"/>
              </a:defRPr>
            </a:lvl4pPr>
            <a:lvl5pPr lvl="4">
              <a:spcBef>
                <a:spcPts val="0"/>
              </a:spcBef>
              <a:spcAft>
                <a:spcPts val="0"/>
              </a:spcAft>
              <a:buSzPts val="1400"/>
              <a:buFont typeface="Montserrat Medium"/>
              <a:buNone/>
              <a:defRPr>
                <a:latin typeface="Montserrat Medium"/>
                <a:ea typeface="Montserrat Medium"/>
                <a:cs typeface="Montserrat Medium"/>
                <a:sym typeface="Montserrat Medium"/>
              </a:defRPr>
            </a:lvl5pPr>
            <a:lvl6pPr lvl="5">
              <a:spcBef>
                <a:spcPts val="0"/>
              </a:spcBef>
              <a:spcAft>
                <a:spcPts val="0"/>
              </a:spcAft>
              <a:buSzPts val="1400"/>
              <a:buFont typeface="Montserrat Medium"/>
              <a:buNone/>
              <a:defRPr>
                <a:latin typeface="Montserrat Medium"/>
                <a:ea typeface="Montserrat Medium"/>
                <a:cs typeface="Montserrat Medium"/>
                <a:sym typeface="Montserrat Medium"/>
              </a:defRPr>
            </a:lvl6pPr>
            <a:lvl7pPr lvl="6">
              <a:spcBef>
                <a:spcPts val="0"/>
              </a:spcBef>
              <a:spcAft>
                <a:spcPts val="0"/>
              </a:spcAft>
              <a:buSzPts val="1400"/>
              <a:buFont typeface="Montserrat Medium"/>
              <a:buNone/>
              <a:defRPr>
                <a:latin typeface="Montserrat Medium"/>
                <a:ea typeface="Montserrat Medium"/>
                <a:cs typeface="Montserrat Medium"/>
                <a:sym typeface="Montserrat Medium"/>
              </a:defRPr>
            </a:lvl7pPr>
            <a:lvl8pPr lvl="7">
              <a:spcBef>
                <a:spcPts val="0"/>
              </a:spcBef>
              <a:spcAft>
                <a:spcPts val="0"/>
              </a:spcAft>
              <a:buSzPts val="1400"/>
              <a:buFont typeface="Montserrat Medium"/>
              <a:buNone/>
              <a:defRPr>
                <a:latin typeface="Montserrat Medium"/>
                <a:ea typeface="Montserrat Medium"/>
                <a:cs typeface="Montserrat Medium"/>
                <a:sym typeface="Montserrat Medium"/>
              </a:defRPr>
            </a:lvl8pPr>
            <a:lvl9pPr lvl="8">
              <a:spcBef>
                <a:spcPts val="0"/>
              </a:spcBef>
              <a:spcAft>
                <a:spcPts val="0"/>
              </a:spcAft>
              <a:buSzPts val="1400"/>
              <a:buFont typeface="Montserrat Medium"/>
              <a:buNone/>
              <a:defRPr>
                <a:latin typeface="Montserrat Medium"/>
                <a:ea typeface="Montserrat Medium"/>
                <a:cs typeface="Montserrat Medium"/>
                <a:sym typeface="Montserrat Medium"/>
              </a:defRPr>
            </a:lvl9pPr>
          </a:lstStyle>
          <a:p>
            <a:endParaRPr/>
          </a:p>
        </p:txBody>
      </p:sp>
      <p:sp>
        <p:nvSpPr>
          <p:cNvPr id="591" name="Google Shape;591;p33"/>
          <p:cNvSpPr/>
          <p:nvPr/>
        </p:nvSpPr>
        <p:spPr>
          <a:xfrm flipH="1">
            <a:off x="5843540" y="3757516"/>
            <a:ext cx="1981208" cy="336630"/>
          </a:xfrm>
          <a:custGeom>
            <a:avLst/>
            <a:gdLst/>
            <a:ahLst/>
            <a:cxnLst/>
            <a:rect l="l" t="t" r="r" b="b"/>
            <a:pathLst>
              <a:path w="19239" h="3269" extrusionOk="0">
                <a:moveTo>
                  <a:pt x="1534" y="0"/>
                </a:moveTo>
                <a:cubicBezTo>
                  <a:pt x="746" y="0"/>
                  <a:pt x="90" y="613"/>
                  <a:pt x="48" y="1409"/>
                </a:cubicBezTo>
                <a:cubicBezTo>
                  <a:pt x="0" y="2230"/>
                  <a:pt x="631" y="2930"/>
                  <a:pt x="1451" y="2977"/>
                </a:cubicBezTo>
                <a:lnTo>
                  <a:pt x="6800" y="3269"/>
                </a:lnTo>
                <a:lnTo>
                  <a:pt x="11291" y="3269"/>
                </a:lnTo>
                <a:lnTo>
                  <a:pt x="17770" y="3101"/>
                </a:lnTo>
                <a:cubicBezTo>
                  <a:pt x="18590" y="3079"/>
                  <a:pt x="19239" y="2394"/>
                  <a:pt x="19217" y="1574"/>
                </a:cubicBezTo>
                <a:cubicBezTo>
                  <a:pt x="19199" y="761"/>
                  <a:pt x="18532" y="122"/>
                  <a:pt x="17727" y="122"/>
                </a:cubicBezTo>
                <a:cubicBezTo>
                  <a:pt x="17716" y="122"/>
                  <a:pt x="17705" y="122"/>
                  <a:pt x="17693" y="123"/>
                </a:cubicBezTo>
                <a:lnTo>
                  <a:pt x="11233" y="294"/>
                </a:lnTo>
                <a:lnTo>
                  <a:pt x="6924" y="294"/>
                </a:lnTo>
                <a:lnTo>
                  <a:pt x="1615" y="2"/>
                </a:lnTo>
                <a:cubicBezTo>
                  <a:pt x="1588" y="1"/>
                  <a:pt x="1561" y="0"/>
                  <a:pt x="1534" y="0"/>
                </a:cubicBezTo>
                <a:close/>
              </a:path>
            </a:pathLst>
          </a:custGeom>
          <a:solidFill>
            <a:schemeClr val="accent3"/>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92" name="Google Shape;592;p33"/>
          <p:cNvSpPr/>
          <p:nvPr/>
        </p:nvSpPr>
        <p:spPr>
          <a:xfrm flipH="1">
            <a:off x="6093573" y="3014233"/>
            <a:ext cx="666479" cy="1007520"/>
          </a:xfrm>
          <a:custGeom>
            <a:avLst/>
            <a:gdLst/>
            <a:ahLst/>
            <a:cxnLst/>
            <a:rect l="l" t="t" r="r" b="b"/>
            <a:pathLst>
              <a:path w="6472" h="9784" extrusionOk="0">
                <a:moveTo>
                  <a:pt x="2706" y="0"/>
                </a:moveTo>
                <a:cubicBezTo>
                  <a:pt x="2538" y="0"/>
                  <a:pt x="2368" y="37"/>
                  <a:pt x="2206" y="115"/>
                </a:cubicBezTo>
                <a:cubicBezTo>
                  <a:pt x="1630" y="392"/>
                  <a:pt x="1390" y="1081"/>
                  <a:pt x="1667" y="1657"/>
                </a:cubicBezTo>
                <a:lnTo>
                  <a:pt x="3679" y="5846"/>
                </a:lnTo>
                <a:lnTo>
                  <a:pt x="723" y="7643"/>
                </a:lnTo>
                <a:cubicBezTo>
                  <a:pt x="176" y="7971"/>
                  <a:pt x="1" y="8682"/>
                  <a:pt x="332" y="9229"/>
                </a:cubicBezTo>
                <a:cubicBezTo>
                  <a:pt x="551" y="9586"/>
                  <a:pt x="930" y="9783"/>
                  <a:pt x="1320" y="9783"/>
                </a:cubicBezTo>
                <a:cubicBezTo>
                  <a:pt x="1525" y="9783"/>
                  <a:pt x="1732" y="9729"/>
                  <a:pt x="1918" y="9615"/>
                </a:cubicBezTo>
                <a:lnTo>
                  <a:pt x="5772" y="7279"/>
                </a:lnTo>
                <a:cubicBezTo>
                  <a:pt x="6282" y="6969"/>
                  <a:pt x="6472" y="6327"/>
                  <a:pt x="6217" y="5791"/>
                </a:cubicBezTo>
                <a:lnTo>
                  <a:pt x="3749" y="654"/>
                </a:lnTo>
                <a:cubicBezTo>
                  <a:pt x="3549" y="242"/>
                  <a:pt x="3136" y="0"/>
                  <a:pt x="2706" y="0"/>
                </a:cubicBezTo>
                <a:close/>
              </a:path>
            </a:pathLst>
          </a:custGeom>
          <a:solidFill>
            <a:schemeClr val="accent3"/>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93" name="Google Shape;593;p33"/>
          <p:cNvSpPr/>
          <p:nvPr/>
        </p:nvSpPr>
        <p:spPr>
          <a:xfrm flipH="1">
            <a:off x="7017498" y="3018043"/>
            <a:ext cx="591407" cy="942851"/>
          </a:xfrm>
          <a:custGeom>
            <a:avLst/>
            <a:gdLst/>
            <a:ahLst/>
            <a:cxnLst/>
            <a:rect l="l" t="t" r="r" b="b"/>
            <a:pathLst>
              <a:path w="5743" h="9156" extrusionOk="0">
                <a:moveTo>
                  <a:pt x="4031" y="1"/>
                </a:moveTo>
                <a:cubicBezTo>
                  <a:pt x="3619" y="1"/>
                  <a:pt x="3219" y="222"/>
                  <a:pt x="3012" y="614"/>
                </a:cubicBezTo>
                <a:lnTo>
                  <a:pt x="296" y="5710"/>
                </a:lnTo>
                <a:cubicBezTo>
                  <a:pt x="1" y="6265"/>
                  <a:pt x="201" y="6954"/>
                  <a:pt x="748" y="7260"/>
                </a:cubicBezTo>
                <a:lnTo>
                  <a:pt x="3858" y="9010"/>
                </a:lnTo>
                <a:cubicBezTo>
                  <a:pt x="4037" y="9108"/>
                  <a:pt x="4230" y="9156"/>
                  <a:pt x="4423" y="9156"/>
                </a:cubicBezTo>
                <a:cubicBezTo>
                  <a:pt x="4828" y="9156"/>
                  <a:pt x="5218" y="8944"/>
                  <a:pt x="5429" y="8569"/>
                </a:cubicBezTo>
                <a:cubicBezTo>
                  <a:pt x="5743" y="8011"/>
                  <a:pt x="5546" y="7307"/>
                  <a:pt x="4988" y="6997"/>
                </a:cubicBezTo>
                <a:lnTo>
                  <a:pt x="2863" y="5802"/>
                </a:lnTo>
                <a:lnTo>
                  <a:pt x="5050" y="1700"/>
                </a:lnTo>
                <a:cubicBezTo>
                  <a:pt x="5349" y="1135"/>
                  <a:pt x="5138" y="435"/>
                  <a:pt x="4572" y="136"/>
                </a:cubicBezTo>
                <a:cubicBezTo>
                  <a:pt x="4400" y="44"/>
                  <a:pt x="4214" y="1"/>
                  <a:pt x="4031" y="1"/>
                </a:cubicBezTo>
                <a:close/>
              </a:path>
            </a:pathLst>
          </a:custGeom>
          <a:solidFill>
            <a:schemeClr val="accent3"/>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94" name="Google Shape;594;p33"/>
          <p:cNvSpPr/>
          <p:nvPr/>
        </p:nvSpPr>
        <p:spPr>
          <a:xfrm flipH="1">
            <a:off x="6498588" y="3041007"/>
            <a:ext cx="693974" cy="607869"/>
          </a:xfrm>
          <a:custGeom>
            <a:avLst/>
            <a:gdLst/>
            <a:ahLst/>
            <a:cxnLst/>
            <a:rect l="l" t="t" r="r" b="b"/>
            <a:pathLst>
              <a:path w="6739" h="5903" extrusionOk="0">
                <a:moveTo>
                  <a:pt x="1" y="1"/>
                </a:moveTo>
                <a:lnTo>
                  <a:pt x="1" y="5068"/>
                </a:lnTo>
                <a:cubicBezTo>
                  <a:pt x="1" y="5531"/>
                  <a:pt x="373" y="5903"/>
                  <a:pt x="836" y="5903"/>
                </a:cubicBezTo>
                <a:lnTo>
                  <a:pt x="5903" y="5903"/>
                </a:lnTo>
                <a:cubicBezTo>
                  <a:pt x="6366" y="5903"/>
                  <a:pt x="6738" y="5531"/>
                  <a:pt x="6738" y="5068"/>
                </a:cubicBezTo>
                <a:lnTo>
                  <a:pt x="6738" y="1"/>
                </a:lnTo>
                <a:close/>
              </a:path>
            </a:pathLst>
          </a:custGeom>
          <a:solidFill>
            <a:schemeClr val="accent3"/>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95" name="Google Shape;595;p33"/>
          <p:cNvSpPr/>
          <p:nvPr/>
        </p:nvSpPr>
        <p:spPr>
          <a:xfrm flipH="1">
            <a:off x="6889804" y="3212977"/>
            <a:ext cx="194630" cy="172794"/>
          </a:xfrm>
          <a:custGeom>
            <a:avLst/>
            <a:gdLst/>
            <a:ahLst/>
            <a:cxnLst/>
            <a:rect l="l" t="t" r="r" b="b"/>
            <a:pathLst>
              <a:path w="1890" h="1678" extrusionOk="0">
                <a:moveTo>
                  <a:pt x="1780" y="110"/>
                </a:moveTo>
                <a:lnTo>
                  <a:pt x="1780" y="1247"/>
                </a:lnTo>
                <a:cubicBezTo>
                  <a:pt x="1780" y="1426"/>
                  <a:pt x="1634" y="1568"/>
                  <a:pt x="1459" y="1568"/>
                </a:cubicBezTo>
                <a:lnTo>
                  <a:pt x="431" y="1568"/>
                </a:lnTo>
                <a:cubicBezTo>
                  <a:pt x="256" y="1568"/>
                  <a:pt x="110" y="1426"/>
                  <a:pt x="110" y="1247"/>
                </a:cubicBezTo>
                <a:lnTo>
                  <a:pt x="110" y="110"/>
                </a:lnTo>
                <a:close/>
                <a:moveTo>
                  <a:pt x="1" y="0"/>
                </a:moveTo>
                <a:lnTo>
                  <a:pt x="1" y="1247"/>
                </a:lnTo>
                <a:cubicBezTo>
                  <a:pt x="1" y="1484"/>
                  <a:pt x="194" y="1677"/>
                  <a:pt x="431" y="1677"/>
                </a:cubicBezTo>
                <a:lnTo>
                  <a:pt x="1459" y="1677"/>
                </a:lnTo>
                <a:cubicBezTo>
                  <a:pt x="1696" y="1677"/>
                  <a:pt x="1889" y="1484"/>
                  <a:pt x="1889" y="1247"/>
                </a:cubicBezTo>
                <a:lnTo>
                  <a:pt x="1889" y="0"/>
                </a:ln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96" name="Google Shape;596;p33"/>
          <p:cNvSpPr/>
          <p:nvPr/>
        </p:nvSpPr>
        <p:spPr>
          <a:xfrm flipH="1">
            <a:off x="7187516" y="3193824"/>
            <a:ext cx="11431" cy="245599"/>
          </a:xfrm>
          <a:custGeom>
            <a:avLst/>
            <a:gdLst/>
            <a:ahLst/>
            <a:cxnLst/>
            <a:rect l="l" t="t" r="r" b="b"/>
            <a:pathLst>
              <a:path w="111" h="2385" extrusionOk="0">
                <a:moveTo>
                  <a:pt x="1" y="0"/>
                </a:moveTo>
                <a:lnTo>
                  <a:pt x="1" y="2385"/>
                </a:lnTo>
                <a:lnTo>
                  <a:pt x="110" y="2385"/>
                </a:lnTo>
                <a:lnTo>
                  <a:pt x="110" y="0"/>
                </a:ln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97" name="Google Shape;597;p33"/>
          <p:cNvSpPr/>
          <p:nvPr/>
        </p:nvSpPr>
        <p:spPr>
          <a:xfrm flipH="1">
            <a:off x="6492203" y="3193824"/>
            <a:ext cx="11431" cy="245599"/>
          </a:xfrm>
          <a:custGeom>
            <a:avLst/>
            <a:gdLst/>
            <a:ahLst/>
            <a:cxnLst/>
            <a:rect l="l" t="t" r="r" b="b"/>
            <a:pathLst>
              <a:path w="111" h="2385" extrusionOk="0">
                <a:moveTo>
                  <a:pt x="1" y="0"/>
                </a:moveTo>
                <a:lnTo>
                  <a:pt x="1" y="2385"/>
                </a:lnTo>
                <a:lnTo>
                  <a:pt x="110" y="2385"/>
                </a:lnTo>
                <a:lnTo>
                  <a:pt x="110" y="0"/>
                </a:ln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98" name="Google Shape;598;p33"/>
          <p:cNvSpPr/>
          <p:nvPr/>
        </p:nvSpPr>
        <p:spPr>
          <a:xfrm flipH="1">
            <a:off x="6681478" y="2655876"/>
            <a:ext cx="329017" cy="324787"/>
          </a:xfrm>
          <a:custGeom>
            <a:avLst/>
            <a:gdLst/>
            <a:ahLst/>
            <a:cxnLst/>
            <a:rect l="l" t="t" r="r" b="b"/>
            <a:pathLst>
              <a:path w="3195" h="3154" extrusionOk="0">
                <a:moveTo>
                  <a:pt x="1598" y="0"/>
                </a:moveTo>
                <a:cubicBezTo>
                  <a:pt x="716" y="0"/>
                  <a:pt x="1" y="707"/>
                  <a:pt x="1" y="1579"/>
                </a:cubicBezTo>
                <a:cubicBezTo>
                  <a:pt x="1" y="2100"/>
                  <a:pt x="260" y="2567"/>
                  <a:pt x="657" y="2851"/>
                </a:cubicBezTo>
                <a:cubicBezTo>
                  <a:pt x="920" y="3041"/>
                  <a:pt x="1244" y="3154"/>
                  <a:pt x="1598" y="3154"/>
                </a:cubicBezTo>
                <a:cubicBezTo>
                  <a:pt x="1944" y="3154"/>
                  <a:pt x="2269" y="3044"/>
                  <a:pt x="2531" y="2858"/>
                </a:cubicBezTo>
                <a:cubicBezTo>
                  <a:pt x="2932" y="2570"/>
                  <a:pt x="3195" y="2104"/>
                  <a:pt x="3195" y="1579"/>
                </a:cubicBezTo>
                <a:cubicBezTo>
                  <a:pt x="3195" y="707"/>
                  <a:pt x="2480" y="0"/>
                  <a:pt x="1598" y="0"/>
                </a:cubicBezTo>
                <a:close/>
              </a:path>
            </a:pathLst>
          </a:custGeom>
          <a:solidFill>
            <a:srgbClr val="FBD77B"/>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599" name="Google Shape;599;p33"/>
          <p:cNvSpPr/>
          <p:nvPr/>
        </p:nvSpPr>
        <p:spPr>
          <a:xfrm flipH="1">
            <a:off x="6738529" y="2651551"/>
            <a:ext cx="215947" cy="43765"/>
          </a:xfrm>
          <a:custGeom>
            <a:avLst/>
            <a:gdLst/>
            <a:ahLst/>
            <a:cxnLst/>
            <a:rect l="l" t="t" r="r" b="b"/>
            <a:pathLst>
              <a:path w="2097" h="425" extrusionOk="0">
                <a:moveTo>
                  <a:pt x="1057" y="0"/>
                </a:moveTo>
                <a:cubicBezTo>
                  <a:pt x="436" y="0"/>
                  <a:pt x="0" y="425"/>
                  <a:pt x="0" y="425"/>
                </a:cubicBezTo>
                <a:lnTo>
                  <a:pt x="2097" y="425"/>
                </a:lnTo>
                <a:cubicBezTo>
                  <a:pt x="1725" y="106"/>
                  <a:pt x="1368" y="0"/>
                  <a:pt x="1057" y="0"/>
                </a:cubicBezTo>
                <a:close/>
              </a:path>
            </a:pathLst>
          </a:custGeom>
          <a:solidFill>
            <a:schemeClr val="dk1"/>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00" name="Google Shape;600;p33"/>
          <p:cNvSpPr/>
          <p:nvPr/>
        </p:nvSpPr>
        <p:spPr>
          <a:xfrm flipH="1">
            <a:off x="6832754" y="2792525"/>
            <a:ext cx="37999" cy="11328"/>
          </a:xfrm>
          <a:custGeom>
            <a:avLst/>
            <a:gdLst/>
            <a:ahLst/>
            <a:cxnLst/>
            <a:rect l="l" t="t" r="r" b="b"/>
            <a:pathLst>
              <a:path w="369" h="110" extrusionOk="0">
                <a:moveTo>
                  <a:pt x="55" y="0"/>
                </a:moveTo>
                <a:cubicBezTo>
                  <a:pt x="26" y="0"/>
                  <a:pt x="0" y="26"/>
                  <a:pt x="0" y="55"/>
                </a:cubicBezTo>
                <a:cubicBezTo>
                  <a:pt x="0" y="84"/>
                  <a:pt x="26" y="109"/>
                  <a:pt x="55" y="109"/>
                </a:cubicBezTo>
                <a:lnTo>
                  <a:pt x="314" y="109"/>
                </a:lnTo>
                <a:cubicBezTo>
                  <a:pt x="343" y="109"/>
                  <a:pt x="368" y="84"/>
                  <a:pt x="368" y="55"/>
                </a:cubicBezTo>
                <a:cubicBezTo>
                  <a:pt x="368" y="26"/>
                  <a:pt x="343" y="0"/>
                  <a:pt x="314" y="0"/>
                </a:cubicBez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01" name="Google Shape;601;p33"/>
          <p:cNvSpPr/>
          <p:nvPr/>
        </p:nvSpPr>
        <p:spPr>
          <a:xfrm flipH="1">
            <a:off x="6706605" y="2792525"/>
            <a:ext cx="39132" cy="11328"/>
          </a:xfrm>
          <a:custGeom>
            <a:avLst/>
            <a:gdLst/>
            <a:ahLst/>
            <a:cxnLst/>
            <a:rect l="l" t="t" r="r" b="b"/>
            <a:pathLst>
              <a:path w="380" h="110" extrusionOk="0">
                <a:moveTo>
                  <a:pt x="55" y="0"/>
                </a:moveTo>
                <a:cubicBezTo>
                  <a:pt x="26" y="0"/>
                  <a:pt x="0" y="26"/>
                  <a:pt x="0" y="55"/>
                </a:cubicBezTo>
                <a:cubicBezTo>
                  <a:pt x="0" y="84"/>
                  <a:pt x="26" y="109"/>
                  <a:pt x="55" y="109"/>
                </a:cubicBezTo>
                <a:lnTo>
                  <a:pt x="325" y="109"/>
                </a:lnTo>
                <a:cubicBezTo>
                  <a:pt x="358" y="109"/>
                  <a:pt x="379" y="84"/>
                  <a:pt x="379" y="55"/>
                </a:cubicBezTo>
                <a:cubicBezTo>
                  <a:pt x="379" y="26"/>
                  <a:pt x="358" y="0"/>
                  <a:pt x="325" y="0"/>
                </a:cubicBez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02" name="Google Shape;602;p33"/>
          <p:cNvSpPr/>
          <p:nvPr/>
        </p:nvSpPr>
        <p:spPr>
          <a:xfrm flipH="1">
            <a:off x="6990106" y="2774505"/>
            <a:ext cx="75175" cy="74349"/>
          </a:xfrm>
          <a:custGeom>
            <a:avLst/>
            <a:gdLst/>
            <a:ahLst/>
            <a:cxnLst/>
            <a:rect l="l" t="t" r="r" b="b"/>
            <a:pathLst>
              <a:path w="730" h="722" extrusionOk="0">
                <a:moveTo>
                  <a:pt x="365" y="0"/>
                </a:moveTo>
                <a:cubicBezTo>
                  <a:pt x="165" y="0"/>
                  <a:pt x="1" y="164"/>
                  <a:pt x="1" y="361"/>
                </a:cubicBezTo>
                <a:cubicBezTo>
                  <a:pt x="1" y="562"/>
                  <a:pt x="165" y="722"/>
                  <a:pt x="365" y="722"/>
                </a:cubicBezTo>
                <a:cubicBezTo>
                  <a:pt x="566" y="722"/>
                  <a:pt x="730" y="562"/>
                  <a:pt x="730" y="361"/>
                </a:cubicBezTo>
                <a:cubicBezTo>
                  <a:pt x="730" y="164"/>
                  <a:pt x="566" y="0"/>
                  <a:pt x="365" y="0"/>
                </a:cubicBezTo>
                <a:close/>
              </a:path>
            </a:pathLst>
          </a:custGeom>
          <a:solidFill>
            <a:srgbClr val="FBD77B"/>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03" name="Google Shape;603;p33"/>
          <p:cNvSpPr/>
          <p:nvPr/>
        </p:nvSpPr>
        <p:spPr>
          <a:xfrm flipH="1">
            <a:off x="6780235" y="2866462"/>
            <a:ext cx="63126" cy="63125"/>
          </a:xfrm>
          <a:custGeom>
            <a:avLst/>
            <a:gdLst/>
            <a:ahLst/>
            <a:cxnLst/>
            <a:rect l="l" t="t" r="r" b="b"/>
            <a:pathLst>
              <a:path w="613" h="613" extrusionOk="0">
                <a:moveTo>
                  <a:pt x="307" y="95"/>
                </a:moveTo>
                <a:cubicBezTo>
                  <a:pt x="423" y="95"/>
                  <a:pt x="514" y="190"/>
                  <a:pt x="514" y="307"/>
                </a:cubicBezTo>
                <a:cubicBezTo>
                  <a:pt x="514" y="423"/>
                  <a:pt x="423" y="514"/>
                  <a:pt x="307" y="514"/>
                </a:cubicBezTo>
                <a:cubicBezTo>
                  <a:pt x="190" y="514"/>
                  <a:pt x="95" y="423"/>
                  <a:pt x="95" y="307"/>
                </a:cubicBezTo>
                <a:cubicBezTo>
                  <a:pt x="95" y="190"/>
                  <a:pt x="190" y="95"/>
                  <a:pt x="307" y="95"/>
                </a:cubicBezTo>
                <a:close/>
                <a:moveTo>
                  <a:pt x="307" y="0"/>
                </a:moveTo>
                <a:cubicBezTo>
                  <a:pt x="139" y="0"/>
                  <a:pt x="0" y="139"/>
                  <a:pt x="0" y="307"/>
                </a:cubicBezTo>
                <a:cubicBezTo>
                  <a:pt x="0" y="474"/>
                  <a:pt x="139" y="613"/>
                  <a:pt x="307" y="613"/>
                </a:cubicBezTo>
                <a:cubicBezTo>
                  <a:pt x="474" y="613"/>
                  <a:pt x="613" y="474"/>
                  <a:pt x="613" y="307"/>
                </a:cubicBezTo>
                <a:cubicBezTo>
                  <a:pt x="613" y="139"/>
                  <a:pt x="474" y="0"/>
                  <a:pt x="307" y="0"/>
                </a:cubicBezTo>
                <a:close/>
              </a:path>
            </a:pathLst>
          </a:cu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04" name="Google Shape;604;p33"/>
          <p:cNvSpPr/>
          <p:nvPr/>
        </p:nvSpPr>
        <p:spPr>
          <a:xfrm flipH="1">
            <a:off x="6522273" y="3587605"/>
            <a:ext cx="671010" cy="561427"/>
          </a:xfrm>
          <a:custGeom>
            <a:avLst/>
            <a:gdLst/>
            <a:ahLst/>
            <a:cxnLst/>
            <a:rect l="l" t="t" r="r" b="b"/>
            <a:pathLst>
              <a:path w="6516" h="5452" extrusionOk="0">
                <a:moveTo>
                  <a:pt x="1" y="1"/>
                </a:moveTo>
                <a:lnTo>
                  <a:pt x="1" y="5451"/>
                </a:lnTo>
                <a:lnTo>
                  <a:pt x="6515" y="5451"/>
                </a:lnTo>
                <a:lnTo>
                  <a:pt x="6515" y="1"/>
                </a:lnTo>
                <a:close/>
              </a:path>
            </a:pathLst>
          </a:custGeom>
          <a:solidFill>
            <a:schemeClr val="dk1"/>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05" name="Google Shape;605;p33"/>
          <p:cNvSpPr/>
          <p:nvPr/>
        </p:nvSpPr>
        <p:spPr>
          <a:xfrm flipH="1">
            <a:off x="5823974" y="3770079"/>
            <a:ext cx="1032568" cy="634952"/>
          </a:xfrm>
          <a:custGeom>
            <a:avLst/>
            <a:gdLst/>
            <a:ahLst/>
            <a:cxnLst/>
            <a:rect l="l" t="t" r="r" b="b"/>
            <a:pathLst>
              <a:path w="10027" h="6166" extrusionOk="0">
                <a:moveTo>
                  <a:pt x="8327" y="0"/>
                </a:moveTo>
                <a:cubicBezTo>
                  <a:pt x="8111" y="0"/>
                  <a:pt x="7891" y="47"/>
                  <a:pt x="7682" y="146"/>
                </a:cubicBezTo>
                <a:lnTo>
                  <a:pt x="1054" y="3336"/>
                </a:lnTo>
                <a:cubicBezTo>
                  <a:pt x="314" y="3690"/>
                  <a:pt x="1" y="4580"/>
                  <a:pt x="358" y="5323"/>
                </a:cubicBezTo>
                <a:cubicBezTo>
                  <a:pt x="613" y="5856"/>
                  <a:pt x="1146" y="6165"/>
                  <a:pt x="1700" y="6165"/>
                </a:cubicBezTo>
                <a:cubicBezTo>
                  <a:pt x="1918" y="6165"/>
                  <a:pt x="2137" y="6118"/>
                  <a:pt x="2345" y="6020"/>
                </a:cubicBezTo>
                <a:lnTo>
                  <a:pt x="8973" y="2830"/>
                </a:lnTo>
                <a:cubicBezTo>
                  <a:pt x="9713" y="2476"/>
                  <a:pt x="10027" y="1586"/>
                  <a:pt x="9669" y="843"/>
                </a:cubicBezTo>
                <a:cubicBezTo>
                  <a:pt x="9415" y="310"/>
                  <a:pt x="8883" y="0"/>
                  <a:pt x="8327" y="0"/>
                </a:cubicBezTo>
                <a:close/>
              </a:path>
            </a:pathLst>
          </a:custGeom>
          <a:solidFill>
            <a:schemeClr val="accent5"/>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06" name="Google Shape;606;p33"/>
          <p:cNvSpPr/>
          <p:nvPr/>
        </p:nvSpPr>
        <p:spPr>
          <a:xfrm flipH="1">
            <a:off x="6700632" y="4107635"/>
            <a:ext cx="654121" cy="494080"/>
          </a:xfrm>
          <a:custGeom>
            <a:avLst/>
            <a:gdLst/>
            <a:ahLst/>
            <a:cxnLst/>
            <a:rect l="l" t="t" r="r" b="b"/>
            <a:pathLst>
              <a:path w="6352" h="4798" extrusionOk="0">
                <a:moveTo>
                  <a:pt x="4697" y="0"/>
                </a:moveTo>
                <a:cubicBezTo>
                  <a:pt x="3948" y="577"/>
                  <a:pt x="2953" y="739"/>
                  <a:pt x="2071" y="739"/>
                </a:cubicBezTo>
                <a:cubicBezTo>
                  <a:pt x="943" y="739"/>
                  <a:pt x="1" y="474"/>
                  <a:pt x="1" y="474"/>
                </a:cubicBezTo>
                <a:lnTo>
                  <a:pt x="1" y="474"/>
                </a:lnTo>
                <a:lnTo>
                  <a:pt x="4172" y="4798"/>
                </a:lnTo>
                <a:lnTo>
                  <a:pt x="6352" y="3103"/>
                </a:lnTo>
                <a:lnTo>
                  <a:pt x="4697" y="0"/>
                </a:lnTo>
                <a:close/>
              </a:path>
            </a:pathLst>
          </a:custGeom>
          <a:solidFill>
            <a:srgbClr val="FFFFFF"/>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07" name="Google Shape;607;p33"/>
          <p:cNvSpPr/>
          <p:nvPr/>
        </p:nvSpPr>
        <p:spPr>
          <a:xfrm flipH="1">
            <a:off x="6694248" y="4101868"/>
            <a:ext cx="666891" cy="505511"/>
          </a:xfrm>
          <a:custGeom>
            <a:avLst/>
            <a:gdLst/>
            <a:ahLst/>
            <a:cxnLst/>
            <a:rect l="l" t="t" r="r" b="b"/>
            <a:pathLst>
              <a:path w="6476" h="4909" extrusionOk="0">
                <a:moveTo>
                  <a:pt x="4740" y="136"/>
                </a:moveTo>
                <a:lnTo>
                  <a:pt x="6344" y="3144"/>
                </a:lnTo>
                <a:lnTo>
                  <a:pt x="4241" y="4781"/>
                </a:lnTo>
                <a:lnTo>
                  <a:pt x="234" y="632"/>
                </a:lnTo>
                <a:lnTo>
                  <a:pt x="234" y="632"/>
                </a:lnTo>
                <a:cubicBezTo>
                  <a:pt x="562" y="707"/>
                  <a:pt x="1291" y="847"/>
                  <a:pt x="2121" y="847"/>
                </a:cubicBezTo>
                <a:cubicBezTo>
                  <a:pt x="2997" y="847"/>
                  <a:pt x="3988" y="690"/>
                  <a:pt x="4740" y="136"/>
                </a:cubicBezTo>
                <a:close/>
                <a:moveTo>
                  <a:pt x="4759" y="0"/>
                </a:moveTo>
                <a:cubicBezTo>
                  <a:pt x="4748" y="0"/>
                  <a:pt x="4737" y="4"/>
                  <a:pt x="4726" y="12"/>
                </a:cubicBezTo>
                <a:cubicBezTo>
                  <a:pt x="3990" y="579"/>
                  <a:pt x="3004" y="737"/>
                  <a:pt x="2130" y="737"/>
                </a:cubicBezTo>
                <a:cubicBezTo>
                  <a:pt x="1023" y="737"/>
                  <a:pt x="94" y="483"/>
                  <a:pt x="77" y="479"/>
                </a:cubicBezTo>
                <a:cubicBezTo>
                  <a:pt x="72" y="477"/>
                  <a:pt x="67" y="477"/>
                  <a:pt x="62" y="477"/>
                </a:cubicBezTo>
                <a:cubicBezTo>
                  <a:pt x="42" y="477"/>
                  <a:pt x="24" y="487"/>
                  <a:pt x="15" y="504"/>
                </a:cubicBezTo>
                <a:cubicBezTo>
                  <a:pt x="1" y="526"/>
                  <a:pt x="5" y="552"/>
                  <a:pt x="23" y="570"/>
                </a:cubicBezTo>
                <a:lnTo>
                  <a:pt x="4193" y="4890"/>
                </a:lnTo>
                <a:cubicBezTo>
                  <a:pt x="4204" y="4905"/>
                  <a:pt x="4219" y="4908"/>
                  <a:pt x="4234" y="4908"/>
                </a:cubicBezTo>
                <a:cubicBezTo>
                  <a:pt x="4245" y="4908"/>
                  <a:pt x="4259" y="4905"/>
                  <a:pt x="4266" y="4898"/>
                </a:cubicBezTo>
                <a:lnTo>
                  <a:pt x="6447" y="3202"/>
                </a:lnTo>
                <a:cubicBezTo>
                  <a:pt x="6468" y="3188"/>
                  <a:pt x="6476" y="3159"/>
                  <a:pt x="6461" y="3133"/>
                </a:cubicBezTo>
                <a:lnTo>
                  <a:pt x="4810" y="27"/>
                </a:lnTo>
                <a:cubicBezTo>
                  <a:pt x="4799" y="16"/>
                  <a:pt x="4788" y="5"/>
                  <a:pt x="4770" y="1"/>
                </a:cubicBezTo>
                <a:cubicBezTo>
                  <a:pt x="4766" y="0"/>
                  <a:pt x="4762" y="0"/>
                  <a:pt x="4759" y="0"/>
                </a:cubicBezTo>
                <a:close/>
              </a:path>
            </a:pathLst>
          </a:custGeom>
          <a:solidFill>
            <a:schemeClr val="accent1"/>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08" name="Google Shape;608;p33"/>
          <p:cNvSpPr/>
          <p:nvPr/>
        </p:nvSpPr>
        <p:spPr>
          <a:xfrm flipH="1">
            <a:off x="6720507" y="3753912"/>
            <a:ext cx="1126382" cy="698076"/>
          </a:xfrm>
          <a:custGeom>
            <a:avLst/>
            <a:gdLst/>
            <a:ahLst/>
            <a:cxnLst/>
            <a:rect l="l" t="t" r="r" b="b"/>
            <a:pathLst>
              <a:path w="10938" h="6779" extrusionOk="0">
                <a:moveTo>
                  <a:pt x="1698" y="0"/>
                </a:moveTo>
                <a:cubicBezTo>
                  <a:pt x="1154" y="0"/>
                  <a:pt x="631" y="300"/>
                  <a:pt x="368" y="817"/>
                </a:cubicBezTo>
                <a:cubicBezTo>
                  <a:pt x="0" y="1554"/>
                  <a:pt x="296" y="2447"/>
                  <a:pt x="1028" y="2819"/>
                </a:cubicBezTo>
                <a:lnTo>
                  <a:pt x="8568" y="6621"/>
                </a:lnTo>
                <a:cubicBezTo>
                  <a:pt x="8783" y="6727"/>
                  <a:pt x="9009" y="6778"/>
                  <a:pt x="9235" y="6778"/>
                </a:cubicBezTo>
                <a:cubicBezTo>
                  <a:pt x="9782" y="6778"/>
                  <a:pt x="10303" y="6479"/>
                  <a:pt x="10566" y="5962"/>
                </a:cubicBezTo>
                <a:cubicBezTo>
                  <a:pt x="10938" y="5225"/>
                  <a:pt x="10642" y="4332"/>
                  <a:pt x="9906" y="3960"/>
                </a:cubicBezTo>
                <a:lnTo>
                  <a:pt x="2370" y="161"/>
                </a:lnTo>
                <a:cubicBezTo>
                  <a:pt x="2154" y="52"/>
                  <a:pt x="1924" y="0"/>
                  <a:pt x="1698" y="0"/>
                </a:cubicBezTo>
                <a:close/>
              </a:path>
            </a:pathLst>
          </a:custGeom>
          <a:solidFill>
            <a:schemeClr val="accent5"/>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09" name="Google Shape;609;p33"/>
          <p:cNvSpPr/>
          <p:nvPr/>
        </p:nvSpPr>
        <p:spPr>
          <a:xfrm flipH="1">
            <a:off x="6307151" y="4044923"/>
            <a:ext cx="805088" cy="608590"/>
          </a:xfrm>
          <a:custGeom>
            <a:avLst/>
            <a:gdLst/>
            <a:ahLst/>
            <a:cxnLst/>
            <a:rect l="l" t="t" r="r" b="b"/>
            <a:pathLst>
              <a:path w="7818" h="5910" extrusionOk="0">
                <a:moveTo>
                  <a:pt x="2021" y="0"/>
                </a:moveTo>
                <a:lnTo>
                  <a:pt x="1" y="3810"/>
                </a:lnTo>
                <a:lnTo>
                  <a:pt x="2699" y="5910"/>
                </a:lnTo>
                <a:lnTo>
                  <a:pt x="7817" y="616"/>
                </a:lnTo>
                <a:lnTo>
                  <a:pt x="7817" y="616"/>
                </a:lnTo>
                <a:cubicBezTo>
                  <a:pt x="7817" y="616"/>
                  <a:pt x="6684" y="929"/>
                  <a:pt x="5315" y="929"/>
                </a:cubicBezTo>
                <a:cubicBezTo>
                  <a:pt x="4215" y="929"/>
                  <a:pt x="2962" y="728"/>
                  <a:pt x="2021" y="0"/>
                </a:cubicBezTo>
                <a:close/>
              </a:path>
            </a:pathLst>
          </a:custGeom>
          <a:solidFill>
            <a:srgbClr val="FFFFFF"/>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10" name="Google Shape;610;p33"/>
          <p:cNvSpPr/>
          <p:nvPr/>
        </p:nvSpPr>
        <p:spPr>
          <a:xfrm flipH="1">
            <a:off x="6299633" y="4038023"/>
            <a:ext cx="820432" cy="622286"/>
          </a:xfrm>
          <a:custGeom>
            <a:avLst/>
            <a:gdLst/>
            <a:ahLst/>
            <a:cxnLst/>
            <a:rect l="l" t="t" r="r" b="b"/>
            <a:pathLst>
              <a:path w="7967" h="6043" extrusionOk="0">
                <a:moveTo>
                  <a:pt x="2119" y="166"/>
                </a:moveTo>
                <a:cubicBezTo>
                  <a:pt x="3063" y="864"/>
                  <a:pt x="4305" y="1058"/>
                  <a:pt x="5396" y="1058"/>
                </a:cubicBezTo>
                <a:cubicBezTo>
                  <a:pt x="6408" y="1058"/>
                  <a:pt x="7291" y="891"/>
                  <a:pt x="7689" y="804"/>
                </a:cubicBezTo>
                <a:lnTo>
                  <a:pt x="7689" y="804"/>
                </a:lnTo>
                <a:lnTo>
                  <a:pt x="2768" y="5889"/>
                </a:lnTo>
                <a:lnTo>
                  <a:pt x="161" y="3862"/>
                </a:lnTo>
                <a:lnTo>
                  <a:pt x="2119" y="166"/>
                </a:lnTo>
                <a:close/>
                <a:moveTo>
                  <a:pt x="2096" y="0"/>
                </a:moveTo>
                <a:cubicBezTo>
                  <a:pt x="2091" y="0"/>
                  <a:pt x="2086" y="1"/>
                  <a:pt x="2082" y="2"/>
                </a:cubicBezTo>
                <a:cubicBezTo>
                  <a:pt x="2064" y="5"/>
                  <a:pt x="2046" y="20"/>
                  <a:pt x="2038" y="38"/>
                </a:cubicBezTo>
                <a:lnTo>
                  <a:pt x="15" y="3848"/>
                </a:lnTo>
                <a:cubicBezTo>
                  <a:pt x="0" y="3877"/>
                  <a:pt x="8" y="3910"/>
                  <a:pt x="33" y="3932"/>
                </a:cubicBezTo>
                <a:lnTo>
                  <a:pt x="2735" y="6032"/>
                </a:lnTo>
                <a:cubicBezTo>
                  <a:pt x="2746" y="6039"/>
                  <a:pt x="2760" y="6043"/>
                  <a:pt x="2775" y="6043"/>
                </a:cubicBezTo>
                <a:cubicBezTo>
                  <a:pt x="2793" y="6043"/>
                  <a:pt x="2811" y="6039"/>
                  <a:pt x="2822" y="6024"/>
                </a:cubicBezTo>
                <a:lnTo>
                  <a:pt x="7941" y="731"/>
                </a:lnTo>
                <a:cubicBezTo>
                  <a:pt x="7963" y="709"/>
                  <a:pt x="7966" y="676"/>
                  <a:pt x="7952" y="651"/>
                </a:cubicBezTo>
                <a:cubicBezTo>
                  <a:pt x="7940" y="630"/>
                  <a:pt x="7917" y="619"/>
                  <a:pt x="7893" y="619"/>
                </a:cubicBezTo>
                <a:cubicBezTo>
                  <a:pt x="7887" y="619"/>
                  <a:pt x="7881" y="620"/>
                  <a:pt x="7875" y="621"/>
                </a:cubicBezTo>
                <a:cubicBezTo>
                  <a:pt x="7855" y="627"/>
                  <a:pt x="6737" y="928"/>
                  <a:pt x="5393" y="928"/>
                </a:cubicBezTo>
                <a:cubicBezTo>
                  <a:pt x="4302" y="928"/>
                  <a:pt x="3061" y="730"/>
                  <a:pt x="2137" y="16"/>
                </a:cubicBezTo>
                <a:cubicBezTo>
                  <a:pt x="2126" y="5"/>
                  <a:pt x="2110" y="0"/>
                  <a:pt x="2096" y="0"/>
                </a:cubicBezTo>
                <a:close/>
              </a:path>
            </a:pathLst>
          </a:custGeom>
          <a:solidFill>
            <a:schemeClr val="accent1"/>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11" name="Google Shape;611;p33"/>
          <p:cNvSpPr/>
          <p:nvPr/>
        </p:nvSpPr>
        <p:spPr>
          <a:xfrm>
            <a:off x="7194404" y="4316880"/>
            <a:ext cx="398873" cy="408115"/>
          </a:xfrm>
          <a:custGeom>
            <a:avLst/>
            <a:gdLst/>
            <a:ahLst/>
            <a:cxnLst/>
            <a:rect l="l" t="t" r="r" b="b"/>
            <a:pathLst>
              <a:path w="3802" h="3890" extrusionOk="0">
                <a:moveTo>
                  <a:pt x="1901" y="0"/>
                </a:moveTo>
                <a:cubicBezTo>
                  <a:pt x="1901" y="0"/>
                  <a:pt x="1847" y="1972"/>
                  <a:pt x="1" y="1972"/>
                </a:cubicBezTo>
                <a:cubicBezTo>
                  <a:pt x="1847" y="1972"/>
                  <a:pt x="1901" y="3890"/>
                  <a:pt x="1901" y="3890"/>
                </a:cubicBezTo>
                <a:cubicBezTo>
                  <a:pt x="1901" y="3890"/>
                  <a:pt x="1945" y="1972"/>
                  <a:pt x="3801" y="1972"/>
                </a:cubicBezTo>
                <a:cubicBezTo>
                  <a:pt x="1945" y="1972"/>
                  <a:pt x="1901" y="0"/>
                  <a:pt x="1901" y="0"/>
                </a:cubicBezTo>
                <a:close/>
              </a:path>
            </a:pathLst>
          </a:custGeom>
          <a:solidFill>
            <a:schemeClr val="accent3"/>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12" name="Google Shape;612;p33"/>
          <p:cNvSpPr/>
          <p:nvPr/>
        </p:nvSpPr>
        <p:spPr>
          <a:xfrm>
            <a:off x="5910669" y="3213837"/>
            <a:ext cx="167203" cy="171078"/>
          </a:xfrm>
          <a:custGeom>
            <a:avLst/>
            <a:gdLst/>
            <a:ahLst/>
            <a:cxnLst/>
            <a:rect l="l" t="t" r="r" b="b"/>
            <a:pathLst>
              <a:path w="3802" h="3890" extrusionOk="0">
                <a:moveTo>
                  <a:pt x="1901" y="0"/>
                </a:moveTo>
                <a:cubicBezTo>
                  <a:pt x="1901" y="0"/>
                  <a:pt x="1847" y="1972"/>
                  <a:pt x="1" y="1972"/>
                </a:cubicBezTo>
                <a:cubicBezTo>
                  <a:pt x="1847" y="1972"/>
                  <a:pt x="1901" y="3890"/>
                  <a:pt x="1901" y="3890"/>
                </a:cubicBezTo>
                <a:cubicBezTo>
                  <a:pt x="1901" y="3890"/>
                  <a:pt x="1945" y="1972"/>
                  <a:pt x="3801" y="1972"/>
                </a:cubicBezTo>
                <a:cubicBezTo>
                  <a:pt x="1945" y="1972"/>
                  <a:pt x="1901" y="0"/>
                  <a:pt x="1901" y="0"/>
                </a:cubicBezTo>
                <a:close/>
              </a:path>
            </a:pathLst>
          </a:custGeom>
          <a:solidFill>
            <a:srgbClr val="FFFFFF"/>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Tree>
    <p:extLst>
      <p:ext uri="{BB962C8B-B14F-4D97-AF65-F5344CB8AC3E}">
        <p14:creationId xmlns:p14="http://schemas.microsoft.com/office/powerpoint/2010/main" val="1913425642"/>
      </p:ext>
    </p:extLst>
  </p:cSld>
  <p:clrMapOvr>
    <a:masterClrMapping/>
  </p:clrMapOvr>
  <p:extLst>
    <p:ext uri="{DCECCB84-F9BA-43D5-87BE-67443E8EF086}">
      <p15:sldGuideLst xmlns:p15="http://schemas.microsoft.com/office/powerpoint/2012/main">
        <p15:guide id="1" pos="1488">
          <p15:clr>
            <a:srgbClr val="FA7B17"/>
          </p15:clr>
        </p15:guide>
        <p15:guide id="2" pos="7427">
          <p15:clr>
            <a:srgbClr val="FA7B17"/>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exto intro 2">
  <p:cSld name="Texto intro 2">
    <p:bg>
      <p:bgPr>
        <a:solidFill>
          <a:srgbClr val="000000"/>
        </a:solidFill>
        <a:effectLst/>
      </p:bgPr>
    </p:bg>
    <p:spTree>
      <p:nvGrpSpPr>
        <p:cNvPr id="1" name="Shape 613"/>
        <p:cNvGrpSpPr/>
        <p:nvPr/>
      </p:nvGrpSpPr>
      <p:grpSpPr>
        <a:xfrm>
          <a:off x="0" y="0"/>
          <a:ext cx="0" cy="0"/>
          <a:chOff x="0" y="0"/>
          <a:chExt cx="0" cy="0"/>
        </a:xfrm>
      </p:grpSpPr>
      <p:sp>
        <p:nvSpPr>
          <p:cNvPr id="614" name="Google Shape;614;p34"/>
          <p:cNvSpPr/>
          <p:nvPr/>
        </p:nvSpPr>
        <p:spPr>
          <a:xfrm rot="5400000">
            <a:off x="2316538" y="-838288"/>
            <a:ext cx="3310500" cy="6820200"/>
          </a:xfrm>
          <a:prstGeom prst="round2SameRect">
            <a:avLst>
              <a:gd name="adj1" fmla="val 19419"/>
              <a:gd name="adj2" fmla="val 0"/>
            </a:avLst>
          </a:prstGeom>
          <a:noFill/>
          <a:ln w="76200" cap="flat" cmpd="sng">
            <a:solidFill>
              <a:srgbClr val="FFFFFF"/>
            </a:solidFill>
            <a:prstDash val="solid"/>
            <a:round/>
            <a:headEnd type="none" w="sm" len="sm"/>
            <a:tailEnd type="none" w="sm" len="sm"/>
          </a:ln>
        </p:spPr>
        <p:txBody>
          <a:bodyPr spcFirstLastPara="1" wrap="square" lIns="45713" tIns="45713" rIns="45713" bIns="45713" anchor="ctr" anchorCtr="0">
            <a:noAutofit/>
          </a:bodyPr>
          <a:lstStyle/>
          <a:p>
            <a:pPr marL="0" lvl="0" indent="0" algn="l" rtl="0">
              <a:spcBef>
                <a:spcPts val="0"/>
              </a:spcBef>
              <a:spcAft>
                <a:spcPts val="0"/>
              </a:spcAft>
              <a:buNone/>
            </a:pPr>
            <a:endParaRPr sz="700">
              <a:solidFill>
                <a:srgbClr val="FFFFFF"/>
              </a:solidFill>
            </a:endParaRPr>
          </a:p>
        </p:txBody>
      </p:sp>
      <p:grpSp>
        <p:nvGrpSpPr>
          <p:cNvPr id="615" name="Google Shape;615;p34"/>
          <p:cNvGrpSpPr/>
          <p:nvPr/>
        </p:nvGrpSpPr>
        <p:grpSpPr>
          <a:xfrm>
            <a:off x="218256" y="2660455"/>
            <a:ext cx="2371727" cy="2361993"/>
            <a:chOff x="-1131625" y="-4036100"/>
            <a:chExt cx="2577824" cy="2567104"/>
          </a:xfrm>
        </p:grpSpPr>
        <p:sp>
          <p:nvSpPr>
            <p:cNvPr id="616" name="Google Shape;616;p34"/>
            <p:cNvSpPr/>
            <p:nvPr/>
          </p:nvSpPr>
          <p:spPr>
            <a:xfrm>
              <a:off x="-196651" y="-3025207"/>
              <a:ext cx="1127560" cy="831455"/>
            </a:xfrm>
            <a:custGeom>
              <a:avLst/>
              <a:gdLst/>
              <a:ahLst/>
              <a:cxnLst/>
              <a:rect l="l" t="t" r="r" b="b"/>
              <a:pathLst>
                <a:path w="8507" h="6273" extrusionOk="0">
                  <a:moveTo>
                    <a:pt x="1316" y="1"/>
                  </a:moveTo>
                  <a:cubicBezTo>
                    <a:pt x="1156" y="1"/>
                    <a:pt x="994" y="34"/>
                    <a:pt x="839" y="104"/>
                  </a:cubicBezTo>
                  <a:cubicBezTo>
                    <a:pt x="259" y="370"/>
                    <a:pt x="1" y="1052"/>
                    <a:pt x="267" y="1631"/>
                  </a:cubicBezTo>
                  <a:lnTo>
                    <a:pt x="2071" y="5598"/>
                  </a:lnTo>
                  <a:cubicBezTo>
                    <a:pt x="2214" y="5908"/>
                    <a:pt x="2483" y="6141"/>
                    <a:pt x="2811" y="6232"/>
                  </a:cubicBezTo>
                  <a:cubicBezTo>
                    <a:pt x="2914" y="6258"/>
                    <a:pt x="3019" y="6272"/>
                    <a:pt x="3121" y="6272"/>
                  </a:cubicBezTo>
                  <a:cubicBezTo>
                    <a:pt x="3351" y="6272"/>
                    <a:pt x="3581" y="6203"/>
                    <a:pt x="3774" y="6072"/>
                  </a:cubicBezTo>
                  <a:lnTo>
                    <a:pt x="7850" y="3272"/>
                  </a:lnTo>
                  <a:cubicBezTo>
                    <a:pt x="8375" y="2911"/>
                    <a:pt x="8506" y="2193"/>
                    <a:pt x="8145" y="1668"/>
                  </a:cubicBezTo>
                  <a:cubicBezTo>
                    <a:pt x="7921" y="1342"/>
                    <a:pt x="7560" y="1166"/>
                    <a:pt x="7192" y="1166"/>
                  </a:cubicBezTo>
                  <a:cubicBezTo>
                    <a:pt x="6967" y="1166"/>
                    <a:pt x="6740" y="1232"/>
                    <a:pt x="6541" y="1369"/>
                  </a:cubicBezTo>
                  <a:lnTo>
                    <a:pt x="3603" y="3389"/>
                  </a:lnTo>
                  <a:lnTo>
                    <a:pt x="2367" y="676"/>
                  </a:lnTo>
                  <a:cubicBezTo>
                    <a:pt x="2174" y="251"/>
                    <a:pt x="1754" y="1"/>
                    <a:pt x="1316" y="1"/>
                  </a:cubicBezTo>
                  <a:close/>
                </a:path>
              </a:pathLst>
            </a:custGeom>
            <a:solidFill>
              <a:srgbClr val="FDA7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17" name="Google Shape;617;p34"/>
            <p:cNvSpPr/>
            <p:nvPr/>
          </p:nvSpPr>
          <p:spPr>
            <a:xfrm>
              <a:off x="602595" y="-3164909"/>
              <a:ext cx="539193" cy="630914"/>
            </a:xfrm>
            <a:custGeom>
              <a:avLst/>
              <a:gdLst/>
              <a:ahLst/>
              <a:cxnLst/>
              <a:rect l="l" t="t" r="r" b="b"/>
              <a:pathLst>
                <a:path w="4068" h="4760" extrusionOk="0">
                  <a:moveTo>
                    <a:pt x="3311" y="0"/>
                  </a:moveTo>
                  <a:cubicBezTo>
                    <a:pt x="3214" y="0"/>
                    <a:pt x="3119" y="65"/>
                    <a:pt x="3041" y="210"/>
                  </a:cubicBezTo>
                  <a:cubicBezTo>
                    <a:pt x="2673" y="895"/>
                    <a:pt x="1382" y="1869"/>
                    <a:pt x="1382" y="1869"/>
                  </a:cubicBezTo>
                  <a:cubicBezTo>
                    <a:pt x="1642" y="1137"/>
                    <a:pt x="1411" y="470"/>
                    <a:pt x="1238" y="470"/>
                  </a:cubicBezTo>
                  <a:cubicBezTo>
                    <a:pt x="1200" y="470"/>
                    <a:pt x="1165" y="502"/>
                    <a:pt x="1138" y="574"/>
                  </a:cubicBezTo>
                  <a:cubicBezTo>
                    <a:pt x="992" y="972"/>
                    <a:pt x="1" y="2740"/>
                    <a:pt x="1" y="2740"/>
                  </a:cubicBezTo>
                  <a:lnTo>
                    <a:pt x="967" y="4760"/>
                  </a:lnTo>
                  <a:cubicBezTo>
                    <a:pt x="2899" y="4118"/>
                    <a:pt x="3249" y="3229"/>
                    <a:pt x="3708" y="1931"/>
                  </a:cubicBezTo>
                  <a:cubicBezTo>
                    <a:pt x="4068" y="904"/>
                    <a:pt x="3674" y="0"/>
                    <a:pt x="3311" y="0"/>
                  </a:cubicBezTo>
                  <a:close/>
                </a:path>
              </a:pathLst>
            </a:custGeom>
            <a:solidFill>
              <a:srgbClr val="FDA7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18" name="Google Shape;618;p34"/>
            <p:cNvSpPr/>
            <p:nvPr/>
          </p:nvSpPr>
          <p:spPr>
            <a:xfrm>
              <a:off x="824476" y="-2963175"/>
              <a:ext cx="136389" cy="225724"/>
            </a:xfrm>
            <a:custGeom>
              <a:avLst/>
              <a:gdLst/>
              <a:ahLst/>
              <a:cxnLst/>
              <a:rect l="l" t="t" r="r" b="b"/>
              <a:pathLst>
                <a:path w="1029" h="1703" extrusionOk="0">
                  <a:moveTo>
                    <a:pt x="139" y="0"/>
                  </a:moveTo>
                  <a:lnTo>
                    <a:pt x="0" y="117"/>
                  </a:lnTo>
                  <a:cubicBezTo>
                    <a:pt x="7" y="128"/>
                    <a:pt x="820" y="1123"/>
                    <a:pt x="846" y="1703"/>
                  </a:cubicBezTo>
                  <a:lnTo>
                    <a:pt x="1028" y="1696"/>
                  </a:lnTo>
                  <a:cubicBezTo>
                    <a:pt x="999" y="1054"/>
                    <a:pt x="175" y="44"/>
                    <a:pt x="13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19" name="Google Shape;619;p34"/>
            <p:cNvSpPr/>
            <p:nvPr/>
          </p:nvSpPr>
          <p:spPr>
            <a:xfrm>
              <a:off x="867950" y="-3141051"/>
              <a:ext cx="218567" cy="240304"/>
            </a:xfrm>
            <a:custGeom>
              <a:avLst/>
              <a:gdLst/>
              <a:ahLst/>
              <a:cxnLst/>
              <a:rect l="l" t="t" r="r" b="b"/>
              <a:pathLst>
                <a:path w="1649" h="1813" extrusionOk="0">
                  <a:moveTo>
                    <a:pt x="1488" y="1"/>
                  </a:moveTo>
                  <a:cubicBezTo>
                    <a:pt x="988" y="901"/>
                    <a:pt x="11" y="1660"/>
                    <a:pt x="0" y="1667"/>
                  </a:cubicBezTo>
                  <a:lnTo>
                    <a:pt x="110" y="1813"/>
                  </a:lnTo>
                  <a:cubicBezTo>
                    <a:pt x="153" y="1780"/>
                    <a:pt x="1127" y="1022"/>
                    <a:pt x="1648" y="88"/>
                  </a:cubicBezTo>
                  <a:lnTo>
                    <a:pt x="1488"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20" name="Google Shape;620;p34"/>
            <p:cNvSpPr/>
            <p:nvPr/>
          </p:nvSpPr>
          <p:spPr>
            <a:xfrm>
              <a:off x="905593" y="-3058343"/>
              <a:ext cx="216181" cy="214590"/>
            </a:xfrm>
            <a:custGeom>
              <a:avLst/>
              <a:gdLst/>
              <a:ahLst/>
              <a:cxnLst/>
              <a:rect l="l" t="t" r="r" b="b"/>
              <a:pathLst>
                <a:path w="1631" h="1619" extrusionOk="0">
                  <a:moveTo>
                    <a:pt x="1466" y="0"/>
                  </a:moveTo>
                  <a:cubicBezTo>
                    <a:pt x="1295" y="339"/>
                    <a:pt x="788" y="857"/>
                    <a:pt x="41" y="1451"/>
                  </a:cubicBezTo>
                  <a:cubicBezTo>
                    <a:pt x="19" y="1466"/>
                    <a:pt x="4" y="1477"/>
                    <a:pt x="1" y="1480"/>
                  </a:cubicBezTo>
                  <a:lnTo>
                    <a:pt x="121" y="1619"/>
                  </a:lnTo>
                  <a:cubicBezTo>
                    <a:pt x="125" y="1615"/>
                    <a:pt x="135" y="1608"/>
                    <a:pt x="154" y="1593"/>
                  </a:cubicBezTo>
                  <a:cubicBezTo>
                    <a:pt x="598" y="1240"/>
                    <a:pt x="1382" y="573"/>
                    <a:pt x="1630" y="80"/>
                  </a:cubicBezTo>
                  <a:lnTo>
                    <a:pt x="146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21" name="Google Shape;621;p34"/>
            <p:cNvSpPr/>
            <p:nvPr/>
          </p:nvSpPr>
          <p:spPr>
            <a:xfrm>
              <a:off x="934621" y="-2941438"/>
              <a:ext cx="177478" cy="155740"/>
            </a:xfrm>
            <a:custGeom>
              <a:avLst/>
              <a:gdLst/>
              <a:ahLst/>
              <a:cxnLst/>
              <a:rect l="l" t="t" r="r" b="b"/>
              <a:pathLst>
                <a:path w="1339" h="1175" extrusionOk="0">
                  <a:moveTo>
                    <a:pt x="1185" y="0"/>
                  </a:moveTo>
                  <a:cubicBezTo>
                    <a:pt x="904" y="445"/>
                    <a:pt x="8" y="1018"/>
                    <a:pt x="0" y="1021"/>
                  </a:cubicBezTo>
                  <a:lnTo>
                    <a:pt x="95" y="1174"/>
                  </a:lnTo>
                  <a:cubicBezTo>
                    <a:pt x="135" y="1152"/>
                    <a:pt x="1036" y="576"/>
                    <a:pt x="1338" y="99"/>
                  </a:cubicBezTo>
                  <a:lnTo>
                    <a:pt x="118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22" name="Google Shape;622;p34"/>
            <p:cNvSpPr/>
            <p:nvPr/>
          </p:nvSpPr>
          <p:spPr>
            <a:xfrm>
              <a:off x="765493" y="-2923545"/>
              <a:ext cx="92384" cy="191395"/>
            </a:xfrm>
            <a:custGeom>
              <a:avLst/>
              <a:gdLst/>
              <a:ahLst/>
              <a:cxnLst/>
              <a:rect l="l" t="t" r="r" b="b"/>
              <a:pathLst>
                <a:path w="697" h="1444" extrusionOk="0">
                  <a:moveTo>
                    <a:pt x="230" y="0"/>
                  </a:moveTo>
                  <a:lnTo>
                    <a:pt x="73" y="99"/>
                  </a:lnTo>
                  <a:cubicBezTo>
                    <a:pt x="91" y="124"/>
                    <a:pt x="471" y="755"/>
                    <a:pt x="0" y="1327"/>
                  </a:cubicBezTo>
                  <a:lnTo>
                    <a:pt x="139" y="1444"/>
                  </a:lnTo>
                  <a:cubicBezTo>
                    <a:pt x="697" y="770"/>
                    <a:pt x="234" y="8"/>
                    <a:pt x="23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23" name="Google Shape;623;p34"/>
            <p:cNvSpPr/>
            <p:nvPr/>
          </p:nvSpPr>
          <p:spPr>
            <a:xfrm>
              <a:off x="-173456" y="-3024676"/>
              <a:ext cx="414336" cy="472788"/>
            </a:xfrm>
            <a:custGeom>
              <a:avLst/>
              <a:gdLst/>
              <a:ahLst/>
              <a:cxnLst/>
              <a:rect l="l" t="t" r="r" b="b"/>
              <a:pathLst>
                <a:path w="3126" h="3567" extrusionOk="0">
                  <a:moveTo>
                    <a:pt x="1340" y="1"/>
                  </a:moveTo>
                  <a:cubicBezTo>
                    <a:pt x="1218" y="1"/>
                    <a:pt x="1093" y="20"/>
                    <a:pt x="970" y="60"/>
                  </a:cubicBezTo>
                  <a:cubicBezTo>
                    <a:pt x="343" y="264"/>
                    <a:pt x="1" y="935"/>
                    <a:pt x="201" y="1562"/>
                  </a:cubicBezTo>
                  <a:lnTo>
                    <a:pt x="854" y="3567"/>
                  </a:lnTo>
                  <a:lnTo>
                    <a:pt x="3125" y="2830"/>
                  </a:lnTo>
                  <a:lnTo>
                    <a:pt x="2472" y="825"/>
                  </a:lnTo>
                  <a:cubicBezTo>
                    <a:pt x="2311" y="321"/>
                    <a:pt x="1843" y="1"/>
                    <a:pt x="13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24" name="Google Shape;624;p34"/>
            <p:cNvSpPr/>
            <p:nvPr/>
          </p:nvSpPr>
          <p:spPr>
            <a:xfrm>
              <a:off x="-703503" y="-3497862"/>
              <a:ext cx="439387" cy="360787"/>
            </a:xfrm>
            <a:custGeom>
              <a:avLst/>
              <a:gdLst/>
              <a:ahLst/>
              <a:cxnLst/>
              <a:rect l="l" t="t" r="r" b="b"/>
              <a:pathLst>
                <a:path w="3315" h="2722" extrusionOk="0">
                  <a:moveTo>
                    <a:pt x="2138" y="0"/>
                  </a:moveTo>
                  <a:cubicBezTo>
                    <a:pt x="1710" y="0"/>
                    <a:pt x="1280" y="150"/>
                    <a:pt x="952" y="411"/>
                  </a:cubicBezTo>
                  <a:cubicBezTo>
                    <a:pt x="292" y="932"/>
                    <a:pt x="0" y="1872"/>
                    <a:pt x="248" y="2675"/>
                  </a:cubicBezTo>
                  <a:cubicBezTo>
                    <a:pt x="810" y="2685"/>
                    <a:pt x="1047" y="2704"/>
                    <a:pt x="1608" y="2722"/>
                  </a:cubicBezTo>
                  <a:lnTo>
                    <a:pt x="3314" y="487"/>
                  </a:lnTo>
                  <a:cubicBezTo>
                    <a:pt x="2993" y="150"/>
                    <a:pt x="2567" y="0"/>
                    <a:pt x="21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25" name="Google Shape;625;p34"/>
            <p:cNvSpPr/>
            <p:nvPr/>
          </p:nvSpPr>
          <p:spPr>
            <a:xfrm>
              <a:off x="-716625" y="-3509659"/>
              <a:ext cx="461124" cy="384778"/>
            </a:xfrm>
            <a:custGeom>
              <a:avLst/>
              <a:gdLst/>
              <a:ahLst/>
              <a:cxnLst/>
              <a:rect l="l" t="t" r="r" b="b"/>
              <a:pathLst>
                <a:path w="3479" h="2903" extrusionOk="0">
                  <a:moveTo>
                    <a:pt x="2239" y="0"/>
                  </a:moveTo>
                  <a:cubicBezTo>
                    <a:pt x="1791" y="0"/>
                    <a:pt x="1339" y="157"/>
                    <a:pt x="992" y="430"/>
                  </a:cubicBezTo>
                  <a:cubicBezTo>
                    <a:pt x="303" y="977"/>
                    <a:pt x="1" y="1947"/>
                    <a:pt x="260" y="2789"/>
                  </a:cubicBezTo>
                  <a:lnTo>
                    <a:pt x="282" y="2851"/>
                  </a:lnTo>
                  <a:lnTo>
                    <a:pt x="347" y="2855"/>
                  </a:lnTo>
                  <a:cubicBezTo>
                    <a:pt x="683" y="2862"/>
                    <a:pt x="898" y="2869"/>
                    <a:pt x="1149" y="2880"/>
                  </a:cubicBezTo>
                  <a:cubicBezTo>
                    <a:pt x="1310" y="2887"/>
                    <a:pt x="1481" y="2895"/>
                    <a:pt x="1703" y="2902"/>
                  </a:cubicBezTo>
                  <a:lnTo>
                    <a:pt x="1711" y="2720"/>
                  </a:lnTo>
                  <a:cubicBezTo>
                    <a:pt x="1488" y="2712"/>
                    <a:pt x="1317" y="2705"/>
                    <a:pt x="1156" y="2698"/>
                  </a:cubicBezTo>
                  <a:cubicBezTo>
                    <a:pt x="923" y="2691"/>
                    <a:pt x="719" y="2680"/>
                    <a:pt x="416" y="2672"/>
                  </a:cubicBezTo>
                  <a:cubicBezTo>
                    <a:pt x="216" y="1925"/>
                    <a:pt x="500" y="1054"/>
                    <a:pt x="1105" y="572"/>
                  </a:cubicBezTo>
                  <a:cubicBezTo>
                    <a:pt x="1410" y="331"/>
                    <a:pt x="1827" y="184"/>
                    <a:pt x="2243" y="184"/>
                  </a:cubicBezTo>
                  <a:cubicBezTo>
                    <a:pt x="2644" y="184"/>
                    <a:pt x="3045" y="320"/>
                    <a:pt x="3348" y="638"/>
                  </a:cubicBezTo>
                  <a:lnTo>
                    <a:pt x="3479" y="510"/>
                  </a:lnTo>
                  <a:cubicBezTo>
                    <a:pt x="3165" y="182"/>
                    <a:pt x="2724" y="0"/>
                    <a:pt x="22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26" name="Google Shape;626;p34"/>
            <p:cNvSpPr/>
            <p:nvPr/>
          </p:nvSpPr>
          <p:spPr>
            <a:xfrm>
              <a:off x="-534376" y="-3449748"/>
              <a:ext cx="361053" cy="360522"/>
            </a:xfrm>
            <a:custGeom>
              <a:avLst/>
              <a:gdLst/>
              <a:ahLst/>
              <a:cxnLst/>
              <a:rect l="l" t="t" r="r" b="b"/>
              <a:pathLst>
                <a:path w="2724" h="2720" extrusionOk="0">
                  <a:moveTo>
                    <a:pt x="1364" y="0"/>
                  </a:moveTo>
                  <a:cubicBezTo>
                    <a:pt x="609" y="0"/>
                    <a:pt x="0" y="609"/>
                    <a:pt x="0" y="1360"/>
                  </a:cubicBezTo>
                  <a:cubicBezTo>
                    <a:pt x="0" y="2111"/>
                    <a:pt x="609" y="2720"/>
                    <a:pt x="1364" y="2720"/>
                  </a:cubicBezTo>
                  <a:cubicBezTo>
                    <a:pt x="2115" y="2720"/>
                    <a:pt x="2724" y="2111"/>
                    <a:pt x="2724" y="1360"/>
                  </a:cubicBezTo>
                  <a:cubicBezTo>
                    <a:pt x="2724" y="609"/>
                    <a:pt x="2115" y="0"/>
                    <a:pt x="1364" y="0"/>
                  </a:cubicBezTo>
                  <a:close/>
                </a:path>
              </a:pathLst>
            </a:custGeom>
            <a:solidFill>
              <a:srgbClr val="FDA7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27" name="Google Shape;627;p34"/>
            <p:cNvSpPr/>
            <p:nvPr/>
          </p:nvSpPr>
          <p:spPr>
            <a:xfrm>
              <a:off x="-713707" y="-3024675"/>
              <a:ext cx="719719" cy="668552"/>
            </a:xfrm>
            <a:custGeom>
              <a:avLst/>
              <a:gdLst/>
              <a:ahLst/>
              <a:cxnLst/>
              <a:rect l="l" t="t" r="r" b="b"/>
              <a:pathLst>
                <a:path w="5430" h="5032" extrusionOk="0">
                  <a:moveTo>
                    <a:pt x="1" y="0"/>
                  </a:moveTo>
                  <a:lnTo>
                    <a:pt x="1" y="4043"/>
                  </a:lnTo>
                  <a:cubicBezTo>
                    <a:pt x="1" y="4590"/>
                    <a:pt x="442" y="5031"/>
                    <a:pt x="989" y="5031"/>
                  </a:cubicBezTo>
                  <a:lnTo>
                    <a:pt x="4438" y="5031"/>
                  </a:lnTo>
                  <a:cubicBezTo>
                    <a:pt x="4984" y="5031"/>
                    <a:pt x="5429" y="4590"/>
                    <a:pt x="5429" y="4043"/>
                  </a:cubicBezTo>
                  <a:lnTo>
                    <a:pt x="542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28" name="Google Shape;628;p34"/>
            <p:cNvSpPr/>
            <p:nvPr/>
          </p:nvSpPr>
          <p:spPr>
            <a:xfrm>
              <a:off x="-1131625" y="-3012179"/>
              <a:ext cx="563580" cy="1340996"/>
            </a:xfrm>
            <a:custGeom>
              <a:avLst/>
              <a:gdLst/>
              <a:ahLst/>
              <a:cxnLst/>
              <a:rect l="l" t="t" r="r" b="b"/>
              <a:pathLst>
                <a:path w="4238" h="10084" extrusionOk="0">
                  <a:moveTo>
                    <a:pt x="2927" y="1"/>
                  </a:moveTo>
                  <a:cubicBezTo>
                    <a:pt x="2454" y="1"/>
                    <a:pt x="2008" y="296"/>
                    <a:pt x="1842" y="769"/>
                  </a:cubicBezTo>
                  <a:lnTo>
                    <a:pt x="117" y="5588"/>
                  </a:lnTo>
                  <a:cubicBezTo>
                    <a:pt x="1" y="5909"/>
                    <a:pt x="33" y="6263"/>
                    <a:pt x="205" y="6558"/>
                  </a:cubicBezTo>
                  <a:lnTo>
                    <a:pt x="1918" y="9511"/>
                  </a:lnTo>
                  <a:cubicBezTo>
                    <a:pt x="2133" y="9879"/>
                    <a:pt x="2520" y="10084"/>
                    <a:pt x="2917" y="10084"/>
                  </a:cubicBezTo>
                  <a:cubicBezTo>
                    <a:pt x="3114" y="10084"/>
                    <a:pt x="3315" y="10036"/>
                    <a:pt x="3497" y="9930"/>
                  </a:cubicBezTo>
                  <a:cubicBezTo>
                    <a:pt x="4047" y="9610"/>
                    <a:pt x="4237" y="8902"/>
                    <a:pt x="3916" y="8352"/>
                  </a:cubicBezTo>
                  <a:lnTo>
                    <a:pt x="2472" y="5862"/>
                  </a:lnTo>
                  <a:lnTo>
                    <a:pt x="4015" y="1545"/>
                  </a:lnTo>
                  <a:cubicBezTo>
                    <a:pt x="4230" y="944"/>
                    <a:pt x="3916" y="284"/>
                    <a:pt x="3315" y="69"/>
                  </a:cubicBezTo>
                  <a:cubicBezTo>
                    <a:pt x="3187" y="23"/>
                    <a:pt x="3056" y="1"/>
                    <a:pt x="2927" y="1"/>
                  </a:cubicBezTo>
                  <a:close/>
                </a:path>
              </a:pathLst>
            </a:custGeom>
            <a:solidFill>
              <a:srgbClr val="FDA7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29" name="Google Shape;629;p34"/>
            <p:cNvSpPr/>
            <p:nvPr/>
          </p:nvSpPr>
          <p:spPr>
            <a:xfrm>
              <a:off x="-893440" y="-1970148"/>
              <a:ext cx="569944" cy="489091"/>
            </a:xfrm>
            <a:custGeom>
              <a:avLst/>
              <a:gdLst/>
              <a:ahLst/>
              <a:cxnLst/>
              <a:rect l="l" t="t" r="r" b="b"/>
              <a:pathLst>
                <a:path w="4300" h="3690" extrusionOk="0">
                  <a:moveTo>
                    <a:pt x="1834" y="0"/>
                  </a:moveTo>
                  <a:lnTo>
                    <a:pt x="0" y="1123"/>
                  </a:lnTo>
                  <a:cubicBezTo>
                    <a:pt x="245" y="1991"/>
                    <a:pt x="1473" y="3340"/>
                    <a:pt x="2137" y="3602"/>
                  </a:cubicBezTo>
                  <a:cubicBezTo>
                    <a:pt x="2293" y="3663"/>
                    <a:pt x="2500" y="3690"/>
                    <a:pt x="2721" y="3690"/>
                  </a:cubicBezTo>
                  <a:cubicBezTo>
                    <a:pt x="3439" y="3690"/>
                    <a:pt x="4299" y="3410"/>
                    <a:pt x="3993" y="3128"/>
                  </a:cubicBezTo>
                  <a:cubicBezTo>
                    <a:pt x="3592" y="2764"/>
                    <a:pt x="2928" y="1830"/>
                    <a:pt x="2928" y="1830"/>
                  </a:cubicBezTo>
                  <a:lnTo>
                    <a:pt x="2928" y="1830"/>
                  </a:lnTo>
                  <a:cubicBezTo>
                    <a:pt x="2928" y="1830"/>
                    <a:pt x="3792" y="2261"/>
                    <a:pt x="3989" y="2261"/>
                  </a:cubicBezTo>
                  <a:cubicBezTo>
                    <a:pt x="4073" y="2261"/>
                    <a:pt x="4037" y="2184"/>
                    <a:pt x="3763" y="1962"/>
                  </a:cubicBezTo>
                  <a:cubicBezTo>
                    <a:pt x="2844" y="1222"/>
                    <a:pt x="1834" y="0"/>
                    <a:pt x="1834" y="0"/>
                  </a:cubicBezTo>
                  <a:close/>
                </a:path>
              </a:pathLst>
            </a:custGeom>
            <a:solidFill>
              <a:srgbClr val="FDA7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30" name="Google Shape;630;p34"/>
            <p:cNvSpPr/>
            <p:nvPr/>
          </p:nvSpPr>
          <p:spPr>
            <a:xfrm>
              <a:off x="-591370" y="-1673910"/>
              <a:ext cx="191395" cy="182780"/>
            </a:xfrm>
            <a:custGeom>
              <a:avLst/>
              <a:gdLst/>
              <a:ahLst/>
              <a:cxnLst/>
              <a:rect l="l" t="t" r="r" b="b"/>
              <a:pathLst>
                <a:path w="1444" h="1379" extrusionOk="0">
                  <a:moveTo>
                    <a:pt x="150" y="0"/>
                  </a:moveTo>
                  <a:lnTo>
                    <a:pt x="0" y="102"/>
                  </a:lnTo>
                  <a:cubicBezTo>
                    <a:pt x="376" y="649"/>
                    <a:pt x="1294" y="1349"/>
                    <a:pt x="1334" y="1378"/>
                  </a:cubicBezTo>
                  <a:lnTo>
                    <a:pt x="1444" y="1232"/>
                  </a:lnTo>
                  <a:cubicBezTo>
                    <a:pt x="1436" y="1225"/>
                    <a:pt x="510" y="521"/>
                    <a:pt x="15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31" name="Google Shape;631;p34"/>
            <p:cNvSpPr/>
            <p:nvPr/>
          </p:nvSpPr>
          <p:spPr>
            <a:xfrm>
              <a:off x="-681368" y="-1655089"/>
              <a:ext cx="214723" cy="181322"/>
            </a:xfrm>
            <a:custGeom>
              <a:avLst/>
              <a:gdLst/>
              <a:ahLst/>
              <a:cxnLst/>
              <a:rect l="l" t="t" r="r" b="b"/>
              <a:pathLst>
                <a:path w="1620" h="1368" extrusionOk="0">
                  <a:moveTo>
                    <a:pt x="154" y="0"/>
                  </a:moveTo>
                  <a:lnTo>
                    <a:pt x="1" y="102"/>
                  </a:lnTo>
                  <a:cubicBezTo>
                    <a:pt x="431" y="740"/>
                    <a:pt x="1477" y="1367"/>
                    <a:pt x="1598" y="1367"/>
                  </a:cubicBezTo>
                  <a:lnTo>
                    <a:pt x="1601" y="1367"/>
                  </a:lnTo>
                  <a:lnTo>
                    <a:pt x="1587" y="1269"/>
                  </a:lnTo>
                  <a:lnTo>
                    <a:pt x="1620" y="1192"/>
                  </a:lnTo>
                  <a:cubicBezTo>
                    <a:pt x="1507" y="1145"/>
                    <a:pt x="570" y="620"/>
                    <a:pt x="15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32" name="Google Shape;632;p34"/>
            <p:cNvSpPr/>
            <p:nvPr/>
          </p:nvSpPr>
          <p:spPr>
            <a:xfrm>
              <a:off x="-735446" y="-1628580"/>
              <a:ext cx="197757" cy="159584"/>
            </a:xfrm>
            <a:custGeom>
              <a:avLst/>
              <a:gdLst/>
              <a:ahLst/>
              <a:cxnLst/>
              <a:rect l="l" t="t" r="r" b="b"/>
              <a:pathLst>
                <a:path w="1492" h="1204" extrusionOk="0">
                  <a:moveTo>
                    <a:pt x="154" y="1"/>
                  </a:moveTo>
                  <a:lnTo>
                    <a:pt x="1" y="96"/>
                  </a:lnTo>
                  <a:cubicBezTo>
                    <a:pt x="442" y="814"/>
                    <a:pt x="1386" y="1200"/>
                    <a:pt x="1477" y="1204"/>
                  </a:cubicBezTo>
                  <a:lnTo>
                    <a:pt x="1484" y="1022"/>
                  </a:lnTo>
                  <a:lnTo>
                    <a:pt x="1492" y="1022"/>
                  </a:lnTo>
                  <a:cubicBezTo>
                    <a:pt x="1375" y="1000"/>
                    <a:pt x="533" y="613"/>
                    <a:pt x="15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33" name="Google Shape;633;p34"/>
            <p:cNvSpPr/>
            <p:nvPr/>
          </p:nvSpPr>
          <p:spPr>
            <a:xfrm>
              <a:off x="-988210" y="-3033027"/>
              <a:ext cx="433687" cy="477295"/>
            </a:xfrm>
            <a:custGeom>
              <a:avLst/>
              <a:gdLst/>
              <a:ahLst/>
              <a:cxnLst/>
              <a:rect l="l" t="t" r="r" b="b"/>
              <a:pathLst>
                <a:path w="3272" h="3601" extrusionOk="0">
                  <a:moveTo>
                    <a:pt x="1917" y="0"/>
                  </a:moveTo>
                  <a:cubicBezTo>
                    <a:pt x="1450" y="0"/>
                    <a:pt x="1006" y="277"/>
                    <a:pt x="814" y="735"/>
                  </a:cubicBezTo>
                  <a:lnTo>
                    <a:pt x="1" y="2678"/>
                  </a:lnTo>
                  <a:lnTo>
                    <a:pt x="2203" y="3601"/>
                  </a:lnTo>
                  <a:lnTo>
                    <a:pt x="3020" y="1658"/>
                  </a:lnTo>
                  <a:cubicBezTo>
                    <a:pt x="3271" y="1049"/>
                    <a:pt x="2987" y="349"/>
                    <a:pt x="2378" y="94"/>
                  </a:cubicBezTo>
                  <a:cubicBezTo>
                    <a:pt x="2227" y="30"/>
                    <a:pt x="2071" y="0"/>
                    <a:pt x="19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34" name="Google Shape;634;p34"/>
            <p:cNvSpPr/>
            <p:nvPr/>
          </p:nvSpPr>
          <p:spPr>
            <a:xfrm>
              <a:off x="-594286" y="-3456906"/>
              <a:ext cx="332025" cy="218699"/>
            </a:xfrm>
            <a:custGeom>
              <a:avLst/>
              <a:gdLst/>
              <a:ahLst/>
              <a:cxnLst/>
              <a:rect l="l" t="t" r="r" b="b"/>
              <a:pathLst>
                <a:path w="2505" h="1650" extrusionOk="0">
                  <a:moveTo>
                    <a:pt x="1735" y="0"/>
                  </a:moveTo>
                  <a:cubicBezTo>
                    <a:pt x="1486" y="0"/>
                    <a:pt x="1209" y="77"/>
                    <a:pt x="897" y="280"/>
                  </a:cubicBezTo>
                  <a:cubicBezTo>
                    <a:pt x="897" y="280"/>
                    <a:pt x="565" y="455"/>
                    <a:pt x="150" y="546"/>
                  </a:cubicBezTo>
                  <a:lnTo>
                    <a:pt x="0" y="1636"/>
                  </a:lnTo>
                  <a:cubicBezTo>
                    <a:pt x="61" y="1646"/>
                    <a:pt x="123" y="1650"/>
                    <a:pt x="185" y="1650"/>
                  </a:cubicBezTo>
                  <a:cubicBezTo>
                    <a:pt x="1301" y="1650"/>
                    <a:pt x="2505" y="240"/>
                    <a:pt x="2505" y="240"/>
                  </a:cubicBezTo>
                  <a:cubicBezTo>
                    <a:pt x="2280" y="106"/>
                    <a:pt x="2027" y="0"/>
                    <a:pt x="17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35" name="Google Shape;635;p34"/>
            <p:cNvSpPr/>
            <p:nvPr/>
          </p:nvSpPr>
          <p:spPr>
            <a:xfrm>
              <a:off x="-707347" y="-2803194"/>
              <a:ext cx="124327" cy="251835"/>
            </a:xfrm>
            <a:custGeom>
              <a:avLst/>
              <a:gdLst/>
              <a:ahLst/>
              <a:cxnLst/>
              <a:rect l="l" t="t" r="r" b="b"/>
              <a:pathLst>
                <a:path w="938" h="1900" extrusionOk="0">
                  <a:moveTo>
                    <a:pt x="769" y="0"/>
                  </a:moveTo>
                  <a:lnTo>
                    <a:pt x="0" y="1830"/>
                  </a:lnTo>
                  <a:lnTo>
                    <a:pt x="168" y="1900"/>
                  </a:lnTo>
                  <a:lnTo>
                    <a:pt x="937" y="69"/>
                  </a:lnTo>
                  <a:lnTo>
                    <a:pt x="76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36" name="Google Shape;636;p34"/>
            <p:cNvSpPr/>
            <p:nvPr/>
          </p:nvSpPr>
          <p:spPr>
            <a:xfrm>
              <a:off x="-17848" y="-2807170"/>
              <a:ext cx="117037" cy="240304"/>
            </a:xfrm>
            <a:custGeom>
              <a:avLst/>
              <a:gdLst/>
              <a:ahLst/>
              <a:cxnLst/>
              <a:rect l="l" t="t" r="r" b="b"/>
              <a:pathLst>
                <a:path w="883" h="1813" extrusionOk="0">
                  <a:moveTo>
                    <a:pt x="132" y="1"/>
                  </a:moveTo>
                  <a:lnTo>
                    <a:pt x="1" y="125"/>
                  </a:lnTo>
                  <a:cubicBezTo>
                    <a:pt x="653" y="832"/>
                    <a:pt x="124" y="1678"/>
                    <a:pt x="103" y="1714"/>
                  </a:cubicBezTo>
                  <a:lnTo>
                    <a:pt x="256" y="1813"/>
                  </a:lnTo>
                  <a:cubicBezTo>
                    <a:pt x="263" y="1802"/>
                    <a:pt x="883" y="814"/>
                    <a:pt x="13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37" name="Google Shape;637;p34"/>
            <p:cNvSpPr/>
            <p:nvPr/>
          </p:nvSpPr>
          <p:spPr>
            <a:xfrm>
              <a:off x="-322304" y="-3195925"/>
              <a:ext cx="74093" cy="30353"/>
            </a:xfrm>
            <a:custGeom>
              <a:avLst/>
              <a:gdLst/>
              <a:ahLst/>
              <a:cxnLst/>
              <a:rect l="l" t="t" r="r" b="b"/>
              <a:pathLst>
                <a:path w="559" h="229" extrusionOk="0">
                  <a:moveTo>
                    <a:pt x="452" y="0"/>
                  </a:moveTo>
                  <a:cubicBezTo>
                    <a:pt x="437" y="0"/>
                    <a:pt x="423" y="3"/>
                    <a:pt x="409" y="10"/>
                  </a:cubicBezTo>
                  <a:cubicBezTo>
                    <a:pt x="407" y="13"/>
                    <a:pt x="344" y="46"/>
                    <a:pt x="268" y="46"/>
                  </a:cubicBezTo>
                  <a:cubicBezTo>
                    <a:pt x="231" y="46"/>
                    <a:pt x="191" y="38"/>
                    <a:pt x="154" y="14"/>
                  </a:cubicBezTo>
                  <a:cubicBezTo>
                    <a:pt x="138" y="5"/>
                    <a:pt x="121" y="0"/>
                    <a:pt x="105" y="0"/>
                  </a:cubicBezTo>
                  <a:cubicBezTo>
                    <a:pt x="75" y="0"/>
                    <a:pt x="46" y="15"/>
                    <a:pt x="30" y="43"/>
                  </a:cubicBezTo>
                  <a:cubicBezTo>
                    <a:pt x="1" y="87"/>
                    <a:pt x="15" y="141"/>
                    <a:pt x="55" y="167"/>
                  </a:cubicBezTo>
                  <a:cubicBezTo>
                    <a:pt x="128" y="214"/>
                    <a:pt x="201" y="229"/>
                    <a:pt x="267" y="229"/>
                  </a:cubicBezTo>
                  <a:cubicBezTo>
                    <a:pt x="391" y="229"/>
                    <a:pt x="489" y="174"/>
                    <a:pt x="497" y="170"/>
                  </a:cubicBezTo>
                  <a:cubicBezTo>
                    <a:pt x="540" y="145"/>
                    <a:pt x="559" y="90"/>
                    <a:pt x="533" y="47"/>
                  </a:cubicBezTo>
                  <a:cubicBezTo>
                    <a:pt x="515" y="16"/>
                    <a:pt x="484" y="0"/>
                    <a:pt x="45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38" name="Google Shape;638;p34"/>
            <p:cNvSpPr/>
            <p:nvPr/>
          </p:nvSpPr>
          <p:spPr>
            <a:xfrm>
              <a:off x="-227136" y="-3300900"/>
              <a:ext cx="24388" cy="39631"/>
            </a:xfrm>
            <a:custGeom>
              <a:avLst/>
              <a:gdLst/>
              <a:ahLst/>
              <a:cxnLst/>
              <a:rect l="l" t="t" r="r" b="b"/>
              <a:pathLst>
                <a:path w="184" h="299" extrusionOk="0">
                  <a:moveTo>
                    <a:pt x="92" y="0"/>
                  </a:moveTo>
                  <a:cubicBezTo>
                    <a:pt x="45" y="0"/>
                    <a:pt x="1" y="40"/>
                    <a:pt x="1" y="91"/>
                  </a:cubicBezTo>
                  <a:lnTo>
                    <a:pt x="1" y="208"/>
                  </a:lnTo>
                  <a:cubicBezTo>
                    <a:pt x="1" y="259"/>
                    <a:pt x="45" y="299"/>
                    <a:pt x="92" y="299"/>
                  </a:cubicBezTo>
                  <a:cubicBezTo>
                    <a:pt x="143" y="299"/>
                    <a:pt x="183" y="259"/>
                    <a:pt x="183" y="208"/>
                  </a:cubicBezTo>
                  <a:lnTo>
                    <a:pt x="183" y="91"/>
                  </a:lnTo>
                  <a:cubicBezTo>
                    <a:pt x="183" y="40"/>
                    <a:pt x="143" y="0"/>
                    <a:pt x="9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39" name="Google Shape;639;p34"/>
            <p:cNvSpPr/>
            <p:nvPr/>
          </p:nvSpPr>
          <p:spPr>
            <a:xfrm>
              <a:off x="-361404" y="-3300900"/>
              <a:ext cx="24256" cy="39631"/>
            </a:xfrm>
            <a:custGeom>
              <a:avLst/>
              <a:gdLst/>
              <a:ahLst/>
              <a:cxnLst/>
              <a:rect l="l" t="t" r="r" b="b"/>
              <a:pathLst>
                <a:path w="183" h="299" extrusionOk="0">
                  <a:moveTo>
                    <a:pt x="92" y="0"/>
                  </a:moveTo>
                  <a:cubicBezTo>
                    <a:pt x="41" y="0"/>
                    <a:pt x="0" y="40"/>
                    <a:pt x="0" y="91"/>
                  </a:cubicBezTo>
                  <a:lnTo>
                    <a:pt x="0" y="208"/>
                  </a:lnTo>
                  <a:cubicBezTo>
                    <a:pt x="0" y="259"/>
                    <a:pt x="41" y="299"/>
                    <a:pt x="92" y="299"/>
                  </a:cubicBezTo>
                  <a:cubicBezTo>
                    <a:pt x="143" y="299"/>
                    <a:pt x="183" y="259"/>
                    <a:pt x="183" y="208"/>
                  </a:cubicBezTo>
                  <a:lnTo>
                    <a:pt x="183" y="91"/>
                  </a:lnTo>
                  <a:cubicBezTo>
                    <a:pt x="183" y="40"/>
                    <a:pt x="143" y="0"/>
                    <a:pt x="9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40" name="Google Shape;640;p34"/>
            <p:cNvSpPr/>
            <p:nvPr/>
          </p:nvSpPr>
          <p:spPr>
            <a:xfrm>
              <a:off x="-553727" y="-3297587"/>
              <a:ext cx="82708" cy="82310"/>
            </a:xfrm>
            <a:custGeom>
              <a:avLst/>
              <a:gdLst/>
              <a:ahLst/>
              <a:cxnLst/>
              <a:rect l="l" t="t" r="r" b="b"/>
              <a:pathLst>
                <a:path w="624" h="621" extrusionOk="0">
                  <a:moveTo>
                    <a:pt x="314" y="1"/>
                  </a:moveTo>
                  <a:cubicBezTo>
                    <a:pt x="139" y="1"/>
                    <a:pt x="0" y="139"/>
                    <a:pt x="0" y="310"/>
                  </a:cubicBezTo>
                  <a:cubicBezTo>
                    <a:pt x="0" y="482"/>
                    <a:pt x="139" y="620"/>
                    <a:pt x="314" y="620"/>
                  </a:cubicBezTo>
                  <a:cubicBezTo>
                    <a:pt x="485" y="620"/>
                    <a:pt x="624" y="482"/>
                    <a:pt x="624" y="310"/>
                  </a:cubicBezTo>
                  <a:cubicBezTo>
                    <a:pt x="624" y="139"/>
                    <a:pt x="485" y="1"/>
                    <a:pt x="314" y="1"/>
                  </a:cubicBezTo>
                  <a:close/>
                </a:path>
              </a:pathLst>
            </a:custGeom>
            <a:solidFill>
              <a:srgbClr val="FDA7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41" name="Google Shape;641;p34"/>
            <p:cNvSpPr/>
            <p:nvPr/>
          </p:nvSpPr>
          <p:spPr>
            <a:xfrm>
              <a:off x="-126315" y="-4036100"/>
              <a:ext cx="1572514" cy="853060"/>
            </a:xfrm>
            <a:custGeom>
              <a:avLst/>
              <a:gdLst/>
              <a:ahLst/>
              <a:cxnLst/>
              <a:rect l="l" t="t" r="r" b="b"/>
              <a:pathLst>
                <a:path w="11864" h="6436" extrusionOk="0">
                  <a:moveTo>
                    <a:pt x="9818" y="183"/>
                  </a:moveTo>
                  <a:cubicBezTo>
                    <a:pt x="10843" y="183"/>
                    <a:pt x="11681" y="1018"/>
                    <a:pt x="11681" y="2046"/>
                  </a:cubicBezTo>
                  <a:cubicBezTo>
                    <a:pt x="11681" y="3070"/>
                    <a:pt x="10843" y="3909"/>
                    <a:pt x="9818" y="3909"/>
                  </a:cubicBezTo>
                  <a:lnTo>
                    <a:pt x="4798" y="3909"/>
                  </a:lnTo>
                  <a:lnTo>
                    <a:pt x="2078" y="5899"/>
                  </a:lnTo>
                  <a:lnTo>
                    <a:pt x="2917" y="3909"/>
                  </a:lnTo>
                  <a:lnTo>
                    <a:pt x="2046" y="3909"/>
                  </a:lnTo>
                  <a:cubicBezTo>
                    <a:pt x="1017" y="3909"/>
                    <a:pt x="183" y="3070"/>
                    <a:pt x="183" y="2046"/>
                  </a:cubicBezTo>
                  <a:cubicBezTo>
                    <a:pt x="183" y="1018"/>
                    <a:pt x="1017" y="183"/>
                    <a:pt x="2046" y="183"/>
                  </a:cubicBezTo>
                  <a:close/>
                  <a:moveTo>
                    <a:pt x="2046" y="1"/>
                  </a:moveTo>
                  <a:cubicBezTo>
                    <a:pt x="915" y="1"/>
                    <a:pt x="0" y="916"/>
                    <a:pt x="0" y="2046"/>
                  </a:cubicBezTo>
                  <a:cubicBezTo>
                    <a:pt x="0" y="3172"/>
                    <a:pt x="915" y="4091"/>
                    <a:pt x="2046" y="4091"/>
                  </a:cubicBezTo>
                  <a:lnTo>
                    <a:pt x="2640" y="4091"/>
                  </a:lnTo>
                  <a:lnTo>
                    <a:pt x="1656" y="6435"/>
                  </a:lnTo>
                  <a:lnTo>
                    <a:pt x="1656" y="6435"/>
                  </a:lnTo>
                  <a:lnTo>
                    <a:pt x="4856" y="4091"/>
                  </a:lnTo>
                  <a:lnTo>
                    <a:pt x="9818" y="4091"/>
                  </a:lnTo>
                  <a:cubicBezTo>
                    <a:pt x="10945" y="4091"/>
                    <a:pt x="11864" y="3172"/>
                    <a:pt x="11864" y="2046"/>
                  </a:cubicBezTo>
                  <a:cubicBezTo>
                    <a:pt x="11864" y="916"/>
                    <a:pt x="10945" y="1"/>
                    <a:pt x="98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42" name="Google Shape;642;p34"/>
            <p:cNvSpPr/>
            <p:nvPr/>
          </p:nvSpPr>
          <p:spPr>
            <a:xfrm>
              <a:off x="496117" y="-3782806"/>
              <a:ext cx="71044" cy="75418"/>
            </a:xfrm>
            <a:custGeom>
              <a:avLst/>
              <a:gdLst/>
              <a:ahLst/>
              <a:cxnLst/>
              <a:rect l="l" t="t" r="r" b="b"/>
              <a:pathLst>
                <a:path w="536" h="569" extrusionOk="0">
                  <a:moveTo>
                    <a:pt x="270" y="0"/>
                  </a:moveTo>
                  <a:cubicBezTo>
                    <a:pt x="113" y="0"/>
                    <a:pt x="0" y="117"/>
                    <a:pt x="0" y="284"/>
                  </a:cubicBezTo>
                  <a:cubicBezTo>
                    <a:pt x="0" y="445"/>
                    <a:pt x="109" y="569"/>
                    <a:pt x="266" y="569"/>
                  </a:cubicBezTo>
                  <a:cubicBezTo>
                    <a:pt x="434" y="569"/>
                    <a:pt x="536" y="445"/>
                    <a:pt x="536" y="284"/>
                  </a:cubicBezTo>
                  <a:cubicBezTo>
                    <a:pt x="536" y="117"/>
                    <a:pt x="430" y="0"/>
                    <a:pt x="2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43" name="Google Shape;643;p34"/>
            <p:cNvSpPr/>
            <p:nvPr/>
          </p:nvSpPr>
          <p:spPr>
            <a:xfrm>
              <a:off x="619781" y="-3782806"/>
              <a:ext cx="71177" cy="75418"/>
            </a:xfrm>
            <a:custGeom>
              <a:avLst/>
              <a:gdLst/>
              <a:ahLst/>
              <a:cxnLst/>
              <a:rect l="l" t="t" r="r" b="b"/>
              <a:pathLst>
                <a:path w="537" h="569" extrusionOk="0">
                  <a:moveTo>
                    <a:pt x="270" y="0"/>
                  </a:moveTo>
                  <a:cubicBezTo>
                    <a:pt x="113" y="0"/>
                    <a:pt x="0" y="117"/>
                    <a:pt x="0" y="284"/>
                  </a:cubicBezTo>
                  <a:cubicBezTo>
                    <a:pt x="0" y="445"/>
                    <a:pt x="110" y="569"/>
                    <a:pt x="267" y="569"/>
                  </a:cubicBezTo>
                  <a:cubicBezTo>
                    <a:pt x="434" y="569"/>
                    <a:pt x="536" y="445"/>
                    <a:pt x="536" y="284"/>
                  </a:cubicBezTo>
                  <a:cubicBezTo>
                    <a:pt x="536" y="117"/>
                    <a:pt x="427" y="0"/>
                    <a:pt x="2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44" name="Google Shape;644;p34"/>
            <p:cNvSpPr/>
            <p:nvPr/>
          </p:nvSpPr>
          <p:spPr>
            <a:xfrm>
              <a:off x="743446" y="-3782806"/>
              <a:ext cx="71177" cy="75418"/>
            </a:xfrm>
            <a:custGeom>
              <a:avLst/>
              <a:gdLst/>
              <a:ahLst/>
              <a:cxnLst/>
              <a:rect l="l" t="t" r="r" b="b"/>
              <a:pathLst>
                <a:path w="537" h="569" extrusionOk="0">
                  <a:moveTo>
                    <a:pt x="270" y="0"/>
                  </a:moveTo>
                  <a:cubicBezTo>
                    <a:pt x="114" y="0"/>
                    <a:pt x="1" y="117"/>
                    <a:pt x="1" y="284"/>
                  </a:cubicBezTo>
                  <a:cubicBezTo>
                    <a:pt x="1" y="445"/>
                    <a:pt x="106" y="569"/>
                    <a:pt x="267" y="569"/>
                  </a:cubicBezTo>
                  <a:cubicBezTo>
                    <a:pt x="431" y="569"/>
                    <a:pt x="537" y="445"/>
                    <a:pt x="537" y="284"/>
                  </a:cubicBezTo>
                  <a:cubicBezTo>
                    <a:pt x="537" y="117"/>
                    <a:pt x="427" y="0"/>
                    <a:pt x="2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sp>
        <p:nvSpPr>
          <p:cNvPr id="645" name="Google Shape;645;p34"/>
          <p:cNvSpPr txBox="1">
            <a:spLocks noGrp="1"/>
          </p:cNvSpPr>
          <p:nvPr>
            <p:ph type="subTitle" idx="1"/>
          </p:nvPr>
        </p:nvSpPr>
        <p:spPr>
          <a:xfrm>
            <a:off x="2888363" y="1177563"/>
            <a:ext cx="3910350" cy="26568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rgbClr val="FFFFFF"/>
              </a:buClr>
              <a:buSzPts val="5000"/>
              <a:buFont typeface="Montserrat Medium"/>
              <a:buNone/>
              <a:defRPr sz="2500">
                <a:solidFill>
                  <a:srgbClr val="FFFFFF"/>
                </a:solidFill>
                <a:latin typeface="Montserrat Medium"/>
                <a:ea typeface="Montserrat Medium"/>
                <a:cs typeface="Montserrat Medium"/>
                <a:sym typeface="Montserrat Medium"/>
              </a:defRPr>
            </a:lvl1pPr>
            <a:lvl2pPr lvl="1">
              <a:spcBef>
                <a:spcPts val="0"/>
              </a:spcBef>
              <a:spcAft>
                <a:spcPts val="0"/>
              </a:spcAft>
              <a:buSzPts val="1400"/>
              <a:buFont typeface="Montserrat"/>
              <a:buNone/>
              <a:defRPr>
                <a:latin typeface="Montserrat"/>
                <a:ea typeface="Montserrat"/>
                <a:cs typeface="Montserrat"/>
                <a:sym typeface="Montserrat"/>
              </a:defRPr>
            </a:lvl2pPr>
            <a:lvl3pPr lvl="2">
              <a:spcBef>
                <a:spcPts val="0"/>
              </a:spcBef>
              <a:spcAft>
                <a:spcPts val="0"/>
              </a:spcAft>
              <a:buSzPts val="1400"/>
              <a:buFont typeface="Montserrat"/>
              <a:buNone/>
              <a:defRPr>
                <a:latin typeface="Montserrat"/>
                <a:ea typeface="Montserrat"/>
                <a:cs typeface="Montserrat"/>
                <a:sym typeface="Montserrat"/>
              </a:defRPr>
            </a:lvl3pPr>
            <a:lvl4pPr lvl="3">
              <a:spcBef>
                <a:spcPts val="0"/>
              </a:spcBef>
              <a:spcAft>
                <a:spcPts val="0"/>
              </a:spcAft>
              <a:buSzPts val="1400"/>
              <a:buFont typeface="Montserrat"/>
              <a:buNone/>
              <a:defRPr>
                <a:latin typeface="Montserrat"/>
                <a:ea typeface="Montserrat"/>
                <a:cs typeface="Montserrat"/>
                <a:sym typeface="Montserrat"/>
              </a:defRPr>
            </a:lvl4pPr>
            <a:lvl5pPr lvl="4">
              <a:spcBef>
                <a:spcPts val="0"/>
              </a:spcBef>
              <a:spcAft>
                <a:spcPts val="0"/>
              </a:spcAft>
              <a:buSzPts val="1400"/>
              <a:buFont typeface="Montserrat"/>
              <a:buNone/>
              <a:defRPr>
                <a:latin typeface="Montserrat"/>
                <a:ea typeface="Montserrat"/>
                <a:cs typeface="Montserrat"/>
                <a:sym typeface="Montserrat"/>
              </a:defRPr>
            </a:lvl5pPr>
            <a:lvl6pPr lvl="5">
              <a:spcBef>
                <a:spcPts val="0"/>
              </a:spcBef>
              <a:spcAft>
                <a:spcPts val="0"/>
              </a:spcAft>
              <a:buSzPts val="1400"/>
              <a:buFont typeface="Montserrat"/>
              <a:buNone/>
              <a:defRPr>
                <a:latin typeface="Montserrat"/>
                <a:ea typeface="Montserrat"/>
                <a:cs typeface="Montserrat"/>
                <a:sym typeface="Montserrat"/>
              </a:defRPr>
            </a:lvl6pPr>
            <a:lvl7pPr lvl="6">
              <a:spcBef>
                <a:spcPts val="0"/>
              </a:spcBef>
              <a:spcAft>
                <a:spcPts val="0"/>
              </a:spcAft>
              <a:buSzPts val="1400"/>
              <a:buFont typeface="Montserrat"/>
              <a:buNone/>
              <a:defRPr>
                <a:latin typeface="Montserrat"/>
                <a:ea typeface="Montserrat"/>
                <a:cs typeface="Montserrat"/>
                <a:sym typeface="Montserrat"/>
              </a:defRPr>
            </a:lvl7pPr>
            <a:lvl8pPr lvl="7">
              <a:spcBef>
                <a:spcPts val="0"/>
              </a:spcBef>
              <a:spcAft>
                <a:spcPts val="0"/>
              </a:spcAft>
              <a:buSzPts val="1400"/>
              <a:buFont typeface="Montserrat"/>
              <a:buNone/>
              <a:defRPr>
                <a:latin typeface="Montserrat"/>
                <a:ea typeface="Montserrat"/>
                <a:cs typeface="Montserrat"/>
                <a:sym typeface="Montserrat"/>
              </a:defRPr>
            </a:lvl8pPr>
            <a:lvl9pPr lvl="8">
              <a:spcBef>
                <a:spcPts val="0"/>
              </a:spcBef>
              <a:spcAft>
                <a:spcPts val="0"/>
              </a:spcAft>
              <a:buSzPts val="1400"/>
              <a:buFont typeface="Montserrat"/>
              <a:buNone/>
              <a:defRPr>
                <a:latin typeface="Montserrat"/>
                <a:ea typeface="Montserrat"/>
                <a:cs typeface="Montserrat"/>
                <a:sym typeface="Montserrat"/>
              </a:defRPr>
            </a:lvl9pPr>
          </a:lstStyle>
          <a:p>
            <a:endParaRPr/>
          </a:p>
        </p:txBody>
      </p:sp>
      <p:sp>
        <p:nvSpPr>
          <p:cNvPr id="646" name="Google Shape;646;p34"/>
          <p:cNvSpPr/>
          <p:nvPr/>
        </p:nvSpPr>
        <p:spPr>
          <a:xfrm flipH="1">
            <a:off x="8305950" y="849825"/>
            <a:ext cx="457200" cy="3443850"/>
          </a:xfrm>
          <a:prstGeom prst="rect">
            <a:avLst/>
          </a:prstGeom>
          <a:solidFill>
            <a:schemeClr val="accent3"/>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solidFill>
                <a:srgbClr val="263238"/>
              </a:solidFill>
            </a:endParaRPr>
          </a:p>
        </p:txBody>
      </p:sp>
      <p:grpSp>
        <p:nvGrpSpPr>
          <p:cNvPr id="647" name="Google Shape;647;p34"/>
          <p:cNvGrpSpPr/>
          <p:nvPr/>
        </p:nvGrpSpPr>
        <p:grpSpPr>
          <a:xfrm>
            <a:off x="8746619" y="4870045"/>
            <a:ext cx="214804" cy="89154"/>
            <a:chOff x="1207700" y="4333950"/>
            <a:chExt cx="334325" cy="138750"/>
          </a:xfrm>
        </p:grpSpPr>
        <p:sp>
          <p:nvSpPr>
            <p:cNvPr id="648" name="Google Shape;648;p34"/>
            <p:cNvSpPr/>
            <p:nvPr/>
          </p:nvSpPr>
          <p:spPr>
            <a:xfrm>
              <a:off x="1207700" y="4333950"/>
              <a:ext cx="139850" cy="138750"/>
            </a:xfrm>
            <a:custGeom>
              <a:avLst/>
              <a:gdLst/>
              <a:ahLst/>
              <a:cxnLst/>
              <a:rect l="l" t="t" r="r" b="b"/>
              <a:pathLst>
                <a:path w="5594" h="5550" extrusionOk="0">
                  <a:moveTo>
                    <a:pt x="3390" y="438"/>
                  </a:moveTo>
                  <a:cubicBezTo>
                    <a:pt x="4363" y="438"/>
                    <a:pt x="5148" y="1232"/>
                    <a:pt x="5148" y="2196"/>
                  </a:cubicBezTo>
                  <a:lnTo>
                    <a:pt x="5148" y="3346"/>
                  </a:lnTo>
                  <a:cubicBezTo>
                    <a:pt x="5148" y="4319"/>
                    <a:pt x="4363" y="5104"/>
                    <a:pt x="3390" y="5104"/>
                  </a:cubicBezTo>
                  <a:lnTo>
                    <a:pt x="437" y="5104"/>
                  </a:lnTo>
                  <a:lnTo>
                    <a:pt x="437" y="438"/>
                  </a:lnTo>
                  <a:close/>
                  <a:moveTo>
                    <a:pt x="0" y="1"/>
                  </a:moveTo>
                  <a:lnTo>
                    <a:pt x="0" y="5550"/>
                  </a:lnTo>
                  <a:lnTo>
                    <a:pt x="3390" y="5550"/>
                  </a:lnTo>
                  <a:cubicBezTo>
                    <a:pt x="4604" y="5550"/>
                    <a:pt x="5594" y="4560"/>
                    <a:pt x="5594" y="3346"/>
                  </a:cubicBezTo>
                  <a:lnTo>
                    <a:pt x="5594" y="2196"/>
                  </a:lnTo>
                  <a:cubicBezTo>
                    <a:pt x="5594" y="982"/>
                    <a:pt x="4604" y="1"/>
                    <a:pt x="33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49" name="Google Shape;649;p34"/>
            <p:cNvSpPr/>
            <p:nvPr/>
          </p:nvSpPr>
          <p:spPr>
            <a:xfrm>
              <a:off x="1403300" y="4333950"/>
              <a:ext cx="138725" cy="138750"/>
            </a:xfrm>
            <a:custGeom>
              <a:avLst/>
              <a:gdLst/>
              <a:ahLst/>
              <a:cxnLst/>
              <a:rect l="l" t="t" r="r" b="b"/>
              <a:pathLst>
                <a:path w="5549" h="5550" extrusionOk="0">
                  <a:moveTo>
                    <a:pt x="0" y="1"/>
                  </a:moveTo>
                  <a:lnTo>
                    <a:pt x="0" y="5550"/>
                  </a:lnTo>
                  <a:lnTo>
                    <a:pt x="5549" y="5550"/>
                  </a:lnTo>
                  <a:lnTo>
                    <a:pt x="55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sp>
        <p:nvSpPr>
          <p:cNvPr id="650" name="Google Shape;650;p34"/>
          <p:cNvSpPr/>
          <p:nvPr/>
        </p:nvSpPr>
        <p:spPr>
          <a:xfrm>
            <a:off x="7507350" y="595888"/>
            <a:ext cx="43250" cy="43325"/>
          </a:xfrm>
          <a:custGeom>
            <a:avLst/>
            <a:gdLst/>
            <a:ahLst/>
            <a:cxnLst/>
            <a:rect l="l" t="t" r="r" b="b"/>
            <a:pathLst>
              <a:path w="643" h="644" extrusionOk="0">
                <a:moveTo>
                  <a:pt x="321" y="1"/>
                </a:moveTo>
                <a:cubicBezTo>
                  <a:pt x="143" y="1"/>
                  <a:pt x="0" y="144"/>
                  <a:pt x="0" y="322"/>
                </a:cubicBezTo>
                <a:cubicBezTo>
                  <a:pt x="0" y="500"/>
                  <a:pt x="143" y="643"/>
                  <a:pt x="321" y="643"/>
                </a:cubicBezTo>
                <a:cubicBezTo>
                  <a:pt x="500" y="643"/>
                  <a:pt x="643" y="500"/>
                  <a:pt x="643" y="322"/>
                </a:cubicBezTo>
                <a:cubicBezTo>
                  <a:pt x="643" y="144"/>
                  <a:pt x="500" y="1"/>
                  <a:pt x="321" y="1"/>
                </a:cubicBezTo>
                <a:close/>
              </a:path>
            </a:pathLst>
          </a:custGeom>
          <a:solidFill>
            <a:schemeClr val="lt1"/>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51" name="Google Shape;651;p34"/>
          <p:cNvSpPr/>
          <p:nvPr/>
        </p:nvSpPr>
        <p:spPr>
          <a:xfrm>
            <a:off x="3950162" y="381763"/>
            <a:ext cx="43250" cy="43284"/>
          </a:xfrm>
          <a:custGeom>
            <a:avLst/>
            <a:gdLst/>
            <a:ahLst/>
            <a:cxnLst/>
            <a:rect l="l" t="t" r="r" b="b"/>
            <a:pathLst>
              <a:path w="964" h="965" extrusionOk="0">
                <a:moveTo>
                  <a:pt x="482" y="1"/>
                </a:moveTo>
                <a:cubicBezTo>
                  <a:pt x="214" y="1"/>
                  <a:pt x="0" y="215"/>
                  <a:pt x="0" y="483"/>
                </a:cubicBezTo>
                <a:cubicBezTo>
                  <a:pt x="0" y="750"/>
                  <a:pt x="214" y="964"/>
                  <a:pt x="482" y="964"/>
                </a:cubicBezTo>
                <a:cubicBezTo>
                  <a:pt x="750" y="964"/>
                  <a:pt x="964" y="750"/>
                  <a:pt x="964" y="483"/>
                </a:cubicBezTo>
                <a:cubicBezTo>
                  <a:pt x="964" y="215"/>
                  <a:pt x="750" y="1"/>
                  <a:pt x="482" y="1"/>
                </a:cubicBezTo>
                <a:close/>
              </a:path>
            </a:pathLst>
          </a:custGeom>
          <a:solidFill>
            <a:schemeClr val="accent4"/>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52" name="Google Shape;652;p34"/>
          <p:cNvSpPr/>
          <p:nvPr/>
        </p:nvSpPr>
        <p:spPr>
          <a:xfrm>
            <a:off x="7213010" y="4050043"/>
            <a:ext cx="398873" cy="408115"/>
          </a:xfrm>
          <a:custGeom>
            <a:avLst/>
            <a:gdLst/>
            <a:ahLst/>
            <a:cxnLst/>
            <a:rect l="l" t="t" r="r" b="b"/>
            <a:pathLst>
              <a:path w="3802" h="3890" extrusionOk="0">
                <a:moveTo>
                  <a:pt x="1901" y="0"/>
                </a:moveTo>
                <a:cubicBezTo>
                  <a:pt x="1901" y="0"/>
                  <a:pt x="1847" y="1972"/>
                  <a:pt x="1" y="1972"/>
                </a:cubicBezTo>
                <a:cubicBezTo>
                  <a:pt x="1847" y="1972"/>
                  <a:pt x="1901" y="3890"/>
                  <a:pt x="1901" y="3890"/>
                </a:cubicBezTo>
                <a:cubicBezTo>
                  <a:pt x="1901" y="3890"/>
                  <a:pt x="1945" y="1972"/>
                  <a:pt x="3801" y="1972"/>
                </a:cubicBezTo>
                <a:cubicBezTo>
                  <a:pt x="1945" y="1972"/>
                  <a:pt x="1901" y="0"/>
                  <a:pt x="1901" y="0"/>
                </a:cubicBezTo>
                <a:close/>
              </a:path>
            </a:pathLst>
          </a:custGeom>
          <a:solidFill>
            <a:schemeClr val="accent3"/>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53" name="Google Shape;653;p34"/>
          <p:cNvSpPr/>
          <p:nvPr/>
        </p:nvSpPr>
        <p:spPr>
          <a:xfrm>
            <a:off x="6955537" y="3799687"/>
            <a:ext cx="167203" cy="171078"/>
          </a:xfrm>
          <a:custGeom>
            <a:avLst/>
            <a:gdLst/>
            <a:ahLst/>
            <a:cxnLst/>
            <a:rect l="l" t="t" r="r" b="b"/>
            <a:pathLst>
              <a:path w="3802" h="3890" extrusionOk="0">
                <a:moveTo>
                  <a:pt x="1901" y="0"/>
                </a:moveTo>
                <a:cubicBezTo>
                  <a:pt x="1901" y="0"/>
                  <a:pt x="1847" y="1972"/>
                  <a:pt x="1" y="1972"/>
                </a:cubicBezTo>
                <a:cubicBezTo>
                  <a:pt x="1847" y="1972"/>
                  <a:pt x="1901" y="3890"/>
                  <a:pt x="1901" y="3890"/>
                </a:cubicBezTo>
                <a:cubicBezTo>
                  <a:pt x="1901" y="3890"/>
                  <a:pt x="1945" y="1972"/>
                  <a:pt x="3801" y="1972"/>
                </a:cubicBezTo>
                <a:cubicBezTo>
                  <a:pt x="1945" y="1972"/>
                  <a:pt x="1901" y="0"/>
                  <a:pt x="1901" y="0"/>
                </a:cubicBezTo>
                <a:close/>
              </a:path>
            </a:pathLst>
          </a:custGeom>
          <a:solidFill>
            <a:schemeClr val="lt1"/>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54" name="Google Shape;654;p34"/>
          <p:cNvSpPr/>
          <p:nvPr/>
        </p:nvSpPr>
        <p:spPr>
          <a:xfrm>
            <a:off x="3456600" y="878697"/>
            <a:ext cx="43250" cy="43284"/>
          </a:xfrm>
          <a:custGeom>
            <a:avLst/>
            <a:gdLst/>
            <a:ahLst/>
            <a:cxnLst/>
            <a:rect l="l" t="t" r="r" b="b"/>
            <a:pathLst>
              <a:path w="964" h="965" extrusionOk="0">
                <a:moveTo>
                  <a:pt x="482" y="1"/>
                </a:moveTo>
                <a:cubicBezTo>
                  <a:pt x="214" y="1"/>
                  <a:pt x="0" y="215"/>
                  <a:pt x="0" y="483"/>
                </a:cubicBezTo>
                <a:cubicBezTo>
                  <a:pt x="0" y="750"/>
                  <a:pt x="214" y="964"/>
                  <a:pt x="482" y="964"/>
                </a:cubicBezTo>
                <a:cubicBezTo>
                  <a:pt x="750" y="964"/>
                  <a:pt x="964" y="750"/>
                  <a:pt x="964" y="483"/>
                </a:cubicBezTo>
                <a:cubicBezTo>
                  <a:pt x="964" y="215"/>
                  <a:pt x="750" y="1"/>
                  <a:pt x="482" y="1"/>
                </a:cubicBezTo>
                <a:close/>
              </a:path>
            </a:pathLst>
          </a:custGeom>
          <a:solidFill>
            <a:schemeClr val="accent4"/>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55" name="Google Shape;655;p34"/>
          <p:cNvSpPr/>
          <p:nvPr/>
        </p:nvSpPr>
        <p:spPr>
          <a:xfrm>
            <a:off x="152237" y="3077147"/>
            <a:ext cx="43250" cy="43284"/>
          </a:xfrm>
          <a:custGeom>
            <a:avLst/>
            <a:gdLst/>
            <a:ahLst/>
            <a:cxnLst/>
            <a:rect l="l" t="t" r="r" b="b"/>
            <a:pathLst>
              <a:path w="964" h="965" extrusionOk="0">
                <a:moveTo>
                  <a:pt x="482" y="1"/>
                </a:moveTo>
                <a:cubicBezTo>
                  <a:pt x="214" y="1"/>
                  <a:pt x="0" y="215"/>
                  <a:pt x="0" y="483"/>
                </a:cubicBezTo>
                <a:cubicBezTo>
                  <a:pt x="0" y="750"/>
                  <a:pt x="214" y="964"/>
                  <a:pt x="482" y="964"/>
                </a:cubicBezTo>
                <a:cubicBezTo>
                  <a:pt x="750" y="964"/>
                  <a:pt x="964" y="750"/>
                  <a:pt x="964" y="483"/>
                </a:cubicBezTo>
                <a:cubicBezTo>
                  <a:pt x="964" y="215"/>
                  <a:pt x="750" y="1"/>
                  <a:pt x="482" y="1"/>
                </a:cubicBezTo>
                <a:close/>
              </a:path>
            </a:pathLst>
          </a:custGeom>
          <a:solidFill>
            <a:schemeClr val="lt1"/>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56" name="Google Shape;656;p34"/>
          <p:cNvSpPr/>
          <p:nvPr/>
        </p:nvSpPr>
        <p:spPr>
          <a:xfrm>
            <a:off x="5860663" y="317950"/>
            <a:ext cx="167200" cy="170913"/>
          </a:xfrm>
          <a:custGeom>
            <a:avLst/>
            <a:gdLst/>
            <a:ahLst/>
            <a:cxnLst/>
            <a:rect l="l" t="t" r="r" b="b"/>
            <a:pathLst>
              <a:path w="1161" h="1187" extrusionOk="0">
                <a:moveTo>
                  <a:pt x="581" y="0"/>
                </a:moveTo>
                <a:cubicBezTo>
                  <a:pt x="581" y="0"/>
                  <a:pt x="572" y="598"/>
                  <a:pt x="1" y="598"/>
                </a:cubicBezTo>
                <a:cubicBezTo>
                  <a:pt x="572" y="598"/>
                  <a:pt x="581" y="1187"/>
                  <a:pt x="581" y="1187"/>
                </a:cubicBezTo>
                <a:cubicBezTo>
                  <a:pt x="581" y="1187"/>
                  <a:pt x="598" y="598"/>
                  <a:pt x="1160" y="598"/>
                </a:cubicBezTo>
                <a:cubicBezTo>
                  <a:pt x="598" y="598"/>
                  <a:pt x="581" y="0"/>
                  <a:pt x="581" y="0"/>
                </a:cubicBezTo>
                <a:close/>
              </a:path>
            </a:pathLst>
          </a:custGeom>
          <a:solidFill>
            <a:schemeClr val="accent3"/>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57" name="Google Shape;657;p34"/>
          <p:cNvSpPr/>
          <p:nvPr/>
        </p:nvSpPr>
        <p:spPr>
          <a:xfrm>
            <a:off x="1818601" y="4703337"/>
            <a:ext cx="43250" cy="43325"/>
          </a:xfrm>
          <a:custGeom>
            <a:avLst/>
            <a:gdLst/>
            <a:ahLst/>
            <a:cxnLst/>
            <a:rect l="l" t="t" r="r" b="b"/>
            <a:pathLst>
              <a:path w="643" h="644" extrusionOk="0">
                <a:moveTo>
                  <a:pt x="321" y="1"/>
                </a:moveTo>
                <a:cubicBezTo>
                  <a:pt x="143" y="1"/>
                  <a:pt x="0" y="144"/>
                  <a:pt x="0" y="322"/>
                </a:cubicBezTo>
                <a:cubicBezTo>
                  <a:pt x="0" y="500"/>
                  <a:pt x="143" y="643"/>
                  <a:pt x="321" y="643"/>
                </a:cubicBezTo>
                <a:cubicBezTo>
                  <a:pt x="500" y="643"/>
                  <a:pt x="643" y="500"/>
                  <a:pt x="643" y="322"/>
                </a:cubicBezTo>
                <a:cubicBezTo>
                  <a:pt x="643" y="144"/>
                  <a:pt x="500" y="1"/>
                  <a:pt x="321" y="1"/>
                </a:cubicBezTo>
                <a:close/>
              </a:path>
            </a:pathLst>
          </a:custGeom>
          <a:solidFill>
            <a:schemeClr val="accent5"/>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58" name="Google Shape;658;p34"/>
          <p:cNvSpPr/>
          <p:nvPr/>
        </p:nvSpPr>
        <p:spPr>
          <a:xfrm>
            <a:off x="8665332" y="488862"/>
            <a:ext cx="43261" cy="43261"/>
          </a:xfrm>
          <a:custGeom>
            <a:avLst/>
            <a:gdLst/>
            <a:ahLst/>
            <a:cxnLst/>
            <a:rect l="l" t="t" r="r" b="b"/>
            <a:pathLst>
              <a:path w="902" h="902" extrusionOk="0">
                <a:moveTo>
                  <a:pt x="456" y="0"/>
                </a:moveTo>
                <a:cubicBezTo>
                  <a:pt x="206" y="0"/>
                  <a:pt x="1" y="206"/>
                  <a:pt x="1" y="455"/>
                </a:cubicBezTo>
                <a:cubicBezTo>
                  <a:pt x="1" y="705"/>
                  <a:pt x="206" y="901"/>
                  <a:pt x="456" y="901"/>
                </a:cubicBezTo>
                <a:cubicBezTo>
                  <a:pt x="705" y="901"/>
                  <a:pt x="902" y="705"/>
                  <a:pt x="902" y="455"/>
                </a:cubicBezTo>
                <a:cubicBezTo>
                  <a:pt x="902" y="206"/>
                  <a:pt x="705" y="0"/>
                  <a:pt x="456" y="0"/>
                </a:cubicBezTo>
                <a:close/>
              </a:path>
            </a:pathLst>
          </a:custGeom>
          <a:solidFill>
            <a:schemeClr val="accent5"/>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59" name="Google Shape;659;p34"/>
          <p:cNvSpPr/>
          <p:nvPr/>
        </p:nvSpPr>
        <p:spPr>
          <a:xfrm>
            <a:off x="5766563" y="4748076"/>
            <a:ext cx="35762" cy="35787"/>
          </a:xfrm>
          <a:custGeom>
            <a:avLst/>
            <a:gdLst/>
            <a:ahLst/>
            <a:cxnLst/>
            <a:rect l="l" t="t" r="r" b="b"/>
            <a:pathLst>
              <a:path w="964" h="965" extrusionOk="0">
                <a:moveTo>
                  <a:pt x="482" y="1"/>
                </a:moveTo>
                <a:cubicBezTo>
                  <a:pt x="214" y="1"/>
                  <a:pt x="0" y="215"/>
                  <a:pt x="0" y="483"/>
                </a:cubicBezTo>
                <a:cubicBezTo>
                  <a:pt x="0" y="750"/>
                  <a:pt x="214" y="964"/>
                  <a:pt x="482" y="964"/>
                </a:cubicBezTo>
                <a:cubicBezTo>
                  <a:pt x="750" y="964"/>
                  <a:pt x="964" y="750"/>
                  <a:pt x="964" y="483"/>
                </a:cubicBezTo>
                <a:cubicBezTo>
                  <a:pt x="964" y="215"/>
                  <a:pt x="750" y="1"/>
                  <a:pt x="482" y="1"/>
                </a:cubicBezTo>
                <a:close/>
              </a:path>
            </a:pathLst>
          </a:custGeom>
          <a:solidFill>
            <a:schemeClr val="lt1"/>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60" name="Google Shape;660;p34"/>
          <p:cNvSpPr/>
          <p:nvPr/>
        </p:nvSpPr>
        <p:spPr>
          <a:xfrm>
            <a:off x="3499850" y="4502649"/>
            <a:ext cx="142231" cy="145400"/>
          </a:xfrm>
          <a:custGeom>
            <a:avLst/>
            <a:gdLst/>
            <a:ahLst/>
            <a:cxnLst/>
            <a:rect l="l" t="t" r="r" b="b"/>
            <a:pathLst>
              <a:path w="1161" h="1187" extrusionOk="0">
                <a:moveTo>
                  <a:pt x="581" y="0"/>
                </a:moveTo>
                <a:cubicBezTo>
                  <a:pt x="581" y="0"/>
                  <a:pt x="572" y="598"/>
                  <a:pt x="1" y="598"/>
                </a:cubicBezTo>
                <a:cubicBezTo>
                  <a:pt x="572" y="598"/>
                  <a:pt x="581" y="1187"/>
                  <a:pt x="581" y="1187"/>
                </a:cubicBezTo>
                <a:cubicBezTo>
                  <a:pt x="581" y="1187"/>
                  <a:pt x="598" y="598"/>
                  <a:pt x="1160" y="598"/>
                </a:cubicBezTo>
                <a:cubicBezTo>
                  <a:pt x="598" y="598"/>
                  <a:pt x="581" y="0"/>
                  <a:pt x="581" y="0"/>
                </a:cubicBezTo>
                <a:close/>
              </a:path>
            </a:pathLst>
          </a:custGeom>
          <a:solidFill>
            <a:schemeClr val="accent1"/>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61" name="Google Shape;661;p34"/>
          <p:cNvSpPr/>
          <p:nvPr/>
        </p:nvSpPr>
        <p:spPr>
          <a:xfrm>
            <a:off x="1566138" y="639214"/>
            <a:ext cx="35762" cy="35787"/>
          </a:xfrm>
          <a:custGeom>
            <a:avLst/>
            <a:gdLst/>
            <a:ahLst/>
            <a:cxnLst/>
            <a:rect l="l" t="t" r="r" b="b"/>
            <a:pathLst>
              <a:path w="964" h="965" extrusionOk="0">
                <a:moveTo>
                  <a:pt x="482" y="1"/>
                </a:moveTo>
                <a:cubicBezTo>
                  <a:pt x="214" y="1"/>
                  <a:pt x="0" y="215"/>
                  <a:pt x="0" y="483"/>
                </a:cubicBezTo>
                <a:cubicBezTo>
                  <a:pt x="0" y="750"/>
                  <a:pt x="214" y="964"/>
                  <a:pt x="482" y="964"/>
                </a:cubicBezTo>
                <a:cubicBezTo>
                  <a:pt x="750" y="964"/>
                  <a:pt x="964" y="750"/>
                  <a:pt x="964" y="483"/>
                </a:cubicBezTo>
                <a:cubicBezTo>
                  <a:pt x="964" y="215"/>
                  <a:pt x="750" y="1"/>
                  <a:pt x="482" y="1"/>
                </a:cubicBezTo>
                <a:close/>
              </a:path>
            </a:pathLst>
          </a:custGeom>
          <a:solidFill>
            <a:schemeClr val="lt1"/>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662" name="Google Shape;662;p34"/>
          <p:cNvSpPr/>
          <p:nvPr/>
        </p:nvSpPr>
        <p:spPr>
          <a:xfrm>
            <a:off x="152238" y="283249"/>
            <a:ext cx="142231" cy="145400"/>
          </a:xfrm>
          <a:custGeom>
            <a:avLst/>
            <a:gdLst/>
            <a:ahLst/>
            <a:cxnLst/>
            <a:rect l="l" t="t" r="r" b="b"/>
            <a:pathLst>
              <a:path w="1161" h="1187" extrusionOk="0">
                <a:moveTo>
                  <a:pt x="581" y="0"/>
                </a:moveTo>
                <a:cubicBezTo>
                  <a:pt x="581" y="0"/>
                  <a:pt x="572" y="598"/>
                  <a:pt x="1" y="598"/>
                </a:cubicBezTo>
                <a:cubicBezTo>
                  <a:pt x="572" y="598"/>
                  <a:pt x="581" y="1187"/>
                  <a:pt x="581" y="1187"/>
                </a:cubicBezTo>
                <a:cubicBezTo>
                  <a:pt x="581" y="1187"/>
                  <a:pt x="598" y="598"/>
                  <a:pt x="1160" y="598"/>
                </a:cubicBezTo>
                <a:cubicBezTo>
                  <a:pt x="598" y="598"/>
                  <a:pt x="581" y="0"/>
                  <a:pt x="581" y="0"/>
                </a:cubicBezTo>
                <a:close/>
              </a:path>
            </a:pathLst>
          </a:custGeom>
          <a:solidFill>
            <a:schemeClr val="accent1"/>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Tree>
    <p:extLst>
      <p:ext uri="{BB962C8B-B14F-4D97-AF65-F5344CB8AC3E}">
        <p14:creationId xmlns:p14="http://schemas.microsoft.com/office/powerpoint/2010/main" val="2473047166"/>
      </p:ext>
    </p:extLst>
  </p:cSld>
  <p:clrMapOvr>
    <a:masterClrMapping/>
  </p:clrMapOvr>
  <p:extLst>
    <p:ext uri="{DCECCB84-F9BA-43D5-87BE-67443E8EF086}">
      <p15:sldGuideLst xmlns:p15="http://schemas.microsoft.com/office/powerpoint/2012/main">
        <p15:guide id="1" pos="1488">
          <p15:clr>
            <a:srgbClr val="FA7B17"/>
          </p15:clr>
        </p15:guide>
        <p15:guide id="2" pos="7427">
          <p15:clr>
            <a:srgbClr val="FA7B17"/>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Diseño base">
  <p:cSld name="Diseño base">
    <p:spTree>
      <p:nvGrpSpPr>
        <p:cNvPr id="1" name="Shape 663"/>
        <p:cNvGrpSpPr/>
        <p:nvPr/>
      </p:nvGrpSpPr>
      <p:grpSpPr>
        <a:xfrm>
          <a:off x="0" y="0"/>
          <a:ext cx="0" cy="0"/>
          <a:chOff x="0" y="0"/>
          <a:chExt cx="0" cy="0"/>
        </a:xfrm>
      </p:grpSpPr>
      <p:grpSp>
        <p:nvGrpSpPr>
          <p:cNvPr id="664" name="Google Shape;664;p35"/>
          <p:cNvGrpSpPr/>
          <p:nvPr/>
        </p:nvGrpSpPr>
        <p:grpSpPr>
          <a:xfrm>
            <a:off x="8746619" y="4870045"/>
            <a:ext cx="214804" cy="89154"/>
            <a:chOff x="1207700" y="4333950"/>
            <a:chExt cx="334325" cy="138750"/>
          </a:xfrm>
        </p:grpSpPr>
        <p:sp>
          <p:nvSpPr>
            <p:cNvPr id="665" name="Google Shape;665;p35"/>
            <p:cNvSpPr/>
            <p:nvPr/>
          </p:nvSpPr>
          <p:spPr>
            <a:xfrm>
              <a:off x="1207700" y="4333950"/>
              <a:ext cx="139850" cy="138750"/>
            </a:xfrm>
            <a:custGeom>
              <a:avLst/>
              <a:gdLst/>
              <a:ahLst/>
              <a:cxnLst/>
              <a:rect l="l" t="t" r="r" b="b"/>
              <a:pathLst>
                <a:path w="5594" h="5550" extrusionOk="0">
                  <a:moveTo>
                    <a:pt x="3390" y="438"/>
                  </a:moveTo>
                  <a:cubicBezTo>
                    <a:pt x="4363" y="438"/>
                    <a:pt x="5148" y="1232"/>
                    <a:pt x="5148" y="2196"/>
                  </a:cubicBezTo>
                  <a:lnTo>
                    <a:pt x="5148" y="3346"/>
                  </a:lnTo>
                  <a:cubicBezTo>
                    <a:pt x="5148" y="4319"/>
                    <a:pt x="4363" y="5104"/>
                    <a:pt x="3390" y="5104"/>
                  </a:cubicBezTo>
                  <a:lnTo>
                    <a:pt x="437" y="5104"/>
                  </a:lnTo>
                  <a:lnTo>
                    <a:pt x="437" y="438"/>
                  </a:lnTo>
                  <a:close/>
                  <a:moveTo>
                    <a:pt x="0" y="1"/>
                  </a:moveTo>
                  <a:lnTo>
                    <a:pt x="0" y="5550"/>
                  </a:lnTo>
                  <a:lnTo>
                    <a:pt x="3390" y="5550"/>
                  </a:lnTo>
                  <a:cubicBezTo>
                    <a:pt x="4604" y="5550"/>
                    <a:pt x="5594" y="4560"/>
                    <a:pt x="5594" y="3346"/>
                  </a:cubicBezTo>
                  <a:lnTo>
                    <a:pt x="5594" y="2196"/>
                  </a:lnTo>
                  <a:cubicBezTo>
                    <a:pt x="5594" y="982"/>
                    <a:pt x="4604" y="1"/>
                    <a:pt x="339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66" name="Google Shape;666;p35"/>
            <p:cNvSpPr/>
            <p:nvPr/>
          </p:nvSpPr>
          <p:spPr>
            <a:xfrm>
              <a:off x="1403300" y="4333950"/>
              <a:ext cx="138725" cy="138750"/>
            </a:xfrm>
            <a:custGeom>
              <a:avLst/>
              <a:gdLst/>
              <a:ahLst/>
              <a:cxnLst/>
              <a:rect l="l" t="t" r="r" b="b"/>
              <a:pathLst>
                <a:path w="5549" h="5550" extrusionOk="0">
                  <a:moveTo>
                    <a:pt x="0" y="1"/>
                  </a:moveTo>
                  <a:lnTo>
                    <a:pt x="0" y="5550"/>
                  </a:lnTo>
                  <a:lnTo>
                    <a:pt x="5549" y="5550"/>
                  </a:lnTo>
                  <a:lnTo>
                    <a:pt x="554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sp>
        <p:nvSpPr>
          <p:cNvPr id="667" name="Google Shape;667;p35"/>
          <p:cNvSpPr/>
          <p:nvPr/>
        </p:nvSpPr>
        <p:spPr>
          <a:xfrm rot="10800000" flipH="1">
            <a:off x="0" y="1038138"/>
            <a:ext cx="66600" cy="4106700"/>
          </a:xfrm>
          <a:prstGeom prst="rect">
            <a:avLst/>
          </a:prstGeom>
          <a:solidFill>
            <a:schemeClr val="accent3"/>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solidFill>
                <a:srgbClr val="8A6DF1"/>
              </a:solidFill>
            </a:endParaRPr>
          </a:p>
        </p:txBody>
      </p:sp>
      <p:sp>
        <p:nvSpPr>
          <p:cNvPr id="668" name="Google Shape;668;p35"/>
          <p:cNvSpPr txBox="1">
            <a:spLocks noGrp="1"/>
          </p:cNvSpPr>
          <p:nvPr>
            <p:ph type="title"/>
          </p:nvPr>
        </p:nvSpPr>
        <p:spPr>
          <a:xfrm>
            <a:off x="456975" y="1243538"/>
            <a:ext cx="8289600" cy="384750"/>
          </a:xfrm>
          <a:prstGeom prst="rect">
            <a:avLst/>
          </a:prstGeom>
          <a:noFill/>
          <a:ln>
            <a:noFill/>
          </a:ln>
        </p:spPr>
        <p:txBody>
          <a:bodyPr spcFirstLastPara="1" wrap="square" lIns="0" tIns="91425" rIns="91425" bIns="91425" anchor="t" anchorCtr="0">
            <a:noAutofit/>
          </a:bodyPr>
          <a:lstStyle>
            <a:lvl1pPr lvl="0">
              <a:spcBef>
                <a:spcPts val="0"/>
              </a:spcBef>
              <a:spcAft>
                <a:spcPts val="0"/>
              </a:spcAft>
              <a:buSzPts val="5000"/>
              <a:buFont typeface="Montserrat Medium"/>
              <a:buNone/>
              <a:defRPr sz="2500">
                <a:latin typeface="Montserrat Medium"/>
                <a:ea typeface="Montserrat Medium"/>
                <a:cs typeface="Montserrat Medium"/>
                <a:sym typeface="Montserrat Medium"/>
              </a:defRPr>
            </a:lvl1pPr>
            <a:lvl2pPr lvl="1">
              <a:spcBef>
                <a:spcPts val="0"/>
              </a:spcBef>
              <a:spcAft>
                <a:spcPts val="0"/>
              </a:spcAft>
              <a:buSzPts val="1400"/>
              <a:buFont typeface="Montserrat Medium"/>
              <a:buNone/>
              <a:defRPr>
                <a:latin typeface="Montserrat Medium"/>
                <a:ea typeface="Montserrat Medium"/>
                <a:cs typeface="Montserrat Medium"/>
                <a:sym typeface="Montserrat Medium"/>
              </a:defRPr>
            </a:lvl2pPr>
            <a:lvl3pPr lvl="2">
              <a:spcBef>
                <a:spcPts val="0"/>
              </a:spcBef>
              <a:spcAft>
                <a:spcPts val="0"/>
              </a:spcAft>
              <a:buSzPts val="1400"/>
              <a:buFont typeface="Montserrat Medium"/>
              <a:buNone/>
              <a:defRPr>
                <a:latin typeface="Montserrat Medium"/>
                <a:ea typeface="Montserrat Medium"/>
                <a:cs typeface="Montserrat Medium"/>
                <a:sym typeface="Montserrat Medium"/>
              </a:defRPr>
            </a:lvl3pPr>
            <a:lvl4pPr lvl="3">
              <a:spcBef>
                <a:spcPts val="0"/>
              </a:spcBef>
              <a:spcAft>
                <a:spcPts val="0"/>
              </a:spcAft>
              <a:buSzPts val="1400"/>
              <a:buFont typeface="Montserrat Medium"/>
              <a:buNone/>
              <a:defRPr>
                <a:latin typeface="Montserrat Medium"/>
                <a:ea typeface="Montserrat Medium"/>
                <a:cs typeface="Montserrat Medium"/>
                <a:sym typeface="Montserrat Medium"/>
              </a:defRPr>
            </a:lvl4pPr>
            <a:lvl5pPr lvl="4">
              <a:spcBef>
                <a:spcPts val="0"/>
              </a:spcBef>
              <a:spcAft>
                <a:spcPts val="0"/>
              </a:spcAft>
              <a:buSzPts val="1400"/>
              <a:buFont typeface="Montserrat Medium"/>
              <a:buNone/>
              <a:defRPr>
                <a:latin typeface="Montserrat Medium"/>
                <a:ea typeface="Montserrat Medium"/>
                <a:cs typeface="Montserrat Medium"/>
                <a:sym typeface="Montserrat Medium"/>
              </a:defRPr>
            </a:lvl5pPr>
            <a:lvl6pPr lvl="5">
              <a:spcBef>
                <a:spcPts val="0"/>
              </a:spcBef>
              <a:spcAft>
                <a:spcPts val="0"/>
              </a:spcAft>
              <a:buSzPts val="1400"/>
              <a:buFont typeface="Montserrat Medium"/>
              <a:buNone/>
              <a:defRPr>
                <a:latin typeface="Montserrat Medium"/>
                <a:ea typeface="Montserrat Medium"/>
                <a:cs typeface="Montserrat Medium"/>
                <a:sym typeface="Montserrat Medium"/>
              </a:defRPr>
            </a:lvl6pPr>
            <a:lvl7pPr lvl="6">
              <a:spcBef>
                <a:spcPts val="0"/>
              </a:spcBef>
              <a:spcAft>
                <a:spcPts val="0"/>
              </a:spcAft>
              <a:buSzPts val="1400"/>
              <a:buFont typeface="Montserrat Medium"/>
              <a:buNone/>
              <a:defRPr>
                <a:latin typeface="Montserrat Medium"/>
                <a:ea typeface="Montserrat Medium"/>
                <a:cs typeface="Montserrat Medium"/>
                <a:sym typeface="Montserrat Medium"/>
              </a:defRPr>
            </a:lvl7pPr>
            <a:lvl8pPr lvl="7">
              <a:spcBef>
                <a:spcPts val="0"/>
              </a:spcBef>
              <a:spcAft>
                <a:spcPts val="0"/>
              </a:spcAft>
              <a:buSzPts val="1400"/>
              <a:buFont typeface="Montserrat Medium"/>
              <a:buNone/>
              <a:defRPr>
                <a:latin typeface="Montserrat Medium"/>
                <a:ea typeface="Montserrat Medium"/>
                <a:cs typeface="Montserrat Medium"/>
                <a:sym typeface="Montserrat Medium"/>
              </a:defRPr>
            </a:lvl8pPr>
            <a:lvl9pPr lvl="8">
              <a:spcBef>
                <a:spcPts val="0"/>
              </a:spcBef>
              <a:spcAft>
                <a:spcPts val="0"/>
              </a:spcAft>
              <a:buSzPts val="1400"/>
              <a:buFont typeface="Montserrat Medium"/>
              <a:buNone/>
              <a:defRPr>
                <a:latin typeface="Montserrat Medium"/>
                <a:ea typeface="Montserrat Medium"/>
                <a:cs typeface="Montserrat Medium"/>
                <a:sym typeface="Montserrat Medium"/>
              </a:defRPr>
            </a:lvl9pPr>
          </a:lstStyle>
          <a:p>
            <a:endParaRPr/>
          </a:p>
        </p:txBody>
      </p:sp>
      <p:sp>
        <p:nvSpPr>
          <p:cNvPr id="669" name="Google Shape;669;p35"/>
          <p:cNvSpPr txBox="1">
            <a:spLocks noGrp="1"/>
          </p:cNvSpPr>
          <p:nvPr>
            <p:ph type="body" idx="1"/>
          </p:nvPr>
        </p:nvSpPr>
        <p:spPr>
          <a:xfrm>
            <a:off x="457988" y="2218400"/>
            <a:ext cx="3893250" cy="1552650"/>
          </a:xfrm>
          <a:prstGeom prst="rect">
            <a:avLst/>
          </a:prstGeom>
          <a:noFill/>
          <a:ln>
            <a:noFill/>
          </a:ln>
        </p:spPr>
        <p:txBody>
          <a:bodyPr spcFirstLastPara="1" wrap="square" lIns="0" tIns="91425" rIns="91425" bIns="91425" anchor="t" anchorCtr="0">
            <a:noAutofit/>
          </a:bodyPr>
          <a:lstStyle>
            <a:lvl1pPr marL="228600" lvl="0" indent="-190500">
              <a:spcBef>
                <a:spcPts val="0"/>
              </a:spcBef>
              <a:spcAft>
                <a:spcPts val="0"/>
              </a:spcAft>
              <a:buSzPts val="2400"/>
              <a:buFont typeface="Archivo"/>
              <a:buChar char="■"/>
              <a:defRPr sz="1200">
                <a:latin typeface="Archivo"/>
                <a:ea typeface="Archivo"/>
                <a:cs typeface="Archivo"/>
                <a:sym typeface="Archivo"/>
              </a:defRPr>
            </a:lvl1pPr>
            <a:lvl2pPr marL="457200" lvl="1" indent="-190500">
              <a:spcBef>
                <a:spcPts val="0"/>
              </a:spcBef>
              <a:spcAft>
                <a:spcPts val="0"/>
              </a:spcAft>
              <a:buSzPts val="2400"/>
              <a:buFont typeface="Archivo"/>
              <a:buChar char="○"/>
              <a:defRPr sz="1200">
                <a:latin typeface="Archivo"/>
                <a:ea typeface="Archivo"/>
                <a:cs typeface="Archivo"/>
                <a:sym typeface="Archivo"/>
              </a:defRPr>
            </a:lvl2pPr>
            <a:lvl3pPr marL="685800" lvl="2" indent="-190500">
              <a:spcBef>
                <a:spcPts val="0"/>
              </a:spcBef>
              <a:spcAft>
                <a:spcPts val="0"/>
              </a:spcAft>
              <a:buSzPts val="2400"/>
              <a:buFont typeface="Archivo"/>
              <a:buChar char="■"/>
              <a:defRPr sz="1200">
                <a:latin typeface="Archivo"/>
                <a:ea typeface="Archivo"/>
                <a:cs typeface="Archivo"/>
                <a:sym typeface="Archivo"/>
              </a:defRPr>
            </a:lvl3pPr>
            <a:lvl4pPr marL="914400" lvl="3" indent="-190500">
              <a:spcBef>
                <a:spcPts val="0"/>
              </a:spcBef>
              <a:spcAft>
                <a:spcPts val="0"/>
              </a:spcAft>
              <a:buSzPts val="2400"/>
              <a:buFont typeface="Archivo"/>
              <a:buChar char="●"/>
              <a:defRPr sz="1200">
                <a:latin typeface="Archivo"/>
                <a:ea typeface="Archivo"/>
                <a:cs typeface="Archivo"/>
                <a:sym typeface="Archivo"/>
              </a:defRPr>
            </a:lvl4pPr>
            <a:lvl5pPr marL="1143000" lvl="4" indent="-190500">
              <a:spcBef>
                <a:spcPts val="0"/>
              </a:spcBef>
              <a:spcAft>
                <a:spcPts val="0"/>
              </a:spcAft>
              <a:buSzPts val="2400"/>
              <a:buFont typeface="Archivo"/>
              <a:buChar char="○"/>
              <a:defRPr sz="1200">
                <a:latin typeface="Archivo"/>
                <a:ea typeface="Archivo"/>
                <a:cs typeface="Archivo"/>
                <a:sym typeface="Archivo"/>
              </a:defRPr>
            </a:lvl5pPr>
            <a:lvl6pPr marL="1371600" lvl="5" indent="-190500">
              <a:spcBef>
                <a:spcPts val="0"/>
              </a:spcBef>
              <a:spcAft>
                <a:spcPts val="0"/>
              </a:spcAft>
              <a:buSzPts val="2400"/>
              <a:buFont typeface="Archivo"/>
              <a:buChar char="■"/>
              <a:defRPr sz="1200">
                <a:latin typeface="Archivo"/>
                <a:ea typeface="Archivo"/>
                <a:cs typeface="Archivo"/>
                <a:sym typeface="Archivo"/>
              </a:defRPr>
            </a:lvl6pPr>
            <a:lvl7pPr marL="1600200" lvl="6" indent="-190500">
              <a:spcBef>
                <a:spcPts val="0"/>
              </a:spcBef>
              <a:spcAft>
                <a:spcPts val="0"/>
              </a:spcAft>
              <a:buSzPts val="2400"/>
              <a:buFont typeface="Archivo"/>
              <a:buChar char="●"/>
              <a:defRPr sz="1200">
                <a:latin typeface="Archivo"/>
                <a:ea typeface="Archivo"/>
                <a:cs typeface="Archivo"/>
                <a:sym typeface="Archivo"/>
              </a:defRPr>
            </a:lvl7pPr>
            <a:lvl8pPr marL="1828800" lvl="7" indent="-190500">
              <a:spcBef>
                <a:spcPts val="0"/>
              </a:spcBef>
              <a:spcAft>
                <a:spcPts val="0"/>
              </a:spcAft>
              <a:buSzPts val="2400"/>
              <a:buFont typeface="Archivo"/>
              <a:buChar char="○"/>
              <a:defRPr sz="1200">
                <a:latin typeface="Archivo"/>
                <a:ea typeface="Archivo"/>
                <a:cs typeface="Archivo"/>
                <a:sym typeface="Archivo"/>
              </a:defRPr>
            </a:lvl8pPr>
            <a:lvl9pPr marL="2057400" lvl="8" indent="-190500">
              <a:spcBef>
                <a:spcPts val="0"/>
              </a:spcBef>
              <a:spcAft>
                <a:spcPts val="0"/>
              </a:spcAft>
              <a:buSzPts val="2400"/>
              <a:buFont typeface="Archivo"/>
              <a:buChar char="■"/>
              <a:defRPr sz="1200">
                <a:latin typeface="Archivo"/>
                <a:ea typeface="Archivo"/>
                <a:cs typeface="Archivo"/>
                <a:sym typeface="Archivo"/>
              </a:defRPr>
            </a:lvl9pPr>
          </a:lstStyle>
          <a:p>
            <a:endParaRPr/>
          </a:p>
        </p:txBody>
      </p:sp>
      <p:sp>
        <p:nvSpPr>
          <p:cNvPr id="670" name="Google Shape;670;p35"/>
          <p:cNvSpPr txBox="1">
            <a:spLocks noGrp="1"/>
          </p:cNvSpPr>
          <p:nvPr>
            <p:ph type="body" idx="2"/>
          </p:nvPr>
        </p:nvSpPr>
        <p:spPr>
          <a:xfrm>
            <a:off x="4793713" y="2218400"/>
            <a:ext cx="3893250" cy="1552650"/>
          </a:xfrm>
          <a:prstGeom prst="rect">
            <a:avLst/>
          </a:prstGeom>
          <a:noFill/>
          <a:ln>
            <a:noFill/>
          </a:ln>
        </p:spPr>
        <p:txBody>
          <a:bodyPr spcFirstLastPara="1" wrap="square" lIns="0" tIns="91425" rIns="91425" bIns="91425" anchor="t" anchorCtr="0">
            <a:noAutofit/>
          </a:bodyPr>
          <a:lstStyle>
            <a:lvl1pPr marL="228600" lvl="0" indent="-190500">
              <a:spcBef>
                <a:spcPts val="0"/>
              </a:spcBef>
              <a:spcAft>
                <a:spcPts val="0"/>
              </a:spcAft>
              <a:buSzPts val="2400"/>
              <a:buFont typeface="Archivo"/>
              <a:buChar char="■"/>
              <a:defRPr sz="1200">
                <a:latin typeface="Archivo"/>
                <a:ea typeface="Archivo"/>
                <a:cs typeface="Archivo"/>
                <a:sym typeface="Archivo"/>
              </a:defRPr>
            </a:lvl1pPr>
            <a:lvl2pPr marL="457200" lvl="1" indent="-190500">
              <a:spcBef>
                <a:spcPts val="0"/>
              </a:spcBef>
              <a:spcAft>
                <a:spcPts val="0"/>
              </a:spcAft>
              <a:buSzPts val="2400"/>
              <a:buFont typeface="Archivo"/>
              <a:buChar char="○"/>
              <a:defRPr sz="1200">
                <a:latin typeface="Archivo"/>
                <a:ea typeface="Archivo"/>
                <a:cs typeface="Archivo"/>
                <a:sym typeface="Archivo"/>
              </a:defRPr>
            </a:lvl2pPr>
            <a:lvl3pPr marL="685800" lvl="2" indent="-190500">
              <a:spcBef>
                <a:spcPts val="0"/>
              </a:spcBef>
              <a:spcAft>
                <a:spcPts val="0"/>
              </a:spcAft>
              <a:buSzPts val="2400"/>
              <a:buFont typeface="Archivo"/>
              <a:buChar char="■"/>
              <a:defRPr sz="1200">
                <a:latin typeface="Archivo"/>
                <a:ea typeface="Archivo"/>
                <a:cs typeface="Archivo"/>
                <a:sym typeface="Archivo"/>
              </a:defRPr>
            </a:lvl3pPr>
            <a:lvl4pPr marL="914400" lvl="3" indent="-190500">
              <a:spcBef>
                <a:spcPts val="0"/>
              </a:spcBef>
              <a:spcAft>
                <a:spcPts val="0"/>
              </a:spcAft>
              <a:buSzPts val="2400"/>
              <a:buFont typeface="Archivo"/>
              <a:buChar char="●"/>
              <a:defRPr sz="1200">
                <a:latin typeface="Archivo"/>
                <a:ea typeface="Archivo"/>
                <a:cs typeface="Archivo"/>
                <a:sym typeface="Archivo"/>
              </a:defRPr>
            </a:lvl4pPr>
            <a:lvl5pPr marL="1143000" lvl="4" indent="-190500">
              <a:spcBef>
                <a:spcPts val="0"/>
              </a:spcBef>
              <a:spcAft>
                <a:spcPts val="0"/>
              </a:spcAft>
              <a:buSzPts val="2400"/>
              <a:buFont typeface="Archivo"/>
              <a:buChar char="○"/>
              <a:defRPr sz="1200">
                <a:latin typeface="Archivo"/>
                <a:ea typeface="Archivo"/>
                <a:cs typeface="Archivo"/>
                <a:sym typeface="Archivo"/>
              </a:defRPr>
            </a:lvl5pPr>
            <a:lvl6pPr marL="1371600" lvl="5" indent="-190500">
              <a:spcBef>
                <a:spcPts val="0"/>
              </a:spcBef>
              <a:spcAft>
                <a:spcPts val="0"/>
              </a:spcAft>
              <a:buSzPts val="2400"/>
              <a:buFont typeface="Archivo"/>
              <a:buChar char="■"/>
              <a:defRPr sz="1200">
                <a:latin typeface="Archivo"/>
                <a:ea typeface="Archivo"/>
                <a:cs typeface="Archivo"/>
                <a:sym typeface="Archivo"/>
              </a:defRPr>
            </a:lvl6pPr>
            <a:lvl7pPr marL="1600200" lvl="6" indent="-190500">
              <a:spcBef>
                <a:spcPts val="0"/>
              </a:spcBef>
              <a:spcAft>
                <a:spcPts val="0"/>
              </a:spcAft>
              <a:buSzPts val="2400"/>
              <a:buFont typeface="Archivo"/>
              <a:buChar char="●"/>
              <a:defRPr sz="1200">
                <a:latin typeface="Archivo"/>
                <a:ea typeface="Archivo"/>
                <a:cs typeface="Archivo"/>
                <a:sym typeface="Archivo"/>
              </a:defRPr>
            </a:lvl7pPr>
            <a:lvl8pPr marL="1828800" lvl="7" indent="-190500">
              <a:spcBef>
                <a:spcPts val="0"/>
              </a:spcBef>
              <a:spcAft>
                <a:spcPts val="0"/>
              </a:spcAft>
              <a:buSzPts val="2400"/>
              <a:buFont typeface="Archivo"/>
              <a:buChar char="○"/>
              <a:defRPr sz="1200">
                <a:latin typeface="Archivo"/>
                <a:ea typeface="Archivo"/>
                <a:cs typeface="Archivo"/>
                <a:sym typeface="Archivo"/>
              </a:defRPr>
            </a:lvl8pPr>
            <a:lvl9pPr marL="2057400" lvl="8" indent="-190500">
              <a:spcBef>
                <a:spcPts val="0"/>
              </a:spcBef>
              <a:spcAft>
                <a:spcPts val="0"/>
              </a:spcAft>
              <a:buSzPts val="2400"/>
              <a:buFont typeface="Archivo"/>
              <a:buChar char="■"/>
              <a:defRPr sz="1200">
                <a:latin typeface="Archivo"/>
                <a:ea typeface="Archivo"/>
                <a:cs typeface="Archivo"/>
                <a:sym typeface="Archivo"/>
              </a:defRPr>
            </a:lvl9pPr>
          </a:lstStyle>
          <a:p>
            <a:endParaRPr/>
          </a:p>
        </p:txBody>
      </p:sp>
    </p:spTree>
    <p:extLst>
      <p:ext uri="{BB962C8B-B14F-4D97-AF65-F5344CB8AC3E}">
        <p14:creationId xmlns:p14="http://schemas.microsoft.com/office/powerpoint/2010/main" val="4025161559"/>
      </p:ext>
    </p:extLst>
  </p:cSld>
  <p:clrMapOvr>
    <a:masterClrMapping/>
  </p:clrMapOvr>
  <p:extLst>
    <p:ext uri="{DCECCB84-F9BA-43D5-87BE-67443E8EF086}">
      <p15:sldGuideLst xmlns:p15="http://schemas.microsoft.com/office/powerpoint/2012/main">
        <p15:guide id="1" orient="horz" pos="2051">
          <p15:clr>
            <a:srgbClr val="FA7B17"/>
          </p15:clr>
        </p15:guide>
        <p15:guide id="2" orient="horz" pos="2555">
          <p15:clr>
            <a:srgbClr val="FA7B17"/>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digo">
  <p:cSld name="Codigo">
    <p:spTree>
      <p:nvGrpSpPr>
        <p:cNvPr id="1" name="Shape 671"/>
        <p:cNvGrpSpPr/>
        <p:nvPr/>
      </p:nvGrpSpPr>
      <p:grpSpPr>
        <a:xfrm>
          <a:off x="0" y="0"/>
          <a:ext cx="0" cy="0"/>
          <a:chOff x="0" y="0"/>
          <a:chExt cx="0" cy="0"/>
        </a:xfrm>
      </p:grpSpPr>
      <p:grpSp>
        <p:nvGrpSpPr>
          <p:cNvPr id="672" name="Google Shape;672;p36"/>
          <p:cNvGrpSpPr/>
          <p:nvPr/>
        </p:nvGrpSpPr>
        <p:grpSpPr>
          <a:xfrm>
            <a:off x="8746619" y="4870045"/>
            <a:ext cx="214804" cy="89154"/>
            <a:chOff x="1207700" y="4333950"/>
            <a:chExt cx="334325" cy="138750"/>
          </a:xfrm>
        </p:grpSpPr>
        <p:sp>
          <p:nvSpPr>
            <p:cNvPr id="673" name="Google Shape;673;p36"/>
            <p:cNvSpPr/>
            <p:nvPr/>
          </p:nvSpPr>
          <p:spPr>
            <a:xfrm>
              <a:off x="1207700" y="4333950"/>
              <a:ext cx="139850" cy="138750"/>
            </a:xfrm>
            <a:custGeom>
              <a:avLst/>
              <a:gdLst/>
              <a:ahLst/>
              <a:cxnLst/>
              <a:rect l="l" t="t" r="r" b="b"/>
              <a:pathLst>
                <a:path w="5594" h="5550" extrusionOk="0">
                  <a:moveTo>
                    <a:pt x="3390" y="438"/>
                  </a:moveTo>
                  <a:cubicBezTo>
                    <a:pt x="4363" y="438"/>
                    <a:pt x="5148" y="1232"/>
                    <a:pt x="5148" y="2196"/>
                  </a:cubicBezTo>
                  <a:lnTo>
                    <a:pt x="5148" y="3346"/>
                  </a:lnTo>
                  <a:cubicBezTo>
                    <a:pt x="5148" y="4319"/>
                    <a:pt x="4363" y="5104"/>
                    <a:pt x="3390" y="5104"/>
                  </a:cubicBezTo>
                  <a:lnTo>
                    <a:pt x="437" y="5104"/>
                  </a:lnTo>
                  <a:lnTo>
                    <a:pt x="437" y="438"/>
                  </a:lnTo>
                  <a:close/>
                  <a:moveTo>
                    <a:pt x="0" y="1"/>
                  </a:moveTo>
                  <a:lnTo>
                    <a:pt x="0" y="5550"/>
                  </a:lnTo>
                  <a:lnTo>
                    <a:pt x="3390" y="5550"/>
                  </a:lnTo>
                  <a:cubicBezTo>
                    <a:pt x="4604" y="5550"/>
                    <a:pt x="5594" y="4560"/>
                    <a:pt x="5594" y="3346"/>
                  </a:cubicBezTo>
                  <a:lnTo>
                    <a:pt x="5594" y="2196"/>
                  </a:lnTo>
                  <a:cubicBezTo>
                    <a:pt x="5594" y="982"/>
                    <a:pt x="4604" y="1"/>
                    <a:pt x="339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74" name="Google Shape;674;p36"/>
            <p:cNvSpPr/>
            <p:nvPr/>
          </p:nvSpPr>
          <p:spPr>
            <a:xfrm>
              <a:off x="1403300" y="4333950"/>
              <a:ext cx="138725" cy="138750"/>
            </a:xfrm>
            <a:custGeom>
              <a:avLst/>
              <a:gdLst/>
              <a:ahLst/>
              <a:cxnLst/>
              <a:rect l="l" t="t" r="r" b="b"/>
              <a:pathLst>
                <a:path w="5549" h="5550" extrusionOk="0">
                  <a:moveTo>
                    <a:pt x="0" y="1"/>
                  </a:moveTo>
                  <a:lnTo>
                    <a:pt x="0" y="5550"/>
                  </a:lnTo>
                  <a:lnTo>
                    <a:pt x="5549" y="5550"/>
                  </a:lnTo>
                  <a:lnTo>
                    <a:pt x="554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sp>
        <p:nvSpPr>
          <p:cNvPr id="675" name="Google Shape;675;p36"/>
          <p:cNvSpPr/>
          <p:nvPr/>
        </p:nvSpPr>
        <p:spPr>
          <a:xfrm rot="10800000" flipH="1">
            <a:off x="0" y="1038138"/>
            <a:ext cx="66600" cy="4106700"/>
          </a:xfrm>
          <a:prstGeom prst="rect">
            <a:avLst/>
          </a:prstGeom>
          <a:solidFill>
            <a:schemeClr val="accent3"/>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solidFill>
                <a:srgbClr val="8A6DF1"/>
              </a:solidFill>
            </a:endParaRPr>
          </a:p>
        </p:txBody>
      </p:sp>
      <p:sp>
        <p:nvSpPr>
          <p:cNvPr id="676" name="Google Shape;676;p36"/>
          <p:cNvSpPr txBox="1">
            <a:spLocks noGrp="1"/>
          </p:cNvSpPr>
          <p:nvPr>
            <p:ph type="title"/>
          </p:nvPr>
        </p:nvSpPr>
        <p:spPr>
          <a:xfrm>
            <a:off x="456975" y="1243538"/>
            <a:ext cx="8289600" cy="384750"/>
          </a:xfrm>
          <a:prstGeom prst="rect">
            <a:avLst/>
          </a:prstGeom>
          <a:noFill/>
          <a:ln>
            <a:noFill/>
          </a:ln>
        </p:spPr>
        <p:txBody>
          <a:bodyPr spcFirstLastPara="1" wrap="square" lIns="0" tIns="91425" rIns="91425" bIns="91425" anchor="t" anchorCtr="0">
            <a:noAutofit/>
          </a:bodyPr>
          <a:lstStyle>
            <a:lvl1pPr lvl="0">
              <a:spcBef>
                <a:spcPts val="0"/>
              </a:spcBef>
              <a:spcAft>
                <a:spcPts val="0"/>
              </a:spcAft>
              <a:buSzPts val="5000"/>
              <a:buFont typeface="Montserrat Medium"/>
              <a:buNone/>
              <a:defRPr sz="2500">
                <a:latin typeface="Montserrat Medium"/>
                <a:ea typeface="Montserrat Medium"/>
                <a:cs typeface="Montserrat Medium"/>
                <a:sym typeface="Montserrat Medium"/>
              </a:defRPr>
            </a:lvl1pPr>
            <a:lvl2pPr lvl="1">
              <a:spcBef>
                <a:spcPts val="0"/>
              </a:spcBef>
              <a:spcAft>
                <a:spcPts val="0"/>
              </a:spcAft>
              <a:buSzPts val="1400"/>
              <a:buFont typeface="Montserrat Medium"/>
              <a:buNone/>
              <a:defRPr>
                <a:latin typeface="Montserrat Medium"/>
                <a:ea typeface="Montserrat Medium"/>
                <a:cs typeface="Montserrat Medium"/>
                <a:sym typeface="Montserrat Medium"/>
              </a:defRPr>
            </a:lvl2pPr>
            <a:lvl3pPr lvl="2">
              <a:spcBef>
                <a:spcPts val="0"/>
              </a:spcBef>
              <a:spcAft>
                <a:spcPts val="0"/>
              </a:spcAft>
              <a:buSzPts val="1400"/>
              <a:buFont typeface="Montserrat Medium"/>
              <a:buNone/>
              <a:defRPr>
                <a:latin typeface="Montserrat Medium"/>
                <a:ea typeface="Montserrat Medium"/>
                <a:cs typeface="Montserrat Medium"/>
                <a:sym typeface="Montserrat Medium"/>
              </a:defRPr>
            </a:lvl3pPr>
            <a:lvl4pPr lvl="3">
              <a:spcBef>
                <a:spcPts val="0"/>
              </a:spcBef>
              <a:spcAft>
                <a:spcPts val="0"/>
              </a:spcAft>
              <a:buSzPts val="1400"/>
              <a:buFont typeface="Montserrat Medium"/>
              <a:buNone/>
              <a:defRPr>
                <a:latin typeface="Montserrat Medium"/>
                <a:ea typeface="Montserrat Medium"/>
                <a:cs typeface="Montserrat Medium"/>
                <a:sym typeface="Montserrat Medium"/>
              </a:defRPr>
            </a:lvl4pPr>
            <a:lvl5pPr lvl="4">
              <a:spcBef>
                <a:spcPts val="0"/>
              </a:spcBef>
              <a:spcAft>
                <a:spcPts val="0"/>
              </a:spcAft>
              <a:buSzPts val="1400"/>
              <a:buFont typeface="Montserrat Medium"/>
              <a:buNone/>
              <a:defRPr>
                <a:latin typeface="Montserrat Medium"/>
                <a:ea typeface="Montserrat Medium"/>
                <a:cs typeface="Montserrat Medium"/>
                <a:sym typeface="Montserrat Medium"/>
              </a:defRPr>
            </a:lvl5pPr>
            <a:lvl6pPr lvl="5">
              <a:spcBef>
                <a:spcPts val="0"/>
              </a:spcBef>
              <a:spcAft>
                <a:spcPts val="0"/>
              </a:spcAft>
              <a:buSzPts val="1400"/>
              <a:buFont typeface="Montserrat Medium"/>
              <a:buNone/>
              <a:defRPr>
                <a:latin typeface="Montserrat Medium"/>
                <a:ea typeface="Montserrat Medium"/>
                <a:cs typeface="Montserrat Medium"/>
                <a:sym typeface="Montserrat Medium"/>
              </a:defRPr>
            </a:lvl6pPr>
            <a:lvl7pPr lvl="6">
              <a:spcBef>
                <a:spcPts val="0"/>
              </a:spcBef>
              <a:spcAft>
                <a:spcPts val="0"/>
              </a:spcAft>
              <a:buSzPts val="1400"/>
              <a:buFont typeface="Montserrat Medium"/>
              <a:buNone/>
              <a:defRPr>
                <a:latin typeface="Montserrat Medium"/>
                <a:ea typeface="Montserrat Medium"/>
                <a:cs typeface="Montserrat Medium"/>
                <a:sym typeface="Montserrat Medium"/>
              </a:defRPr>
            </a:lvl7pPr>
            <a:lvl8pPr lvl="7">
              <a:spcBef>
                <a:spcPts val="0"/>
              </a:spcBef>
              <a:spcAft>
                <a:spcPts val="0"/>
              </a:spcAft>
              <a:buSzPts val="1400"/>
              <a:buFont typeface="Montserrat Medium"/>
              <a:buNone/>
              <a:defRPr>
                <a:latin typeface="Montserrat Medium"/>
                <a:ea typeface="Montserrat Medium"/>
                <a:cs typeface="Montserrat Medium"/>
                <a:sym typeface="Montserrat Medium"/>
              </a:defRPr>
            </a:lvl8pPr>
            <a:lvl9pPr lvl="8">
              <a:spcBef>
                <a:spcPts val="0"/>
              </a:spcBef>
              <a:spcAft>
                <a:spcPts val="0"/>
              </a:spcAft>
              <a:buSzPts val="1400"/>
              <a:buFont typeface="Montserrat Medium"/>
              <a:buNone/>
              <a:defRPr>
                <a:latin typeface="Montserrat Medium"/>
                <a:ea typeface="Montserrat Medium"/>
                <a:cs typeface="Montserrat Medium"/>
                <a:sym typeface="Montserrat Medium"/>
              </a:defRPr>
            </a:lvl9pPr>
          </a:lstStyle>
          <a:p>
            <a:endParaRPr/>
          </a:p>
        </p:txBody>
      </p:sp>
      <p:sp>
        <p:nvSpPr>
          <p:cNvPr id="677" name="Google Shape;677;p36"/>
          <p:cNvSpPr txBox="1">
            <a:spLocks noGrp="1"/>
          </p:cNvSpPr>
          <p:nvPr>
            <p:ph type="body" idx="1"/>
          </p:nvPr>
        </p:nvSpPr>
        <p:spPr>
          <a:xfrm>
            <a:off x="457988" y="2218400"/>
            <a:ext cx="3893250" cy="1552650"/>
          </a:xfrm>
          <a:prstGeom prst="rect">
            <a:avLst/>
          </a:prstGeom>
          <a:noFill/>
          <a:ln>
            <a:noFill/>
          </a:ln>
        </p:spPr>
        <p:txBody>
          <a:bodyPr spcFirstLastPara="1" wrap="square" lIns="0" tIns="91425" rIns="91425" bIns="91425" anchor="t" anchorCtr="0">
            <a:noAutofit/>
          </a:bodyPr>
          <a:lstStyle>
            <a:lvl1pPr marL="228600" lvl="0" indent="-190500">
              <a:spcBef>
                <a:spcPts val="0"/>
              </a:spcBef>
              <a:spcAft>
                <a:spcPts val="0"/>
              </a:spcAft>
              <a:buSzPts val="2400"/>
              <a:buFont typeface="Archivo"/>
              <a:buChar char="■"/>
              <a:defRPr sz="1200">
                <a:latin typeface="Archivo"/>
                <a:ea typeface="Archivo"/>
                <a:cs typeface="Archivo"/>
                <a:sym typeface="Archivo"/>
              </a:defRPr>
            </a:lvl1pPr>
            <a:lvl2pPr marL="457200" lvl="1" indent="-190500">
              <a:spcBef>
                <a:spcPts val="0"/>
              </a:spcBef>
              <a:spcAft>
                <a:spcPts val="0"/>
              </a:spcAft>
              <a:buSzPts val="2400"/>
              <a:buFont typeface="Archivo"/>
              <a:buChar char="○"/>
              <a:defRPr sz="1200">
                <a:latin typeface="Archivo"/>
                <a:ea typeface="Archivo"/>
                <a:cs typeface="Archivo"/>
                <a:sym typeface="Archivo"/>
              </a:defRPr>
            </a:lvl2pPr>
            <a:lvl3pPr marL="685800" lvl="2" indent="-190500">
              <a:spcBef>
                <a:spcPts val="0"/>
              </a:spcBef>
              <a:spcAft>
                <a:spcPts val="0"/>
              </a:spcAft>
              <a:buSzPts val="2400"/>
              <a:buFont typeface="Archivo"/>
              <a:buChar char="■"/>
              <a:defRPr sz="1200">
                <a:latin typeface="Archivo"/>
                <a:ea typeface="Archivo"/>
                <a:cs typeface="Archivo"/>
                <a:sym typeface="Archivo"/>
              </a:defRPr>
            </a:lvl3pPr>
            <a:lvl4pPr marL="914400" lvl="3" indent="-190500">
              <a:spcBef>
                <a:spcPts val="0"/>
              </a:spcBef>
              <a:spcAft>
                <a:spcPts val="0"/>
              </a:spcAft>
              <a:buSzPts val="2400"/>
              <a:buFont typeface="Archivo"/>
              <a:buChar char="●"/>
              <a:defRPr sz="1200">
                <a:latin typeface="Archivo"/>
                <a:ea typeface="Archivo"/>
                <a:cs typeface="Archivo"/>
                <a:sym typeface="Archivo"/>
              </a:defRPr>
            </a:lvl4pPr>
            <a:lvl5pPr marL="1143000" lvl="4" indent="-190500">
              <a:spcBef>
                <a:spcPts val="0"/>
              </a:spcBef>
              <a:spcAft>
                <a:spcPts val="0"/>
              </a:spcAft>
              <a:buSzPts val="2400"/>
              <a:buFont typeface="Archivo"/>
              <a:buChar char="○"/>
              <a:defRPr sz="1200">
                <a:latin typeface="Archivo"/>
                <a:ea typeface="Archivo"/>
                <a:cs typeface="Archivo"/>
                <a:sym typeface="Archivo"/>
              </a:defRPr>
            </a:lvl5pPr>
            <a:lvl6pPr marL="1371600" lvl="5" indent="-190500">
              <a:spcBef>
                <a:spcPts val="0"/>
              </a:spcBef>
              <a:spcAft>
                <a:spcPts val="0"/>
              </a:spcAft>
              <a:buSzPts val="2400"/>
              <a:buFont typeface="Archivo"/>
              <a:buChar char="■"/>
              <a:defRPr sz="1200">
                <a:latin typeface="Archivo"/>
                <a:ea typeface="Archivo"/>
                <a:cs typeface="Archivo"/>
                <a:sym typeface="Archivo"/>
              </a:defRPr>
            </a:lvl6pPr>
            <a:lvl7pPr marL="1600200" lvl="6" indent="-190500">
              <a:spcBef>
                <a:spcPts val="0"/>
              </a:spcBef>
              <a:spcAft>
                <a:spcPts val="0"/>
              </a:spcAft>
              <a:buSzPts val="2400"/>
              <a:buFont typeface="Archivo"/>
              <a:buChar char="●"/>
              <a:defRPr sz="1200">
                <a:latin typeface="Archivo"/>
                <a:ea typeface="Archivo"/>
                <a:cs typeface="Archivo"/>
                <a:sym typeface="Archivo"/>
              </a:defRPr>
            </a:lvl7pPr>
            <a:lvl8pPr marL="1828800" lvl="7" indent="-190500">
              <a:spcBef>
                <a:spcPts val="0"/>
              </a:spcBef>
              <a:spcAft>
                <a:spcPts val="0"/>
              </a:spcAft>
              <a:buSzPts val="2400"/>
              <a:buFont typeface="Archivo"/>
              <a:buChar char="○"/>
              <a:defRPr sz="1200">
                <a:latin typeface="Archivo"/>
                <a:ea typeface="Archivo"/>
                <a:cs typeface="Archivo"/>
                <a:sym typeface="Archivo"/>
              </a:defRPr>
            </a:lvl8pPr>
            <a:lvl9pPr marL="2057400" lvl="8" indent="-190500">
              <a:spcBef>
                <a:spcPts val="0"/>
              </a:spcBef>
              <a:spcAft>
                <a:spcPts val="0"/>
              </a:spcAft>
              <a:buSzPts val="2400"/>
              <a:buFont typeface="Archivo"/>
              <a:buChar char="■"/>
              <a:defRPr sz="1200">
                <a:latin typeface="Archivo"/>
                <a:ea typeface="Archivo"/>
                <a:cs typeface="Archivo"/>
                <a:sym typeface="Archivo"/>
              </a:defRPr>
            </a:lvl9pPr>
          </a:lstStyle>
          <a:p>
            <a:endParaRPr/>
          </a:p>
        </p:txBody>
      </p:sp>
      <p:sp>
        <p:nvSpPr>
          <p:cNvPr id="678" name="Google Shape;678;p36"/>
          <p:cNvSpPr txBox="1">
            <a:spLocks noGrp="1"/>
          </p:cNvSpPr>
          <p:nvPr>
            <p:ph type="body" idx="2"/>
          </p:nvPr>
        </p:nvSpPr>
        <p:spPr>
          <a:xfrm>
            <a:off x="4793713" y="2218400"/>
            <a:ext cx="3893250" cy="1552650"/>
          </a:xfrm>
          <a:prstGeom prst="rect">
            <a:avLst/>
          </a:prstGeom>
          <a:noFill/>
          <a:ln>
            <a:noFill/>
          </a:ln>
        </p:spPr>
        <p:txBody>
          <a:bodyPr spcFirstLastPara="1" wrap="square" lIns="0" tIns="91425" rIns="91425" bIns="91425" anchor="t" anchorCtr="0">
            <a:noAutofit/>
          </a:bodyPr>
          <a:lstStyle>
            <a:lvl1pPr marL="228600" lvl="0" indent="-190500">
              <a:spcBef>
                <a:spcPts val="0"/>
              </a:spcBef>
              <a:spcAft>
                <a:spcPts val="0"/>
              </a:spcAft>
              <a:buSzPts val="2400"/>
              <a:buFont typeface="Archivo"/>
              <a:buChar char="■"/>
              <a:defRPr sz="1200">
                <a:latin typeface="Archivo"/>
                <a:ea typeface="Archivo"/>
                <a:cs typeface="Archivo"/>
                <a:sym typeface="Archivo"/>
              </a:defRPr>
            </a:lvl1pPr>
            <a:lvl2pPr marL="457200" lvl="1" indent="-190500">
              <a:spcBef>
                <a:spcPts val="0"/>
              </a:spcBef>
              <a:spcAft>
                <a:spcPts val="0"/>
              </a:spcAft>
              <a:buSzPts val="2400"/>
              <a:buFont typeface="Archivo"/>
              <a:buChar char="○"/>
              <a:defRPr sz="1200">
                <a:latin typeface="Archivo"/>
                <a:ea typeface="Archivo"/>
                <a:cs typeface="Archivo"/>
                <a:sym typeface="Archivo"/>
              </a:defRPr>
            </a:lvl2pPr>
            <a:lvl3pPr marL="685800" lvl="2" indent="-190500">
              <a:spcBef>
                <a:spcPts val="0"/>
              </a:spcBef>
              <a:spcAft>
                <a:spcPts val="0"/>
              </a:spcAft>
              <a:buSzPts val="2400"/>
              <a:buFont typeface="Archivo"/>
              <a:buChar char="■"/>
              <a:defRPr sz="1200">
                <a:latin typeface="Archivo"/>
                <a:ea typeface="Archivo"/>
                <a:cs typeface="Archivo"/>
                <a:sym typeface="Archivo"/>
              </a:defRPr>
            </a:lvl3pPr>
            <a:lvl4pPr marL="914400" lvl="3" indent="-190500">
              <a:spcBef>
                <a:spcPts val="0"/>
              </a:spcBef>
              <a:spcAft>
                <a:spcPts val="0"/>
              </a:spcAft>
              <a:buSzPts val="2400"/>
              <a:buFont typeface="Archivo"/>
              <a:buChar char="●"/>
              <a:defRPr sz="1200">
                <a:latin typeface="Archivo"/>
                <a:ea typeface="Archivo"/>
                <a:cs typeface="Archivo"/>
                <a:sym typeface="Archivo"/>
              </a:defRPr>
            </a:lvl4pPr>
            <a:lvl5pPr marL="1143000" lvl="4" indent="-190500">
              <a:spcBef>
                <a:spcPts val="0"/>
              </a:spcBef>
              <a:spcAft>
                <a:spcPts val="0"/>
              </a:spcAft>
              <a:buSzPts val="2400"/>
              <a:buFont typeface="Archivo"/>
              <a:buChar char="○"/>
              <a:defRPr sz="1200">
                <a:latin typeface="Archivo"/>
                <a:ea typeface="Archivo"/>
                <a:cs typeface="Archivo"/>
                <a:sym typeface="Archivo"/>
              </a:defRPr>
            </a:lvl5pPr>
            <a:lvl6pPr marL="1371600" lvl="5" indent="-190500">
              <a:spcBef>
                <a:spcPts val="0"/>
              </a:spcBef>
              <a:spcAft>
                <a:spcPts val="0"/>
              </a:spcAft>
              <a:buSzPts val="2400"/>
              <a:buFont typeface="Archivo"/>
              <a:buChar char="■"/>
              <a:defRPr sz="1200">
                <a:latin typeface="Archivo"/>
                <a:ea typeface="Archivo"/>
                <a:cs typeface="Archivo"/>
                <a:sym typeface="Archivo"/>
              </a:defRPr>
            </a:lvl6pPr>
            <a:lvl7pPr marL="1600200" lvl="6" indent="-190500">
              <a:spcBef>
                <a:spcPts val="0"/>
              </a:spcBef>
              <a:spcAft>
                <a:spcPts val="0"/>
              </a:spcAft>
              <a:buSzPts val="2400"/>
              <a:buFont typeface="Archivo"/>
              <a:buChar char="●"/>
              <a:defRPr sz="1200">
                <a:latin typeface="Archivo"/>
                <a:ea typeface="Archivo"/>
                <a:cs typeface="Archivo"/>
                <a:sym typeface="Archivo"/>
              </a:defRPr>
            </a:lvl7pPr>
            <a:lvl8pPr marL="1828800" lvl="7" indent="-190500">
              <a:spcBef>
                <a:spcPts val="0"/>
              </a:spcBef>
              <a:spcAft>
                <a:spcPts val="0"/>
              </a:spcAft>
              <a:buSzPts val="2400"/>
              <a:buFont typeface="Archivo"/>
              <a:buChar char="○"/>
              <a:defRPr sz="1200">
                <a:latin typeface="Archivo"/>
                <a:ea typeface="Archivo"/>
                <a:cs typeface="Archivo"/>
                <a:sym typeface="Archivo"/>
              </a:defRPr>
            </a:lvl8pPr>
            <a:lvl9pPr marL="2057400" lvl="8" indent="-190500">
              <a:spcBef>
                <a:spcPts val="0"/>
              </a:spcBef>
              <a:spcAft>
                <a:spcPts val="0"/>
              </a:spcAft>
              <a:buSzPts val="2400"/>
              <a:buFont typeface="Archivo"/>
              <a:buChar char="■"/>
              <a:defRPr sz="1200">
                <a:latin typeface="Archivo"/>
                <a:ea typeface="Archivo"/>
                <a:cs typeface="Archivo"/>
                <a:sym typeface="Archivo"/>
              </a:defRPr>
            </a:lvl9pPr>
          </a:lstStyle>
          <a:p>
            <a:endParaRPr/>
          </a:p>
        </p:txBody>
      </p:sp>
      <p:grpSp>
        <p:nvGrpSpPr>
          <p:cNvPr id="679" name="Google Shape;679;p36"/>
          <p:cNvGrpSpPr/>
          <p:nvPr/>
        </p:nvGrpSpPr>
        <p:grpSpPr>
          <a:xfrm>
            <a:off x="7755477" y="9338"/>
            <a:ext cx="1398539" cy="1308329"/>
            <a:chOff x="15510953" y="18676"/>
            <a:chExt cx="2797078" cy="2616658"/>
          </a:xfrm>
        </p:grpSpPr>
        <p:grpSp>
          <p:nvGrpSpPr>
            <p:cNvPr id="680" name="Google Shape;680;p36"/>
            <p:cNvGrpSpPr/>
            <p:nvPr/>
          </p:nvGrpSpPr>
          <p:grpSpPr>
            <a:xfrm>
              <a:off x="16286971" y="18676"/>
              <a:ext cx="2004489" cy="848125"/>
              <a:chOff x="14401335" y="-10"/>
              <a:chExt cx="2311450" cy="978004"/>
            </a:xfrm>
          </p:grpSpPr>
          <p:cxnSp>
            <p:nvCxnSpPr>
              <p:cNvPr id="681" name="Google Shape;681;p36"/>
              <p:cNvCxnSpPr>
                <a:stCxn id="682" idx="5"/>
              </p:cNvCxnSpPr>
              <p:nvPr/>
            </p:nvCxnSpPr>
            <p:spPr>
              <a:xfrm>
                <a:off x="14614382" y="625494"/>
                <a:ext cx="285900" cy="352500"/>
              </a:xfrm>
              <a:prstGeom prst="straightConnector1">
                <a:avLst/>
              </a:prstGeom>
              <a:noFill/>
              <a:ln w="38100" cap="flat" cmpd="sng">
                <a:solidFill>
                  <a:srgbClr val="000000"/>
                </a:solidFill>
                <a:prstDash val="solid"/>
                <a:round/>
                <a:headEnd type="none" w="med" len="med"/>
                <a:tailEnd type="none" w="med" len="med"/>
              </a:ln>
            </p:spPr>
          </p:cxnSp>
          <p:cxnSp>
            <p:nvCxnSpPr>
              <p:cNvPr id="683" name="Google Shape;683;p36"/>
              <p:cNvCxnSpPr>
                <a:endCxn id="684" idx="3"/>
              </p:cNvCxnSpPr>
              <p:nvPr/>
            </p:nvCxnSpPr>
            <p:spPr>
              <a:xfrm rot="10800000" flipH="1">
                <a:off x="14898989" y="530997"/>
                <a:ext cx="531300" cy="438300"/>
              </a:xfrm>
              <a:prstGeom prst="straightConnector1">
                <a:avLst/>
              </a:prstGeom>
              <a:noFill/>
              <a:ln w="38100" cap="flat" cmpd="sng">
                <a:solidFill>
                  <a:srgbClr val="000000"/>
                </a:solidFill>
                <a:prstDash val="solid"/>
                <a:round/>
                <a:headEnd type="none" w="med" len="med"/>
                <a:tailEnd type="none" w="med" len="med"/>
              </a:ln>
            </p:spPr>
          </p:cxnSp>
          <p:cxnSp>
            <p:nvCxnSpPr>
              <p:cNvPr id="685" name="Google Shape;685;p36"/>
              <p:cNvCxnSpPr>
                <a:stCxn id="684" idx="5"/>
              </p:cNvCxnSpPr>
              <p:nvPr/>
            </p:nvCxnSpPr>
            <p:spPr>
              <a:xfrm>
                <a:off x="15604450" y="502571"/>
                <a:ext cx="312600" cy="253500"/>
              </a:xfrm>
              <a:prstGeom prst="straightConnector1">
                <a:avLst/>
              </a:prstGeom>
              <a:noFill/>
              <a:ln w="38100" cap="flat" cmpd="sng">
                <a:solidFill>
                  <a:srgbClr val="000000"/>
                </a:solidFill>
                <a:prstDash val="solid"/>
                <a:round/>
                <a:headEnd type="none" w="med" len="med"/>
                <a:tailEnd type="none" w="med" len="med"/>
              </a:ln>
            </p:spPr>
          </p:cxnSp>
          <p:cxnSp>
            <p:nvCxnSpPr>
              <p:cNvPr id="686" name="Google Shape;686;p36"/>
              <p:cNvCxnSpPr>
                <a:stCxn id="687" idx="7"/>
              </p:cNvCxnSpPr>
              <p:nvPr/>
            </p:nvCxnSpPr>
            <p:spPr>
              <a:xfrm rot="10800000" flipH="1">
                <a:off x="16095857" y="247043"/>
                <a:ext cx="399000" cy="466500"/>
              </a:xfrm>
              <a:prstGeom prst="straightConnector1">
                <a:avLst/>
              </a:prstGeom>
              <a:noFill/>
              <a:ln w="38100" cap="flat" cmpd="sng">
                <a:solidFill>
                  <a:srgbClr val="000000"/>
                </a:solidFill>
                <a:prstDash val="solid"/>
                <a:round/>
                <a:headEnd type="none" w="med" len="med"/>
                <a:tailEnd type="none" w="med" len="med"/>
              </a:ln>
            </p:spPr>
          </p:cxnSp>
          <p:sp>
            <p:nvSpPr>
              <p:cNvPr id="682" name="Google Shape;682;p36"/>
              <p:cNvSpPr/>
              <p:nvPr/>
            </p:nvSpPr>
            <p:spPr>
              <a:xfrm>
                <a:off x="14401335" y="412447"/>
                <a:ext cx="249600" cy="249600"/>
              </a:xfrm>
              <a:prstGeom prst="ellipse">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84" name="Google Shape;684;p36"/>
              <p:cNvSpPr/>
              <p:nvPr/>
            </p:nvSpPr>
            <p:spPr>
              <a:xfrm rot="-556190">
                <a:off x="15378377" y="304925"/>
                <a:ext cx="249559" cy="249559"/>
              </a:xfrm>
              <a:prstGeom prst="ellipse">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87" name="Google Shape;687;p36"/>
              <p:cNvSpPr/>
              <p:nvPr/>
            </p:nvSpPr>
            <p:spPr>
              <a:xfrm>
                <a:off x="15882811" y="676990"/>
                <a:ext cx="249600" cy="249600"/>
              </a:xfrm>
              <a:prstGeom prst="ellipse">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88" name="Google Shape;688;p36"/>
              <p:cNvSpPr/>
              <p:nvPr/>
            </p:nvSpPr>
            <p:spPr>
              <a:xfrm rot="-556190">
                <a:off x="16444755" y="18460"/>
                <a:ext cx="249559" cy="249559"/>
              </a:xfrm>
              <a:prstGeom prst="ellipse">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grpSp>
          <p:nvGrpSpPr>
            <p:cNvPr id="689" name="Google Shape;689;p36"/>
            <p:cNvGrpSpPr/>
            <p:nvPr/>
          </p:nvGrpSpPr>
          <p:grpSpPr>
            <a:xfrm>
              <a:off x="15510953" y="888152"/>
              <a:ext cx="1398555" cy="1049416"/>
              <a:chOff x="6205825" y="562811"/>
              <a:chExt cx="1049100" cy="787200"/>
            </a:xfrm>
          </p:grpSpPr>
          <p:sp>
            <p:nvSpPr>
              <p:cNvPr id="690" name="Google Shape;690;p36"/>
              <p:cNvSpPr/>
              <p:nvPr/>
            </p:nvSpPr>
            <p:spPr>
              <a:xfrm>
                <a:off x="6205825" y="562811"/>
                <a:ext cx="1049100" cy="787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pic>
            <p:nvPicPr>
              <p:cNvPr id="691" name="Google Shape;691;p36"/>
              <p:cNvPicPr preferRelativeResize="0"/>
              <p:nvPr/>
            </p:nvPicPr>
            <p:blipFill>
              <a:blip r:embed="rId2">
                <a:alphaModFix/>
              </a:blip>
              <a:stretch>
                <a:fillRect/>
              </a:stretch>
            </p:blipFill>
            <p:spPr>
              <a:xfrm>
                <a:off x="6283448" y="694295"/>
                <a:ext cx="893849" cy="582461"/>
              </a:xfrm>
              <a:prstGeom prst="rect">
                <a:avLst/>
              </a:prstGeom>
              <a:noFill/>
              <a:ln>
                <a:noFill/>
              </a:ln>
            </p:spPr>
          </p:pic>
        </p:grpSp>
        <p:sp>
          <p:nvSpPr>
            <p:cNvPr id="692" name="Google Shape;692;p36"/>
            <p:cNvSpPr/>
            <p:nvPr/>
          </p:nvSpPr>
          <p:spPr>
            <a:xfrm>
              <a:off x="16909431" y="1495394"/>
              <a:ext cx="1398600" cy="938400"/>
            </a:xfrm>
            <a:prstGeom prst="rect">
              <a:avLst/>
            </a:prstGeom>
            <a:no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93" name="Google Shape;693;p36"/>
            <p:cNvSpPr/>
            <p:nvPr/>
          </p:nvSpPr>
          <p:spPr>
            <a:xfrm>
              <a:off x="16909432" y="1123459"/>
              <a:ext cx="319500" cy="3594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94" name="Google Shape;694;p36"/>
            <p:cNvSpPr txBox="1"/>
            <p:nvPr/>
          </p:nvSpPr>
          <p:spPr>
            <a:xfrm>
              <a:off x="17035213" y="1588954"/>
              <a:ext cx="1146900" cy="104638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2200" b="1">
                  <a:latin typeface="Archivo"/>
                  <a:ea typeface="Archivo"/>
                  <a:cs typeface="Archivo"/>
                  <a:sym typeface="Archivo"/>
                </a:rPr>
                <a:t>//</a:t>
              </a:r>
              <a:endParaRPr sz="2200" b="1">
                <a:latin typeface="Archivo"/>
                <a:ea typeface="Archivo"/>
                <a:cs typeface="Archivo"/>
                <a:sym typeface="Archivo"/>
              </a:endParaRPr>
            </a:p>
          </p:txBody>
        </p:sp>
      </p:grpSp>
    </p:spTree>
    <p:extLst>
      <p:ext uri="{BB962C8B-B14F-4D97-AF65-F5344CB8AC3E}">
        <p14:creationId xmlns:p14="http://schemas.microsoft.com/office/powerpoint/2010/main" val="388207072"/>
      </p:ext>
    </p:extLst>
  </p:cSld>
  <p:clrMapOvr>
    <a:masterClrMapping/>
  </p:clrMapOvr>
  <p:extLst>
    <p:ext uri="{DCECCB84-F9BA-43D5-87BE-67443E8EF086}">
      <p15:sldGuideLst xmlns:p15="http://schemas.microsoft.com/office/powerpoint/2012/main">
        <p15:guide id="1" orient="horz" pos="2051">
          <p15:clr>
            <a:srgbClr val="FA7B17"/>
          </p15:clr>
        </p15:guide>
        <p15:guide id="2" orient="horz" pos="2555">
          <p15:clr>
            <a:srgbClr val="FA7B17"/>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Diseño base + iconos">
  <p:cSld name="Diseño base + iconos">
    <p:spTree>
      <p:nvGrpSpPr>
        <p:cNvPr id="1" name="Shape 695"/>
        <p:cNvGrpSpPr/>
        <p:nvPr/>
      </p:nvGrpSpPr>
      <p:grpSpPr>
        <a:xfrm>
          <a:off x="0" y="0"/>
          <a:ext cx="0" cy="0"/>
          <a:chOff x="0" y="0"/>
          <a:chExt cx="0" cy="0"/>
        </a:xfrm>
      </p:grpSpPr>
      <p:sp>
        <p:nvSpPr>
          <p:cNvPr id="696" name="Google Shape;696;p37"/>
          <p:cNvSpPr/>
          <p:nvPr/>
        </p:nvSpPr>
        <p:spPr>
          <a:xfrm>
            <a:off x="-43138" y="1710800"/>
            <a:ext cx="9187200" cy="3431100"/>
          </a:xfrm>
          <a:prstGeom prst="rect">
            <a:avLst/>
          </a:prstGeom>
          <a:solidFill>
            <a:schemeClr val="lt2"/>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grpSp>
        <p:nvGrpSpPr>
          <p:cNvPr id="697" name="Google Shape;697;p37"/>
          <p:cNvGrpSpPr/>
          <p:nvPr/>
        </p:nvGrpSpPr>
        <p:grpSpPr>
          <a:xfrm>
            <a:off x="8746619" y="4870045"/>
            <a:ext cx="214804" cy="89154"/>
            <a:chOff x="1207700" y="4333950"/>
            <a:chExt cx="334325" cy="138750"/>
          </a:xfrm>
        </p:grpSpPr>
        <p:sp>
          <p:nvSpPr>
            <p:cNvPr id="698" name="Google Shape;698;p37"/>
            <p:cNvSpPr/>
            <p:nvPr/>
          </p:nvSpPr>
          <p:spPr>
            <a:xfrm>
              <a:off x="1207700" y="4333950"/>
              <a:ext cx="139850" cy="138750"/>
            </a:xfrm>
            <a:custGeom>
              <a:avLst/>
              <a:gdLst/>
              <a:ahLst/>
              <a:cxnLst/>
              <a:rect l="l" t="t" r="r" b="b"/>
              <a:pathLst>
                <a:path w="5594" h="5550" extrusionOk="0">
                  <a:moveTo>
                    <a:pt x="3390" y="438"/>
                  </a:moveTo>
                  <a:cubicBezTo>
                    <a:pt x="4363" y="438"/>
                    <a:pt x="5148" y="1232"/>
                    <a:pt x="5148" y="2196"/>
                  </a:cubicBezTo>
                  <a:lnTo>
                    <a:pt x="5148" y="3346"/>
                  </a:lnTo>
                  <a:cubicBezTo>
                    <a:pt x="5148" y="4319"/>
                    <a:pt x="4363" y="5104"/>
                    <a:pt x="3390" y="5104"/>
                  </a:cubicBezTo>
                  <a:lnTo>
                    <a:pt x="437" y="5104"/>
                  </a:lnTo>
                  <a:lnTo>
                    <a:pt x="437" y="438"/>
                  </a:lnTo>
                  <a:close/>
                  <a:moveTo>
                    <a:pt x="0" y="1"/>
                  </a:moveTo>
                  <a:lnTo>
                    <a:pt x="0" y="5550"/>
                  </a:lnTo>
                  <a:lnTo>
                    <a:pt x="3390" y="5550"/>
                  </a:lnTo>
                  <a:cubicBezTo>
                    <a:pt x="4604" y="5550"/>
                    <a:pt x="5594" y="4560"/>
                    <a:pt x="5594" y="3346"/>
                  </a:cubicBezTo>
                  <a:lnTo>
                    <a:pt x="5594" y="2196"/>
                  </a:lnTo>
                  <a:cubicBezTo>
                    <a:pt x="5594" y="982"/>
                    <a:pt x="4604" y="1"/>
                    <a:pt x="339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699" name="Google Shape;699;p37"/>
            <p:cNvSpPr/>
            <p:nvPr/>
          </p:nvSpPr>
          <p:spPr>
            <a:xfrm>
              <a:off x="1403300" y="4333950"/>
              <a:ext cx="138725" cy="138750"/>
            </a:xfrm>
            <a:custGeom>
              <a:avLst/>
              <a:gdLst/>
              <a:ahLst/>
              <a:cxnLst/>
              <a:rect l="l" t="t" r="r" b="b"/>
              <a:pathLst>
                <a:path w="5549" h="5550" extrusionOk="0">
                  <a:moveTo>
                    <a:pt x="0" y="1"/>
                  </a:moveTo>
                  <a:lnTo>
                    <a:pt x="0" y="5550"/>
                  </a:lnTo>
                  <a:lnTo>
                    <a:pt x="5549" y="5550"/>
                  </a:lnTo>
                  <a:lnTo>
                    <a:pt x="554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sp>
        <p:nvSpPr>
          <p:cNvPr id="700" name="Google Shape;700;p37"/>
          <p:cNvSpPr txBox="1">
            <a:spLocks noGrp="1"/>
          </p:cNvSpPr>
          <p:nvPr>
            <p:ph type="title"/>
          </p:nvPr>
        </p:nvSpPr>
        <p:spPr>
          <a:xfrm>
            <a:off x="456975" y="1243538"/>
            <a:ext cx="8289600" cy="384750"/>
          </a:xfrm>
          <a:prstGeom prst="rect">
            <a:avLst/>
          </a:prstGeom>
          <a:noFill/>
          <a:ln>
            <a:noFill/>
          </a:ln>
        </p:spPr>
        <p:txBody>
          <a:bodyPr spcFirstLastPara="1" wrap="square" lIns="0" tIns="91425" rIns="91425" bIns="91425" anchor="t" anchorCtr="0">
            <a:noAutofit/>
          </a:bodyPr>
          <a:lstStyle>
            <a:lvl1pPr lvl="0">
              <a:spcBef>
                <a:spcPts val="0"/>
              </a:spcBef>
              <a:spcAft>
                <a:spcPts val="0"/>
              </a:spcAft>
              <a:buSzPts val="5000"/>
              <a:buFont typeface="Montserrat Medium"/>
              <a:buNone/>
              <a:defRPr sz="2500">
                <a:latin typeface="Montserrat Medium"/>
                <a:ea typeface="Montserrat Medium"/>
                <a:cs typeface="Montserrat Medium"/>
                <a:sym typeface="Montserrat Medium"/>
              </a:defRPr>
            </a:lvl1pPr>
            <a:lvl2pPr lvl="1">
              <a:spcBef>
                <a:spcPts val="0"/>
              </a:spcBef>
              <a:spcAft>
                <a:spcPts val="0"/>
              </a:spcAft>
              <a:buSzPts val="1400"/>
              <a:buFont typeface="Montserrat Medium"/>
              <a:buNone/>
              <a:defRPr>
                <a:latin typeface="Montserrat Medium"/>
                <a:ea typeface="Montserrat Medium"/>
                <a:cs typeface="Montserrat Medium"/>
                <a:sym typeface="Montserrat Medium"/>
              </a:defRPr>
            </a:lvl2pPr>
            <a:lvl3pPr lvl="2">
              <a:spcBef>
                <a:spcPts val="0"/>
              </a:spcBef>
              <a:spcAft>
                <a:spcPts val="0"/>
              </a:spcAft>
              <a:buSzPts val="1400"/>
              <a:buFont typeface="Montserrat Medium"/>
              <a:buNone/>
              <a:defRPr>
                <a:latin typeface="Montserrat Medium"/>
                <a:ea typeface="Montserrat Medium"/>
                <a:cs typeface="Montserrat Medium"/>
                <a:sym typeface="Montserrat Medium"/>
              </a:defRPr>
            </a:lvl3pPr>
            <a:lvl4pPr lvl="3">
              <a:spcBef>
                <a:spcPts val="0"/>
              </a:spcBef>
              <a:spcAft>
                <a:spcPts val="0"/>
              </a:spcAft>
              <a:buSzPts val="1400"/>
              <a:buFont typeface="Montserrat Medium"/>
              <a:buNone/>
              <a:defRPr>
                <a:latin typeface="Montserrat Medium"/>
                <a:ea typeface="Montserrat Medium"/>
                <a:cs typeface="Montserrat Medium"/>
                <a:sym typeface="Montserrat Medium"/>
              </a:defRPr>
            </a:lvl4pPr>
            <a:lvl5pPr lvl="4">
              <a:spcBef>
                <a:spcPts val="0"/>
              </a:spcBef>
              <a:spcAft>
                <a:spcPts val="0"/>
              </a:spcAft>
              <a:buSzPts val="1400"/>
              <a:buFont typeface="Montserrat Medium"/>
              <a:buNone/>
              <a:defRPr>
                <a:latin typeface="Montserrat Medium"/>
                <a:ea typeface="Montserrat Medium"/>
                <a:cs typeface="Montserrat Medium"/>
                <a:sym typeface="Montserrat Medium"/>
              </a:defRPr>
            </a:lvl5pPr>
            <a:lvl6pPr lvl="5">
              <a:spcBef>
                <a:spcPts val="0"/>
              </a:spcBef>
              <a:spcAft>
                <a:spcPts val="0"/>
              </a:spcAft>
              <a:buSzPts val="1400"/>
              <a:buFont typeface="Montserrat Medium"/>
              <a:buNone/>
              <a:defRPr>
                <a:latin typeface="Montserrat Medium"/>
                <a:ea typeface="Montserrat Medium"/>
                <a:cs typeface="Montserrat Medium"/>
                <a:sym typeface="Montserrat Medium"/>
              </a:defRPr>
            </a:lvl6pPr>
            <a:lvl7pPr lvl="6">
              <a:spcBef>
                <a:spcPts val="0"/>
              </a:spcBef>
              <a:spcAft>
                <a:spcPts val="0"/>
              </a:spcAft>
              <a:buSzPts val="1400"/>
              <a:buFont typeface="Montserrat Medium"/>
              <a:buNone/>
              <a:defRPr>
                <a:latin typeface="Montserrat Medium"/>
                <a:ea typeface="Montserrat Medium"/>
                <a:cs typeface="Montserrat Medium"/>
                <a:sym typeface="Montserrat Medium"/>
              </a:defRPr>
            </a:lvl7pPr>
            <a:lvl8pPr lvl="7">
              <a:spcBef>
                <a:spcPts val="0"/>
              </a:spcBef>
              <a:spcAft>
                <a:spcPts val="0"/>
              </a:spcAft>
              <a:buSzPts val="1400"/>
              <a:buFont typeface="Montserrat Medium"/>
              <a:buNone/>
              <a:defRPr>
                <a:latin typeface="Montserrat Medium"/>
                <a:ea typeface="Montserrat Medium"/>
                <a:cs typeface="Montserrat Medium"/>
                <a:sym typeface="Montserrat Medium"/>
              </a:defRPr>
            </a:lvl8pPr>
            <a:lvl9pPr lvl="8">
              <a:spcBef>
                <a:spcPts val="0"/>
              </a:spcBef>
              <a:spcAft>
                <a:spcPts val="0"/>
              </a:spcAft>
              <a:buSzPts val="1400"/>
              <a:buFont typeface="Montserrat Medium"/>
              <a:buNone/>
              <a:defRPr>
                <a:latin typeface="Montserrat Medium"/>
                <a:ea typeface="Montserrat Medium"/>
                <a:cs typeface="Montserrat Medium"/>
                <a:sym typeface="Montserrat Medium"/>
              </a:defRPr>
            </a:lvl9pPr>
          </a:lstStyle>
          <a:p>
            <a:endParaRPr/>
          </a:p>
        </p:txBody>
      </p:sp>
      <p:sp>
        <p:nvSpPr>
          <p:cNvPr id="701" name="Google Shape;701;p37"/>
          <p:cNvSpPr txBox="1">
            <a:spLocks noGrp="1"/>
          </p:cNvSpPr>
          <p:nvPr>
            <p:ph type="body" idx="1"/>
          </p:nvPr>
        </p:nvSpPr>
        <p:spPr>
          <a:xfrm>
            <a:off x="457988" y="2218400"/>
            <a:ext cx="3893250" cy="1552650"/>
          </a:xfrm>
          <a:prstGeom prst="rect">
            <a:avLst/>
          </a:prstGeom>
          <a:noFill/>
          <a:ln>
            <a:noFill/>
          </a:ln>
        </p:spPr>
        <p:txBody>
          <a:bodyPr spcFirstLastPara="1" wrap="square" lIns="0" tIns="91425" rIns="91425" bIns="91425" anchor="t" anchorCtr="0">
            <a:noAutofit/>
          </a:bodyPr>
          <a:lstStyle>
            <a:lvl1pPr marL="228600" lvl="0" indent="-190500">
              <a:spcBef>
                <a:spcPts val="0"/>
              </a:spcBef>
              <a:spcAft>
                <a:spcPts val="0"/>
              </a:spcAft>
              <a:buSzPts val="2400"/>
              <a:buFont typeface="Archivo"/>
              <a:buChar char="■"/>
              <a:defRPr sz="1200">
                <a:latin typeface="Archivo"/>
                <a:ea typeface="Archivo"/>
                <a:cs typeface="Archivo"/>
                <a:sym typeface="Archivo"/>
              </a:defRPr>
            </a:lvl1pPr>
            <a:lvl2pPr marL="457200" lvl="1" indent="-190500">
              <a:spcBef>
                <a:spcPts val="0"/>
              </a:spcBef>
              <a:spcAft>
                <a:spcPts val="0"/>
              </a:spcAft>
              <a:buSzPts val="2400"/>
              <a:buFont typeface="Archivo"/>
              <a:buChar char="○"/>
              <a:defRPr sz="1200">
                <a:latin typeface="Archivo"/>
                <a:ea typeface="Archivo"/>
                <a:cs typeface="Archivo"/>
                <a:sym typeface="Archivo"/>
              </a:defRPr>
            </a:lvl2pPr>
            <a:lvl3pPr marL="685800" lvl="2" indent="-190500">
              <a:spcBef>
                <a:spcPts val="0"/>
              </a:spcBef>
              <a:spcAft>
                <a:spcPts val="0"/>
              </a:spcAft>
              <a:buSzPts val="2400"/>
              <a:buFont typeface="Archivo"/>
              <a:buChar char="■"/>
              <a:defRPr sz="1200">
                <a:latin typeface="Archivo"/>
                <a:ea typeface="Archivo"/>
                <a:cs typeface="Archivo"/>
                <a:sym typeface="Archivo"/>
              </a:defRPr>
            </a:lvl3pPr>
            <a:lvl4pPr marL="914400" lvl="3" indent="-190500">
              <a:spcBef>
                <a:spcPts val="0"/>
              </a:spcBef>
              <a:spcAft>
                <a:spcPts val="0"/>
              </a:spcAft>
              <a:buSzPts val="2400"/>
              <a:buFont typeface="Archivo"/>
              <a:buChar char="●"/>
              <a:defRPr sz="1200">
                <a:latin typeface="Archivo"/>
                <a:ea typeface="Archivo"/>
                <a:cs typeface="Archivo"/>
                <a:sym typeface="Archivo"/>
              </a:defRPr>
            </a:lvl4pPr>
            <a:lvl5pPr marL="1143000" lvl="4" indent="-190500">
              <a:spcBef>
                <a:spcPts val="0"/>
              </a:spcBef>
              <a:spcAft>
                <a:spcPts val="0"/>
              </a:spcAft>
              <a:buSzPts val="2400"/>
              <a:buFont typeface="Archivo"/>
              <a:buChar char="○"/>
              <a:defRPr sz="1200">
                <a:latin typeface="Archivo"/>
                <a:ea typeface="Archivo"/>
                <a:cs typeface="Archivo"/>
                <a:sym typeface="Archivo"/>
              </a:defRPr>
            </a:lvl5pPr>
            <a:lvl6pPr marL="1371600" lvl="5" indent="-190500">
              <a:spcBef>
                <a:spcPts val="0"/>
              </a:spcBef>
              <a:spcAft>
                <a:spcPts val="0"/>
              </a:spcAft>
              <a:buSzPts val="2400"/>
              <a:buFont typeface="Archivo"/>
              <a:buChar char="■"/>
              <a:defRPr sz="1200">
                <a:latin typeface="Archivo"/>
                <a:ea typeface="Archivo"/>
                <a:cs typeface="Archivo"/>
                <a:sym typeface="Archivo"/>
              </a:defRPr>
            </a:lvl6pPr>
            <a:lvl7pPr marL="1600200" lvl="6" indent="-190500">
              <a:spcBef>
                <a:spcPts val="0"/>
              </a:spcBef>
              <a:spcAft>
                <a:spcPts val="0"/>
              </a:spcAft>
              <a:buSzPts val="2400"/>
              <a:buFont typeface="Archivo"/>
              <a:buChar char="●"/>
              <a:defRPr sz="1200">
                <a:latin typeface="Archivo"/>
                <a:ea typeface="Archivo"/>
                <a:cs typeface="Archivo"/>
                <a:sym typeface="Archivo"/>
              </a:defRPr>
            </a:lvl7pPr>
            <a:lvl8pPr marL="1828800" lvl="7" indent="-190500">
              <a:spcBef>
                <a:spcPts val="0"/>
              </a:spcBef>
              <a:spcAft>
                <a:spcPts val="0"/>
              </a:spcAft>
              <a:buSzPts val="2400"/>
              <a:buFont typeface="Archivo"/>
              <a:buChar char="○"/>
              <a:defRPr sz="1200">
                <a:latin typeface="Archivo"/>
                <a:ea typeface="Archivo"/>
                <a:cs typeface="Archivo"/>
                <a:sym typeface="Archivo"/>
              </a:defRPr>
            </a:lvl8pPr>
            <a:lvl9pPr marL="2057400" lvl="8" indent="-190500">
              <a:spcBef>
                <a:spcPts val="0"/>
              </a:spcBef>
              <a:spcAft>
                <a:spcPts val="0"/>
              </a:spcAft>
              <a:buSzPts val="2400"/>
              <a:buFont typeface="Archivo"/>
              <a:buChar char="■"/>
              <a:defRPr sz="1200">
                <a:latin typeface="Archivo"/>
                <a:ea typeface="Archivo"/>
                <a:cs typeface="Archivo"/>
                <a:sym typeface="Archivo"/>
              </a:defRPr>
            </a:lvl9pPr>
          </a:lstStyle>
          <a:p>
            <a:endParaRPr/>
          </a:p>
        </p:txBody>
      </p:sp>
      <p:sp>
        <p:nvSpPr>
          <p:cNvPr id="702" name="Google Shape;702;p37"/>
          <p:cNvSpPr txBox="1">
            <a:spLocks noGrp="1"/>
          </p:cNvSpPr>
          <p:nvPr>
            <p:ph type="body" idx="2"/>
          </p:nvPr>
        </p:nvSpPr>
        <p:spPr>
          <a:xfrm>
            <a:off x="4793713" y="2218400"/>
            <a:ext cx="3893250" cy="1552650"/>
          </a:xfrm>
          <a:prstGeom prst="rect">
            <a:avLst/>
          </a:prstGeom>
          <a:noFill/>
          <a:ln>
            <a:noFill/>
          </a:ln>
        </p:spPr>
        <p:txBody>
          <a:bodyPr spcFirstLastPara="1" wrap="square" lIns="0" tIns="91425" rIns="91425" bIns="91425" anchor="t" anchorCtr="0">
            <a:noAutofit/>
          </a:bodyPr>
          <a:lstStyle>
            <a:lvl1pPr marL="228600" lvl="0" indent="-190500">
              <a:spcBef>
                <a:spcPts val="0"/>
              </a:spcBef>
              <a:spcAft>
                <a:spcPts val="0"/>
              </a:spcAft>
              <a:buSzPts val="2400"/>
              <a:buFont typeface="Archivo"/>
              <a:buChar char="■"/>
              <a:defRPr sz="1200">
                <a:latin typeface="Archivo"/>
                <a:ea typeface="Archivo"/>
                <a:cs typeface="Archivo"/>
                <a:sym typeface="Archivo"/>
              </a:defRPr>
            </a:lvl1pPr>
            <a:lvl2pPr marL="457200" lvl="1" indent="-190500">
              <a:spcBef>
                <a:spcPts val="0"/>
              </a:spcBef>
              <a:spcAft>
                <a:spcPts val="0"/>
              </a:spcAft>
              <a:buSzPts val="2400"/>
              <a:buFont typeface="Archivo"/>
              <a:buChar char="○"/>
              <a:defRPr sz="1200">
                <a:latin typeface="Archivo"/>
                <a:ea typeface="Archivo"/>
                <a:cs typeface="Archivo"/>
                <a:sym typeface="Archivo"/>
              </a:defRPr>
            </a:lvl2pPr>
            <a:lvl3pPr marL="685800" lvl="2" indent="-190500">
              <a:spcBef>
                <a:spcPts val="0"/>
              </a:spcBef>
              <a:spcAft>
                <a:spcPts val="0"/>
              </a:spcAft>
              <a:buSzPts val="2400"/>
              <a:buFont typeface="Archivo"/>
              <a:buChar char="■"/>
              <a:defRPr sz="1200">
                <a:latin typeface="Archivo"/>
                <a:ea typeface="Archivo"/>
                <a:cs typeface="Archivo"/>
                <a:sym typeface="Archivo"/>
              </a:defRPr>
            </a:lvl3pPr>
            <a:lvl4pPr marL="914400" lvl="3" indent="-190500">
              <a:spcBef>
                <a:spcPts val="0"/>
              </a:spcBef>
              <a:spcAft>
                <a:spcPts val="0"/>
              </a:spcAft>
              <a:buSzPts val="2400"/>
              <a:buFont typeface="Archivo"/>
              <a:buChar char="●"/>
              <a:defRPr sz="1200">
                <a:latin typeface="Archivo"/>
                <a:ea typeface="Archivo"/>
                <a:cs typeface="Archivo"/>
                <a:sym typeface="Archivo"/>
              </a:defRPr>
            </a:lvl4pPr>
            <a:lvl5pPr marL="1143000" lvl="4" indent="-190500">
              <a:spcBef>
                <a:spcPts val="0"/>
              </a:spcBef>
              <a:spcAft>
                <a:spcPts val="0"/>
              </a:spcAft>
              <a:buSzPts val="2400"/>
              <a:buFont typeface="Archivo"/>
              <a:buChar char="○"/>
              <a:defRPr sz="1200">
                <a:latin typeface="Archivo"/>
                <a:ea typeface="Archivo"/>
                <a:cs typeface="Archivo"/>
                <a:sym typeface="Archivo"/>
              </a:defRPr>
            </a:lvl5pPr>
            <a:lvl6pPr marL="1371600" lvl="5" indent="-190500">
              <a:spcBef>
                <a:spcPts val="0"/>
              </a:spcBef>
              <a:spcAft>
                <a:spcPts val="0"/>
              </a:spcAft>
              <a:buSzPts val="2400"/>
              <a:buFont typeface="Archivo"/>
              <a:buChar char="■"/>
              <a:defRPr sz="1200">
                <a:latin typeface="Archivo"/>
                <a:ea typeface="Archivo"/>
                <a:cs typeface="Archivo"/>
                <a:sym typeface="Archivo"/>
              </a:defRPr>
            </a:lvl6pPr>
            <a:lvl7pPr marL="1600200" lvl="6" indent="-190500">
              <a:spcBef>
                <a:spcPts val="0"/>
              </a:spcBef>
              <a:spcAft>
                <a:spcPts val="0"/>
              </a:spcAft>
              <a:buSzPts val="2400"/>
              <a:buFont typeface="Archivo"/>
              <a:buChar char="●"/>
              <a:defRPr sz="1200">
                <a:latin typeface="Archivo"/>
                <a:ea typeface="Archivo"/>
                <a:cs typeface="Archivo"/>
                <a:sym typeface="Archivo"/>
              </a:defRPr>
            </a:lvl7pPr>
            <a:lvl8pPr marL="1828800" lvl="7" indent="-190500">
              <a:spcBef>
                <a:spcPts val="0"/>
              </a:spcBef>
              <a:spcAft>
                <a:spcPts val="0"/>
              </a:spcAft>
              <a:buSzPts val="2400"/>
              <a:buFont typeface="Archivo"/>
              <a:buChar char="○"/>
              <a:defRPr sz="1200">
                <a:latin typeface="Archivo"/>
                <a:ea typeface="Archivo"/>
                <a:cs typeface="Archivo"/>
                <a:sym typeface="Archivo"/>
              </a:defRPr>
            </a:lvl8pPr>
            <a:lvl9pPr marL="2057400" lvl="8" indent="-190500">
              <a:spcBef>
                <a:spcPts val="0"/>
              </a:spcBef>
              <a:spcAft>
                <a:spcPts val="0"/>
              </a:spcAft>
              <a:buSzPts val="2400"/>
              <a:buFont typeface="Archivo"/>
              <a:buChar char="■"/>
              <a:defRPr sz="1200">
                <a:latin typeface="Archivo"/>
                <a:ea typeface="Archivo"/>
                <a:cs typeface="Archivo"/>
                <a:sym typeface="Archivo"/>
              </a:defRPr>
            </a:lvl9pPr>
          </a:lstStyle>
          <a:p>
            <a:endParaRPr/>
          </a:p>
        </p:txBody>
      </p:sp>
    </p:spTree>
    <p:extLst>
      <p:ext uri="{BB962C8B-B14F-4D97-AF65-F5344CB8AC3E}">
        <p14:creationId xmlns:p14="http://schemas.microsoft.com/office/powerpoint/2010/main" val="2245930250"/>
      </p:ext>
    </p:extLst>
  </p:cSld>
  <p:clrMapOvr>
    <a:masterClrMapping/>
  </p:clrMapOvr>
  <p:extLst>
    <p:ext uri="{DCECCB84-F9BA-43D5-87BE-67443E8EF086}">
      <p15:sldGuideLst xmlns:p15="http://schemas.microsoft.com/office/powerpoint/2012/main">
        <p15:guide id="1" orient="horz" pos="2051">
          <p15:clr>
            <a:srgbClr val="FA7B17"/>
          </p15:clr>
        </p15:guide>
        <p15:guide id="2" orient="horz" pos="2555">
          <p15:clr>
            <a:srgbClr val="FA7B17"/>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Diseño base + iconos 2">
  <p:cSld name="Diseño base + iconos 2">
    <p:spTree>
      <p:nvGrpSpPr>
        <p:cNvPr id="1" name="Shape 703"/>
        <p:cNvGrpSpPr/>
        <p:nvPr/>
      </p:nvGrpSpPr>
      <p:grpSpPr>
        <a:xfrm>
          <a:off x="0" y="0"/>
          <a:ext cx="0" cy="0"/>
          <a:chOff x="0" y="0"/>
          <a:chExt cx="0" cy="0"/>
        </a:xfrm>
      </p:grpSpPr>
      <p:sp>
        <p:nvSpPr>
          <p:cNvPr id="704" name="Google Shape;704;p38"/>
          <p:cNvSpPr txBox="1">
            <a:spLocks noGrp="1"/>
          </p:cNvSpPr>
          <p:nvPr>
            <p:ph type="title"/>
          </p:nvPr>
        </p:nvSpPr>
        <p:spPr>
          <a:xfrm>
            <a:off x="456975" y="1243538"/>
            <a:ext cx="8289600" cy="384750"/>
          </a:xfrm>
          <a:prstGeom prst="rect">
            <a:avLst/>
          </a:prstGeom>
          <a:noFill/>
          <a:ln>
            <a:noFill/>
          </a:ln>
        </p:spPr>
        <p:txBody>
          <a:bodyPr spcFirstLastPara="1" wrap="square" lIns="0" tIns="91425" rIns="91425" bIns="91425" anchor="t" anchorCtr="0">
            <a:noAutofit/>
          </a:bodyPr>
          <a:lstStyle>
            <a:lvl1pPr lvl="0">
              <a:spcBef>
                <a:spcPts val="0"/>
              </a:spcBef>
              <a:spcAft>
                <a:spcPts val="0"/>
              </a:spcAft>
              <a:buSzPts val="5000"/>
              <a:buFont typeface="Montserrat Medium"/>
              <a:buNone/>
              <a:defRPr sz="2500">
                <a:latin typeface="Montserrat Medium"/>
                <a:ea typeface="Montserrat Medium"/>
                <a:cs typeface="Montserrat Medium"/>
                <a:sym typeface="Montserrat Medium"/>
              </a:defRPr>
            </a:lvl1pPr>
            <a:lvl2pPr lvl="1">
              <a:spcBef>
                <a:spcPts val="0"/>
              </a:spcBef>
              <a:spcAft>
                <a:spcPts val="0"/>
              </a:spcAft>
              <a:buSzPts val="1400"/>
              <a:buFont typeface="Montserrat Medium"/>
              <a:buNone/>
              <a:defRPr>
                <a:latin typeface="Montserrat Medium"/>
                <a:ea typeface="Montserrat Medium"/>
                <a:cs typeface="Montserrat Medium"/>
                <a:sym typeface="Montserrat Medium"/>
              </a:defRPr>
            </a:lvl2pPr>
            <a:lvl3pPr lvl="2">
              <a:spcBef>
                <a:spcPts val="0"/>
              </a:spcBef>
              <a:spcAft>
                <a:spcPts val="0"/>
              </a:spcAft>
              <a:buSzPts val="1400"/>
              <a:buFont typeface="Montserrat Medium"/>
              <a:buNone/>
              <a:defRPr>
                <a:latin typeface="Montserrat Medium"/>
                <a:ea typeface="Montserrat Medium"/>
                <a:cs typeface="Montserrat Medium"/>
                <a:sym typeface="Montserrat Medium"/>
              </a:defRPr>
            </a:lvl3pPr>
            <a:lvl4pPr lvl="3">
              <a:spcBef>
                <a:spcPts val="0"/>
              </a:spcBef>
              <a:spcAft>
                <a:spcPts val="0"/>
              </a:spcAft>
              <a:buSzPts val="1400"/>
              <a:buFont typeface="Montserrat Medium"/>
              <a:buNone/>
              <a:defRPr>
                <a:latin typeface="Montserrat Medium"/>
                <a:ea typeface="Montserrat Medium"/>
                <a:cs typeface="Montserrat Medium"/>
                <a:sym typeface="Montserrat Medium"/>
              </a:defRPr>
            </a:lvl4pPr>
            <a:lvl5pPr lvl="4">
              <a:spcBef>
                <a:spcPts val="0"/>
              </a:spcBef>
              <a:spcAft>
                <a:spcPts val="0"/>
              </a:spcAft>
              <a:buSzPts val="1400"/>
              <a:buFont typeface="Montserrat Medium"/>
              <a:buNone/>
              <a:defRPr>
                <a:latin typeface="Montserrat Medium"/>
                <a:ea typeface="Montserrat Medium"/>
                <a:cs typeface="Montserrat Medium"/>
                <a:sym typeface="Montserrat Medium"/>
              </a:defRPr>
            </a:lvl5pPr>
            <a:lvl6pPr lvl="5">
              <a:spcBef>
                <a:spcPts val="0"/>
              </a:spcBef>
              <a:spcAft>
                <a:spcPts val="0"/>
              </a:spcAft>
              <a:buSzPts val="1400"/>
              <a:buFont typeface="Montserrat Medium"/>
              <a:buNone/>
              <a:defRPr>
                <a:latin typeface="Montserrat Medium"/>
                <a:ea typeface="Montserrat Medium"/>
                <a:cs typeface="Montserrat Medium"/>
                <a:sym typeface="Montserrat Medium"/>
              </a:defRPr>
            </a:lvl6pPr>
            <a:lvl7pPr lvl="6">
              <a:spcBef>
                <a:spcPts val="0"/>
              </a:spcBef>
              <a:spcAft>
                <a:spcPts val="0"/>
              </a:spcAft>
              <a:buSzPts val="1400"/>
              <a:buFont typeface="Montserrat Medium"/>
              <a:buNone/>
              <a:defRPr>
                <a:latin typeface="Montserrat Medium"/>
                <a:ea typeface="Montserrat Medium"/>
                <a:cs typeface="Montserrat Medium"/>
                <a:sym typeface="Montserrat Medium"/>
              </a:defRPr>
            </a:lvl7pPr>
            <a:lvl8pPr lvl="7">
              <a:spcBef>
                <a:spcPts val="0"/>
              </a:spcBef>
              <a:spcAft>
                <a:spcPts val="0"/>
              </a:spcAft>
              <a:buSzPts val="1400"/>
              <a:buFont typeface="Montserrat Medium"/>
              <a:buNone/>
              <a:defRPr>
                <a:latin typeface="Montserrat Medium"/>
                <a:ea typeface="Montserrat Medium"/>
                <a:cs typeface="Montserrat Medium"/>
                <a:sym typeface="Montserrat Medium"/>
              </a:defRPr>
            </a:lvl8pPr>
            <a:lvl9pPr lvl="8">
              <a:spcBef>
                <a:spcPts val="0"/>
              </a:spcBef>
              <a:spcAft>
                <a:spcPts val="0"/>
              </a:spcAft>
              <a:buSzPts val="1400"/>
              <a:buFont typeface="Montserrat Medium"/>
              <a:buNone/>
              <a:defRPr>
                <a:latin typeface="Montserrat Medium"/>
                <a:ea typeface="Montserrat Medium"/>
                <a:cs typeface="Montserrat Medium"/>
                <a:sym typeface="Montserrat Medium"/>
              </a:defRPr>
            </a:lvl9pPr>
          </a:lstStyle>
          <a:p>
            <a:endParaRPr/>
          </a:p>
        </p:txBody>
      </p:sp>
      <p:sp>
        <p:nvSpPr>
          <p:cNvPr id="705" name="Google Shape;705;p38"/>
          <p:cNvSpPr txBox="1">
            <a:spLocks noGrp="1"/>
          </p:cNvSpPr>
          <p:nvPr>
            <p:ph type="body" idx="1"/>
          </p:nvPr>
        </p:nvSpPr>
        <p:spPr>
          <a:xfrm>
            <a:off x="457988" y="2218400"/>
            <a:ext cx="3893250" cy="1552650"/>
          </a:xfrm>
          <a:prstGeom prst="rect">
            <a:avLst/>
          </a:prstGeom>
          <a:noFill/>
          <a:ln>
            <a:noFill/>
          </a:ln>
        </p:spPr>
        <p:txBody>
          <a:bodyPr spcFirstLastPara="1" wrap="square" lIns="0" tIns="91425" rIns="91425" bIns="91425" anchor="t" anchorCtr="0">
            <a:noAutofit/>
          </a:bodyPr>
          <a:lstStyle>
            <a:lvl1pPr marL="228600" lvl="0" indent="-190500">
              <a:spcBef>
                <a:spcPts val="0"/>
              </a:spcBef>
              <a:spcAft>
                <a:spcPts val="0"/>
              </a:spcAft>
              <a:buSzPts val="2400"/>
              <a:buFont typeface="Archivo"/>
              <a:buChar char="■"/>
              <a:defRPr sz="1200">
                <a:latin typeface="Archivo"/>
                <a:ea typeface="Archivo"/>
                <a:cs typeface="Archivo"/>
                <a:sym typeface="Archivo"/>
              </a:defRPr>
            </a:lvl1pPr>
            <a:lvl2pPr marL="457200" lvl="1" indent="-190500">
              <a:spcBef>
                <a:spcPts val="0"/>
              </a:spcBef>
              <a:spcAft>
                <a:spcPts val="0"/>
              </a:spcAft>
              <a:buSzPts val="2400"/>
              <a:buFont typeface="Archivo"/>
              <a:buChar char="○"/>
              <a:defRPr sz="1200">
                <a:latin typeface="Archivo"/>
                <a:ea typeface="Archivo"/>
                <a:cs typeface="Archivo"/>
                <a:sym typeface="Archivo"/>
              </a:defRPr>
            </a:lvl2pPr>
            <a:lvl3pPr marL="685800" lvl="2" indent="-190500">
              <a:spcBef>
                <a:spcPts val="0"/>
              </a:spcBef>
              <a:spcAft>
                <a:spcPts val="0"/>
              </a:spcAft>
              <a:buSzPts val="2400"/>
              <a:buFont typeface="Archivo"/>
              <a:buChar char="■"/>
              <a:defRPr sz="1200">
                <a:latin typeface="Archivo"/>
                <a:ea typeface="Archivo"/>
                <a:cs typeface="Archivo"/>
                <a:sym typeface="Archivo"/>
              </a:defRPr>
            </a:lvl3pPr>
            <a:lvl4pPr marL="914400" lvl="3" indent="-190500">
              <a:spcBef>
                <a:spcPts val="0"/>
              </a:spcBef>
              <a:spcAft>
                <a:spcPts val="0"/>
              </a:spcAft>
              <a:buSzPts val="2400"/>
              <a:buFont typeface="Archivo"/>
              <a:buChar char="●"/>
              <a:defRPr sz="1200">
                <a:latin typeface="Archivo"/>
                <a:ea typeface="Archivo"/>
                <a:cs typeface="Archivo"/>
                <a:sym typeface="Archivo"/>
              </a:defRPr>
            </a:lvl4pPr>
            <a:lvl5pPr marL="1143000" lvl="4" indent="-190500">
              <a:spcBef>
                <a:spcPts val="0"/>
              </a:spcBef>
              <a:spcAft>
                <a:spcPts val="0"/>
              </a:spcAft>
              <a:buSzPts val="2400"/>
              <a:buFont typeface="Archivo"/>
              <a:buChar char="○"/>
              <a:defRPr sz="1200">
                <a:latin typeface="Archivo"/>
                <a:ea typeface="Archivo"/>
                <a:cs typeface="Archivo"/>
                <a:sym typeface="Archivo"/>
              </a:defRPr>
            </a:lvl5pPr>
            <a:lvl6pPr marL="1371600" lvl="5" indent="-190500">
              <a:spcBef>
                <a:spcPts val="0"/>
              </a:spcBef>
              <a:spcAft>
                <a:spcPts val="0"/>
              </a:spcAft>
              <a:buSzPts val="2400"/>
              <a:buFont typeface="Archivo"/>
              <a:buChar char="■"/>
              <a:defRPr sz="1200">
                <a:latin typeface="Archivo"/>
                <a:ea typeface="Archivo"/>
                <a:cs typeface="Archivo"/>
                <a:sym typeface="Archivo"/>
              </a:defRPr>
            </a:lvl6pPr>
            <a:lvl7pPr marL="1600200" lvl="6" indent="-190500">
              <a:spcBef>
                <a:spcPts val="0"/>
              </a:spcBef>
              <a:spcAft>
                <a:spcPts val="0"/>
              </a:spcAft>
              <a:buSzPts val="2400"/>
              <a:buFont typeface="Archivo"/>
              <a:buChar char="●"/>
              <a:defRPr sz="1200">
                <a:latin typeface="Archivo"/>
                <a:ea typeface="Archivo"/>
                <a:cs typeface="Archivo"/>
                <a:sym typeface="Archivo"/>
              </a:defRPr>
            </a:lvl7pPr>
            <a:lvl8pPr marL="1828800" lvl="7" indent="-190500">
              <a:spcBef>
                <a:spcPts val="0"/>
              </a:spcBef>
              <a:spcAft>
                <a:spcPts val="0"/>
              </a:spcAft>
              <a:buSzPts val="2400"/>
              <a:buFont typeface="Archivo"/>
              <a:buChar char="○"/>
              <a:defRPr sz="1200">
                <a:latin typeface="Archivo"/>
                <a:ea typeface="Archivo"/>
                <a:cs typeface="Archivo"/>
                <a:sym typeface="Archivo"/>
              </a:defRPr>
            </a:lvl8pPr>
            <a:lvl9pPr marL="2057400" lvl="8" indent="-190500">
              <a:spcBef>
                <a:spcPts val="0"/>
              </a:spcBef>
              <a:spcAft>
                <a:spcPts val="0"/>
              </a:spcAft>
              <a:buSzPts val="2400"/>
              <a:buFont typeface="Archivo"/>
              <a:buChar char="■"/>
              <a:defRPr sz="1200">
                <a:latin typeface="Archivo"/>
                <a:ea typeface="Archivo"/>
                <a:cs typeface="Archivo"/>
                <a:sym typeface="Archivo"/>
              </a:defRPr>
            </a:lvl9pPr>
          </a:lstStyle>
          <a:p>
            <a:endParaRPr/>
          </a:p>
        </p:txBody>
      </p:sp>
      <p:sp>
        <p:nvSpPr>
          <p:cNvPr id="706" name="Google Shape;706;p38"/>
          <p:cNvSpPr/>
          <p:nvPr/>
        </p:nvSpPr>
        <p:spPr>
          <a:xfrm flipH="1">
            <a:off x="8481798" y="1226700"/>
            <a:ext cx="1437600" cy="1505700"/>
          </a:xfrm>
          <a:prstGeom prst="arc">
            <a:avLst>
              <a:gd name="adj1" fmla="val 16200000"/>
              <a:gd name="adj2" fmla="val 0"/>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a:solidFill>
                <a:srgbClr val="FFFFFF"/>
              </a:solidFill>
            </a:endParaRPr>
          </a:p>
        </p:txBody>
      </p:sp>
      <p:cxnSp>
        <p:nvCxnSpPr>
          <p:cNvPr id="707" name="Google Shape;707;p38"/>
          <p:cNvCxnSpPr>
            <a:stCxn id="706" idx="2"/>
          </p:cNvCxnSpPr>
          <p:nvPr/>
        </p:nvCxnSpPr>
        <p:spPr>
          <a:xfrm>
            <a:off x="8481798" y="1979550"/>
            <a:ext cx="0" cy="3221100"/>
          </a:xfrm>
          <a:prstGeom prst="straightConnector1">
            <a:avLst/>
          </a:prstGeom>
          <a:noFill/>
          <a:ln w="28575" cap="flat" cmpd="sng">
            <a:solidFill>
              <a:srgbClr val="263238"/>
            </a:solidFill>
            <a:prstDash val="solid"/>
            <a:round/>
            <a:headEnd type="none" w="med" len="med"/>
            <a:tailEnd type="none" w="med" len="med"/>
          </a:ln>
        </p:spPr>
      </p:cxnSp>
      <p:sp>
        <p:nvSpPr>
          <p:cNvPr id="708" name="Google Shape;708;p38"/>
          <p:cNvSpPr/>
          <p:nvPr/>
        </p:nvSpPr>
        <p:spPr>
          <a:xfrm rot="10800000" flipH="1">
            <a:off x="0" y="1038138"/>
            <a:ext cx="66600" cy="4106700"/>
          </a:xfrm>
          <a:prstGeom prst="rect">
            <a:avLst/>
          </a:prstGeom>
          <a:solidFill>
            <a:schemeClr val="accent3"/>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solidFill>
                <a:srgbClr val="8A6DF1"/>
              </a:solidFill>
            </a:endParaRPr>
          </a:p>
        </p:txBody>
      </p:sp>
    </p:spTree>
    <p:extLst>
      <p:ext uri="{BB962C8B-B14F-4D97-AF65-F5344CB8AC3E}">
        <p14:creationId xmlns:p14="http://schemas.microsoft.com/office/powerpoint/2010/main" val="2807367406"/>
      </p:ext>
    </p:extLst>
  </p:cSld>
  <p:clrMapOvr>
    <a:masterClrMapping/>
  </p:clrMapOvr>
  <p:extLst>
    <p:ext uri="{DCECCB84-F9BA-43D5-87BE-67443E8EF086}">
      <p15:sldGuideLst xmlns:p15="http://schemas.microsoft.com/office/powerpoint/2012/main">
        <p15:guide id="1" orient="horz" pos="2051">
          <p15:clr>
            <a:srgbClr val="FA7B17"/>
          </p15:clr>
        </p15:guide>
        <p15:guide id="2" orient="horz" pos="2555">
          <p15:clr>
            <a:srgbClr val="FA7B17"/>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Diseño base + iconos 3">
  <p:cSld name="Diseño base + iconos 3">
    <p:spTree>
      <p:nvGrpSpPr>
        <p:cNvPr id="1" name="Shape 709"/>
        <p:cNvGrpSpPr/>
        <p:nvPr/>
      </p:nvGrpSpPr>
      <p:grpSpPr>
        <a:xfrm>
          <a:off x="0" y="0"/>
          <a:ext cx="0" cy="0"/>
          <a:chOff x="0" y="0"/>
          <a:chExt cx="0" cy="0"/>
        </a:xfrm>
      </p:grpSpPr>
      <p:sp>
        <p:nvSpPr>
          <p:cNvPr id="710" name="Google Shape;710;p39"/>
          <p:cNvSpPr/>
          <p:nvPr/>
        </p:nvSpPr>
        <p:spPr>
          <a:xfrm>
            <a:off x="0" y="0"/>
            <a:ext cx="4350150" cy="5143500"/>
          </a:xfrm>
          <a:prstGeom prst="rect">
            <a:avLst/>
          </a:pr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711" name="Google Shape;711;p39"/>
          <p:cNvSpPr txBox="1">
            <a:spLocks noGrp="1"/>
          </p:cNvSpPr>
          <p:nvPr>
            <p:ph type="title"/>
          </p:nvPr>
        </p:nvSpPr>
        <p:spPr>
          <a:xfrm>
            <a:off x="456975" y="1243537"/>
            <a:ext cx="3262350" cy="922200"/>
          </a:xfrm>
          <a:prstGeom prst="rect">
            <a:avLst/>
          </a:prstGeom>
          <a:noFill/>
          <a:ln>
            <a:noFill/>
          </a:ln>
        </p:spPr>
        <p:txBody>
          <a:bodyPr spcFirstLastPara="1" wrap="square" lIns="0" tIns="91425" rIns="91425" bIns="91425" anchor="t" anchorCtr="0">
            <a:noAutofit/>
          </a:bodyPr>
          <a:lstStyle>
            <a:lvl1pPr lvl="0">
              <a:spcBef>
                <a:spcPts val="0"/>
              </a:spcBef>
              <a:spcAft>
                <a:spcPts val="0"/>
              </a:spcAft>
              <a:buClr>
                <a:srgbClr val="FFFFFF"/>
              </a:buClr>
              <a:buSzPts val="5000"/>
              <a:buFont typeface="Montserrat Medium"/>
              <a:buNone/>
              <a:defRPr sz="2500">
                <a:solidFill>
                  <a:srgbClr val="FFFFFF"/>
                </a:solidFill>
                <a:latin typeface="Montserrat Medium"/>
                <a:ea typeface="Montserrat Medium"/>
                <a:cs typeface="Montserrat Medium"/>
                <a:sym typeface="Montserrat Medium"/>
              </a:defRPr>
            </a:lvl1pPr>
            <a:lvl2pPr lvl="1">
              <a:spcBef>
                <a:spcPts val="0"/>
              </a:spcBef>
              <a:spcAft>
                <a:spcPts val="0"/>
              </a:spcAft>
              <a:buClr>
                <a:srgbClr val="FFFFFF"/>
              </a:buClr>
              <a:buSzPts val="5000"/>
              <a:buFont typeface="Montserrat Medium"/>
              <a:buNone/>
              <a:defRPr sz="2500">
                <a:solidFill>
                  <a:srgbClr val="FFFFFF"/>
                </a:solidFill>
                <a:latin typeface="Montserrat Medium"/>
                <a:ea typeface="Montserrat Medium"/>
                <a:cs typeface="Montserrat Medium"/>
                <a:sym typeface="Montserrat Medium"/>
              </a:defRPr>
            </a:lvl2pPr>
            <a:lvl3pPr lvl="2">
              <a:spcBef>
                <a:spcPts val="0"/>
              </a:spcBef>
              <a:spcAft>
                <a:spcPts val="0"/>
              </a:spcAft>
              <a:buClr>
                <a:srgbClr val="FFFFFF"/>
              </a:buClr>
              <a:buSzPts val="5000"/>
              <a:buFont typeface="Montserrat Medium"/>
              <a:buNone/>
              <a:defRPr sz="2500">
                <a:solidFill>
                  <a:srgbClr val="FFFFFF"/>
                </a:solidFill>
                <a:latin typeface="Montserrat Medium"/>
                <a:ea typeface="Montserrat Medium"/>
                <a:cs typeface="Montserrat Medium"/>
                <a:sym typeface="Montserrat Medium"/>
              </a:defRPr>
            </a:lvl3pPr>
            <a:lvl4pPr lvl="3">
              <a:spcBef>
                <a:spcPts val="0"/>
              </a:spcBef>
              <a:spcAft>
                <a:spcPts val="0"/>
              </a:spcAft>
              <a:buClr>
                <a:srgbClr val="FFFFFF"/>
              </a:buClr>
              <a:buSzPts val="5000"/>
              <a:buFont typeface="Montserrat Medium"/>
              <a:buNone/>
              <a:defRPr sz="2500">
                <a:solidFill>
                  <a:srgbClr val="FFFFFF"/>
                </a:solidFill>
                <a:latin typeface="Montserrat Medium"/>
                <a:ea typeface="Montserrat Medium"/>
                <a:cs typeface="Montserrat Medium"/>
                <a:sym typeface="Montserrat Medium"/>
              </a:defRPr>
            </a:lvl4pPr>
            <a:lvl5pPr lvl="4">
              <a:spcBef>
                <a:spcPts val="0"/>
              </a:spcBef>
              <a:spcAft>
                <a:spcPts val="0"/>
              </a:spcAft>
              <a:buClr>
                <a:srgbClr val="FFFFFF"/>
              </a:buClr>
              <a:buSzPts val="5000"/>
              <a:buFont typeface="Montserrat Medium"/>
              <a:buNone/>
              <a:defRPr sz="2500">
                <a:solidFill>
                  <a:srgbClr val="FFFFFF"/>
                </a:solidFill>
                <a:latin typeface="Montserrat Medium"/>
                <a:ea typeface="Montserrat Medium"/>
                <a:cs typeface="Montserrat Medium"/>
                <a:sym typeface="Montserrat Medium"/>
              </a:defRPr>
            </a:lvl5pPr>
            <a:lvl6pPr lvl="5">
              <a:spcBef>
                <a:spcPts val="0"/>
              </a:spcBef>
              <a:spcAft>
                <a:spcPts val="0"/>
              </a:spcAft>
              <a:buClr>
                <a:srgbClr val="FFFFFF"/>
              </a:buClr>
              <a:buSzPts val="5000"/>
              <a:buFont typeface="Montserrat Medium"/>
              <a:buNone/>
              <a:defRPr sz="2500">
                <a:solidFill>
                  <a:srgbClr val="FFFFFF"/>
                </a:solidFill>
                <a:latin typeface="Montserrat Medium"/>
                <a:ea typeface="Montserrat Medium"/>
                <a:cs typeface="Montserrat Medium"/>
                <a:sym typeface="Montserrat Medium"/>
              </a:defRPr>
            </a:lvl6pPr>
            <a:lvl7pPr lvl="6">
              <a:spcBef>
                <a:spcPts val="0"/>
              </a:spcBef>
              <a:spcAft>
                <a:spcPts val="0"/>
              </a:spcAft>
              <a:buClr>
                <a:srgbClr val="FFFFFF"/>
              </a:buClr>
              <a:buSzPts val="5000"/>
              <a:buFont typeface="Montserrat Medium"/>
              <a:buNone/>
              <a:defRPr sz="2500">
                <a:solidFill>
                  <a:srgbClr val="FFFFFF"/>
                </a:solidFill>
                <a:latin typeface="Montserrat Medium"/>
                <a:ea typeface="Montserrat Medium"/>
                <a:cs typeface="Montserrat Medium"/>
                <a:sym typeface="Montserrat Medium"/>
              </a:defRPr>
            </a:lvl7pPr>
            <a:lvl8pPr lvl="7">
              <a:spcBef>
                <a:spcPts val="0"/>
              </a:spcBef>
              <a:spcAft>
                <a:spcPts val="0"/>
              </a:spcAft>
              <a:buClr>
                <a:srgbClr val="FFFFFF"/>
              </a:buClr>
              <a:buSzPts val="5000"/>
              <a:buFont typeface="Montserrat Medium"/>
              <a:buNone/>
              <a:defRPr sz="2500">
                <a:solidFill>
                  <a:srgbClr val="FFFFFF"/>
                </a:solidFill>
                <a:latin typeface="Montserrat Medium"/>
                <a:ea typeface="Montserrat Medium"/>
                <a:cs typeface="Montserrat Medium"/>
                <a:sym typeface="Montserrat Medium"/>
              </a:defRPr>
            </a:lvl8pPr>
            <a:lvl9pPr lvl="8">
              <a:spcBef>
                <a:spcPts val="0"/>
              </a:spcBef>
              <a:spcAft>
                <a:spcPts val="0"/>
              </a:spcAft>
              <a:buClr>
                <a:srgbClr val="FFFFFF"/>
              </a:buClr>
              <a:buSzPts val="5000"/>
              <a:buFont typeface="Montserrat Medium"/>
              <a:buNone/>
              <a:defRPr sz="2500">
                <a:solidFill>
                  <a:srgbClr val="FFFFFF"/>
                </a:solidFill>
                <a:latin typeface="Montserrat Medium"/>
                <a:ea typeface="Montserrat Medium"/>
                <a:cs typeface="Montserrat Medium"/>
                <a:sym typeface="Montserrat Medium"/>
              </a:defRPr>
            </a:lvl9pPr>
          </a:lstStyle>
          <a:p>
            <a:endParaRPr/>
          </a:p>
        </p:txBody>
      </p:sp>
      <p:sp>
        <p:nvSpPr>
          <p:cNvPr id="712" name="Google Shape;712;p39"/>
          <p:cNvSpPr txBox="1">
            <a:spLocks noGrp="1"/>
          </p:cNvSpPr>
          <p:nvPr>
            <p:ph type="body" idx="1"/>
          </p:nvPr>
        </p:nvSpPr>
        <p:spPr>
          <a:xfrm>
            <a:off x="457988" y="2218400"/>
            <a:ext cx="3567300" cy="2395500"/>
          </a:xfrm>
          <a:prstGeom prst="rect">
            <a:avLst/>
          </a:prstGeom>
          <a:noFill/>
          <a:ln>
            <a:noFill/>
          </a:ln>
        </p:spPr>
        <p:txBody>
          <a:bodyPr spcFirstLastPara="1" wrap="square" lIns="0" tIns="91425" rIns="91425" bIns="91425" anchor="t" anchorCtr="0">
            <a:noAutofit/>
          </a:bodyPr>
          <a:lstStyle>
            <a:lvl1pPr marL="228600" lvl="0" indent="-190500">
              <a:spcBef>
                <a:spcPts val="0"/>
              </a:spcBef>
              <a:spcAft>
                <a:spcPts val="0"/>
              </a:spcAft>
              <a:buClr>
                <a:srgbClr val="FFFFFF"/>
              </a:buClr>
              <a:buSzPts val="2400"/>
              <a:buFont typeface="Archivo"/>
              <a:buChar char="■"/>
              <a:defRPr sz="1200">
                <a:solidFill>
                  <a:srgbClr val="FFFFFF"/>
                </a:solidFill>
                <a:latin typeface="Archivo"/>
                <a:ea typeface="Archivo"/>
                <a:cs typeface="Archivo"/>
                <a:sym typeface="Archivo"/>
              </a:defRPr>
            </a:lvl1pPr>
            <a:lvl2pPr marL="457200" lvl="1" indent="-190500">
              <a:spcBef>
                <a:spcPts val="0"/>
              </a:spcBef>
              <a:spcAft>
                <a:spcPts val="0"/>
              </a:spcAft>
              <a:buClr>
                <a:srgbClr val="FFFFFF"/>
              </a:buClr>
              <a:buSzPts val="2400"/>
              <a:buFont typeface="Archivo"/>
              <a:buChar char="○"/>
              <a:defRPr sz="1200">
                <a:solidFill>
                  <a:srgbClr val="FFFFFF"/>
                </a:solidFill>
                <a:latin typeface="Archivo"/>
                <a:ea typeface="Archivo"/>
                <a:cs typeface="Archivo"/>
                <a:sym typeface="Archivo"/>
              </a:defRPr>
            </a:lvl2pPr>
            <a:lvl3pPr marL="685800" lvl="2" indent="-190500">
              <a:spcBef>
                <a:spcPts val="0"/>
              </a:spcBef>
              <a:spcAft>
                <a:spcPts val="0"/>
              </a:spcAft>
              <a:buClr>
                <a:srgbClr val="FFFFFF"/>
              </a:buClr>
              <a:buSzPts val="2400"/>
              <a:buFont typeface="Archivo"/>
              <a:buChar char="■"/>
              <a:defRPr sz="1200">
                <a:solidFill>
                  <a:srgbClr val="FFFFFF"/>
                </a:solidFill>
                <a:latin typeface="Archivo"/>
                <a:ea typeface="Archivo"/>
                <a:cs typeface="Archivo"/>
                <a:sym typeface="Archivo"/>
              </a:defRPr>
            </a:lvl3pPr>
            <a:lvl4pPr marL="914400" lvl="3" indent="-190500">
              <a:spcBef>
                <a:spcPts val="0"/>
              </a:spcBef>
              <a:spcAft>
                <a:spcPts val="0"/>
              </a:spcAft>
              <a:buClr>
                <a:srgbClr val="FFFFFF"/>
              </a:buClr>
              <a:buSzPts val="2400"/>
              <a:buFont typeface="Archivo"/>
              <a:buChar char="●"/>
              <a:defRPr sz="1200">
                <a:solidFill>
                  <a:srgbClr val="FFFFFF"/>
                </a:solidFill>
                <a:latin typeface="Archivo"/>
                <a:ea typeface="Archivo"/>
                <a:cs typeface="Archivo"/>
                <a:sym typeface="Archivo"/>
              </a:defRPr>
            </a:lvl4pPr>
            <a:lvl5pPr marL="1143000" lvl="4" indent="-190500">
              <a:spcBef>
                <a:spcPts val="0"/>
              </a:spcBef>
              <a:spcAft>
                <a:spcPts val="0"/>
              </a:spcAft>
              <a:buClr>
                <a:srgbClr val="FFFFFF"/>
              </a:buClr>
              <a:buSzPts val="2400"/>
              <a:buFont typeface="Archivo"/>
              <a:buChar char="○"/>
              <a:defRPr sz="1200">
                <a:solidFill>
                  <a:srgbClr val="FFFFFF"/>
                </a:solidFill>
                <a:latin typeface="Archivo"/>
                <a:ea typeface="Archivo"/>
                <a:cs typeface="Archivo"/>
                <a:sym typeface="Archivo"/>
              </a:defRPr>
            </a:lvl5pPr>
            <a:lvl6pPr marL="1371600" lvl="5" indent="-190500">
              <a:spcBef>
                <a:spcPts val="0"/>
              </a:spcBef>
              <a:spcAft>
                <a:spcPts val="0"/>
              </a:spcAft>
              <a:buClr>
                <a:srgbClr val="FFFFFF"/>
              </a:buClr>
              <a:buSzPts val="2400"/>
              <a:buFont typeface="Archivo"/>
              <a:buChar char="■"/>
              <a:defRPr sz="1200">
                <a:solidFill>
                  <a:srgbClr val="FFFFFF"/>
                </a:solidFill>
                <a:latin typeface="Archivo"/>
                <a:ea typeface="Archivo"/>
                <a:cs typeface="Archivo"/>
                <a:sym typeface="Archivo"/>
              </a:defRPr>
            </a:lvl6pPr>
            <a:lvl7pPr marL="1600200" lvl="6" indent="-190500">
              <a:spcBef>
                <a:spcPts val="0"/>
              </a:spcBef>
              <a:spcAft>
                <a:spcPts val="0"/>
              </a:spcAft>
              <a:buClr>
                <a:srgbClr val="FFFFFF"/>
              </a:buClr>
              <a:buSzPts val="2400"/>
              <a:buFont typeface="Archivo"/>
              <a:buChar char="●"/>
              <a:defRPr sz="1200">
                <a:solidFill>
                  <a:srgbClr val="FFFFFF"/>
                </a:solidFill>
                <a:latin typeface="Archivo"/>
                <a:ea typeface="Archivo"/>
                <a:cs typeface="Archivo"/>
                <a:sym typeface="Archivo"/>
              </a:defRPr>
            </a:lvl7pPr>
            <a:lvl8pPr marL="1828800" lvl="7" indent="-190500">
              <a:spcBef>
                <a:spcPts val="0"/>
              </a:spcBef>
              <a:spcAft>
                <a:spcPts val="0"/>
              </a:spcAft>
              <a:buClr>
                <a:srgbClr val="FFFFFF"/>
              </a:buClr>
              <a:buSzPts val="2400"/>
              <a:buFont typeface="Archivo"/>
              <a:buChar char="○"/>
              <a:defRPr sz="1200">
                <a:solidFill>
                  <a:srgbClr val="FFFFFF"/>
                </a:solidFill>
                <a:latin typeface="Archivo"/>
                <a:ea typeface="Archivo"/>
                <a:cs typeface="Archivo"/>
                <a:sym typeface="Archivo"/>
              </a:defRPr>
            </a:lvl8pPr>
            <a:lvl9pPr marL="2057400" lvl="8" indent="-190500">
              <a:spcBef>
                <a:spcPts val="0"/>
              </a:spcBef>
              <a:spcAft>
                <a:spcPts val="0"/>
              </a:spcAft>
              <a:buClr>
                <a:srgbClr val="FFFFFF"/>
              </a:buClr>
              <a:buSzPts val="2400"/>
              <a:buFont typeface="Archivo"/>
              <a:buChar char="■"/>
              <a:defRPr sz="1200">
                <a:solidFill>
                  <a:srgbClr val="FFFFFF"/>
                </a:solidFill>
                <a:latin typeface="Archivo"/>
                <a:ea typeface="Archivo"/>
                <a:cs typeface="Archivo"/>
                <a:sym typeface="Archivo"/>
              </a:defRPr>
            </a:lvl9pPr>
          </a:lstStyle>
          <a:p>
            <a:endParaRPr/>
          </a:p>
        </p:txBody>
      </p:sp>
      <p:sp>
        <p:nvSpPr>
          <p:cNvPr id="713" name="Google Shape;713;p39"/>
          <p:cNvSpPr/>
          <p:nvPr/>
        </p:nvSpPr>
        <p:spPr>
          <a:xfrm flipH="1">
            <a:off x="8481798" y="1226700"/>
            <a:ext cx="1437600" cy="1505700"/>
          </a:xfrm>
          <a:prstGeom prst="arc">
            <a:avLst>
              <a:gd name="adj1" fmla="val 16200000"/>
              <a:gd name="adj2" fmla="val 0"/>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a:solidFill>
                <a:srgbClr val="FFFFFF"/>
              </a:solidFill>
            </a:endParaRPr>
          </a:p>
        </p:txBody>
      </p:sp>
      <p:cxnSp>
        <p:nvCxnSpPr>
          <p:cNvPr id="714" name="Google Shape;714;p39"/>
          <p:cNvCxnSpPr>
            <a:stCxn id="713" idx="2"/>
          </p:cNvCxnSpPr>
          <p:nvPr/>
        </p:nvCxnSpPr>
        <p:spPr>
          <a:xfrm>
            <a:off x="8481798" y="1979550"/>
            <a:ext cx="0" cy="3221100"/>
          </a:xfrm>
          <a:prstGeom prst="straightConnector1">
            <a:avLst/>
          </a:prstGeom>
          <a:noFill/>
          <a:ln w="28575" cap="flat" cmpd="sng">
            <a:solidFill>
              <a:srgbClr val="263238"/>
            </a:solidFill>
            <a:prstDash val="solid"/>
            <a:round/>
            <a:headEnd type="none" w="med" len="med"/>
            <a:tailEnd type="none" w="med" len="med"/>
          </a:ln>
        </p:spPr>
      </p:cxnSp>
      <p:sp>
        <p:nvSpPr>
          <p:cNvPr id="715" name="Google Shape;715;p39"/>
          <p:cNvSpPr/>
          <p:nvPr/>
        </p:nvSpPr>
        <p:spPr>
          <a:xfrm rot="10800000" flipH="1">
            <a:off x="0" y="1038138"/>
            <a:ext cx="66600" cy="4106700"/>
          </a:xfrm>
          <a:prstGeom prst="rect">
            <a:avLst/>
          </a:prstGeom>
          <a:solidFill>
            <a:schemeClr val="accent3"/>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solidFill>
                <a:srgbClr val="8A6DF1"/>
              </a:solidFill>
            </a:endParaRPr>
          </a:p>
        </p:txBody>
      </p:sp>
    </p:spTree>
    <p:extLst>
      <p:ext uri="{BB962C8B-B14F-4D97-AF65-F5344CB8AC3E}">
        <p14:creationId xmlns:p14="http://schemas.microsoft.com/office/powerpoint/2010/main" val="1318861970"/>
      </p:ext>
    </p:extLst>
  </p:cSld>
  <p:clrMapOvr>
    <a:masterClrMapping/>
  </p:clrMapOvr>
  <p:extLst>
    <p:ext uri="{DCECCB84-F9BA-43D5-87BE-67443E8EF086}">
      <p15:sldGuideLst xmlns:p15="http://schemas.microsoft.com/office/powerpoint/2012/main">
        <p15:guide id="1" orient="horz" pos="2051">
          <p15:clr>
            <a:srgbClr val="FA7B17"/>
          </p15:clr>
        </p15:guide>
        <p15:guide id="2" orient="horz" pos="2555">
          <p15:clr>
            <a:srgbClr val="FA7B17"/>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Diseño base bullets2">
  <p:cSld name="Diseño base bullets2">
    <p:spTree>
      <p:nvGrpSpPr>
        <p:cNvPr id="1" name="Shape 716"/>
        <p:cNvGrpSpPr/>
        <p:nvPr/>
      </p:nvGrpSpPr>
      <p:grpSpPr>
        <a:xfrm>
          <a:off x="0" y="0"/>
          <a:ext cx="0" cy="0"/>
          <a:chOff x="0" y="0"/>
          <a:chExt cx="0" cy="0"/>
        </a:xfrm>
      </p:grpSpPr>
      <p:sp>
        <p:nvSpPr>
          <p:cNvPr id="717" name="Google Shape;717;p40"/>
          <p:cNvSpPr/>
          <p:nvPr/>
        </p:nvSpPr>
        <p:spPr>
          <a:xfrm>
            <a:off x="0" y="0"/>
            <a:ext cx="4350150" cy="5143500"/>
          </a:xfrm>
          <a:prstGeom prst="rect">
            <a:avLst/>
          </a:prstGeom>
          <a:solidFill>
            <a:srgbClr val="000000"/>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718" name="Google Shape;718;p40"/>
          <p:cNvSpPr txBox="1">
            <a:spLocks noGrp="1"/>
          </p:cNvSpPr>
          <p:nvPr>
            <p:ph type="title"/>
          </p:nvPr>
        </p:nvSpPr>
        <p:spPr>
          <a:xfrm>
            <a:off x="456975" y="2568050"/>
            <a:ext cx="3262350" cy="1859550"/>
          </a:xfrm>
          <a:prstGeom prst="rect">
            <a:avLst/>
          </a:prstGeom>
          <a:noFill/>
          <a:ln>
            <a:noFill/>
          </a:ln>
        </p:spPr>
        <p:txBody>
          <a:bodyPr spcFirstLastPara="1" wrap="square" lIns="0" tIns="91425" rIns="91425" bIns="91425" anchor="t" anchorCtr="0">
            <a:noAutofit/>
          </a:bodyPr>
          <a:lstStyle>
            <a:lvl1pPr lvl="0">
              <a:spcBef>
                <a:spcPts val="0"/>
              </a:spcBef>
              <a:spcAft>
                <a:spcPts val="0"/>
              </a:spcAft>
              <a:buClr>
                <a:srgbClr val="FFFFFF"/>
              </a:buClr>
              <a:buSzPts val="3600"/>
              <a:buFont typeface="Montserrat"/>
              <a:buNone/>
              <a:defRPr sz="1800">
                <a:solidFill>
                  <a:srgbClr val="FFFFFF"/>
                </a:solidFill>
                <a:latin typeface="Montserrat"/>
                <a:ea typeface="Montserrat"/>
                <a:cs typeface="Montserrat"/>
                <a:sym typeface="Montserrat"/>
              </a:defRPr>
            </a:lvl1pPr>
            <a:lvl2pPr lvl="1">
              <a:spcBef>
                <a:spcPts val="0"/>
              </a:spcBef>
              <a:spcAft>
                <a:spcPts val="0"/>
              </a:spcAft>
              <a:buClr>
                <a:srgbClr val="FFFFFF"/>
              </a:buClr>
              <a:buSzPts val="3600"/>
              <a:buFont typeface="Montserrat"/>
              <a:buNone/>
              <a:defRPr sz="1800">
                <a:solidFill>
                  <a:srgbClr val="FFFFFF"/>
                </a:solidFill>
                <a:latin typeface="Montserrat"/>
                <a:ea typeface="Montserrat"/>
                <a:cs typeface="Montserrat"/>
                <a:sym typeface="Montserrat"/>
              </a:defRPr>
            </a:lvl2pPr>
            <a:lvl3pPr lvl="2">
              <a:spcBef>
                <a:spcPts val="0"/>
              </a:spcBef>
              <a:spcAft>
                <a:spcPts val="0"/>
              </a:spcAft>
              <a:buClr>
                <a:srgbClr val="FFFFFF"/>
              </a:buClr>
              <a:buSzPts val="3600"/>
              <a:buFont typeface="Montserrat"/>
              <a:buNone/>
              <a:defRPr sz="1800">
                <a:solidFill>
                  <a:srgbClr val="FFFFFF"/>
                </a:solidFill>
                <a:latin typeface="Montserrat"/>
                <a:ea typeface="Montserrat"/>
                <a:cs typeface="Montserrat"/>
                <a:sym typeface="Montserrat"/>
              </a:defRPr>
            </a:lvl3pPr>
            <a:lvl4pPr lvl="3">
              <a:spcBef>
                <a:spcPts val="0"/>
              </a:spcBef>
              <a:spcAft>
                <a:spcPts val="0"/>
              </a:spcAft>
              <a:buClr>
                <a:srgbClr val="FFFFFF"/>
              </a:buClr>
              <a:buSzPts val="3600"/>
              <a:buFont typeface="Montserrat"/>
              <a:buNone/>
              <a:defRPr sz="1800">
                <a:solidFill>
                  <a:srgbClr val="FFFFFF"/>
                </a:solidFill>
                <a:latin typeface="Montserrat"/>
                <a:ea typeface="Montserrat"/>
                <a:cs typeface="Montserrat"/>
                <a:sym typeface="Montserrat"/>
              </a:defRPr>
            </a:lvl4pPr>
            <a:lvl5pPr lvl="4">
              <a:spcBef>
                <a:spcPts val="0"/>
              </a:spcBef>
              <a:spcAft>
                <a:spcPts val="0"/>
              </a:spcAft>
              <a:buClr>
                <a:srgbClr val="FFFFFF"/>
              </a:buClr>
              <a:buSzPts val="3600"/>
              <a:buFont typeface="Montserrat"/>
              <a:buNone/>
              <a:defRPr sz="1800">
                <a:solidFill>
                  <a:srgbClr val="FFFFFF"/>
                </a:solidFill>
                <a:latin typeface="Montserrat"/>
                <a:ea typeface="Montserrat"/>
                <a:cs typeface="Montserrat"/>
                <a:sym typeface="Montserrat"/>
              </a:defRPr>
            </a:lvl5pPr>
            <a:lvl6pPr lvl="5">
              <a:spcBef>
                <a:spcPts val="0"/>
              </a:spcBef>
              <a:spcAft>
                <a:spcPts val="0"/>
              </a:spcAft>
              <a:buClr>
                <a:srgbClr val="FFFFFF"/>
              </a:buClr>
              <a:buSzPts val="3600"/>
              <a:buFont typeface="Montserrat"/>
              <a:buNone/>
              <a:defRPr sz="1800">
                <a:solidFill>
                  <a:srgbClr val="FFFFFF"/>
                </a:solidFill>
                <a:latin typeface="Montserrat"/>
                <a:ea typeface="Montserrat"/>
                <a:cs typeface="Montserrat"/>
                <a:sym typeface="Montserrat"/>
              </a:defRPr>
            </a:lvl6pPr>
            <a:lvl7pPr lvl="6">
              <a:spcBef>
                <a:spcPts val="0"/>
              </a:spcBef>
              <a:spcAft>
                <a:spcPts val="0"/>
              </a:spcAft>
              <a:buClr>
                <a:srgbClr val="FFFFFF"/>
              </a:buClr>
              <a:buSzPts val="3600"/>
              <a:buFont typeface="Montserrat"/>
              <a:buNone/>
              <a:defRPr sz="1800">
                <a:solidFill>
                  <a:srgbClr val="FFFFFF"/>
                </a:solidFill>
                <a:latin typeface="Montserrat"/>
                <a:ea typeface="Montserrat"/>
                <a:cs typeface="Montserrat"/>
                <a:sym typeface="Montserrat"/>
              </a:defRPr>
            </a:lvl7pPr>
            <a:lvl8pPr lvl="7">
              <a:spcBef>
                <a:spcPts val="0"/>
              </a:spcBef>
              <a:spcAft>
                <a:spcPts val="0"/>
              </a:spcAft>
              <a:buClr>
                <a:srgbClr val="FFFFFF"/>
              </a:buClr>
              <a:buSzPts val="3600"/>
              <a:buFont typeface="Montserrat"/>
              <a:buNone/>
              <a:defRPr sz="1800">
                <a:solidFill>
                  <a:srgbClr val="FFFFFF"/>
                </a:solidFill>
                <a:latin typeface="Montserrat"/>
                <a:ea typeface="Montserrat"/>
                <a:cs typeface="Montserrat"/>
                <a:sym typeface="Montserrat"/>
              </a:defRPr>
            </a:lvl8pPr>
            <a:lvl9pPr lvl="8">
              <a:spcBef>
                <a:spcPts val="0"/>
              </a:spcBef>
              <a:spcAft>
                <a:spcPts val="0"/>
              </a:spcAft>
              <a:buClr>
                <a:srgbClr val="FFFFFF"/>
              </a:buClr>
              <a:buSzPts val="3600"/>
              <a:buFont typeface="Montserrat"/>
              <a:buNone/>
              <a:defRPr sz="1800">
                <a:solidFill>
                  <a:srgbClr val="FFFFFF"/>
                </a:solidFill>
                <a:latin typeface="Montserrat"/>
                <a:ea typeface="Montserrat"/>
                <a:cs typeface="Montserrat"/>
                <a:sym typeface="Montserrat"/>
              </a:defRPr>
            </a:lvl9pPr>
          </a:lstStyle>
          <a:p>
            <a:endParaRPr/>
          </a:p>
        </p:txBody>
      </p:sp>
      <p:sp>
        <p:nvSpPr>
          <p:cNvPr id="719" name="Google Shape;719;p40"/>
          <p:cNvSpPr/>
          <p:nvPr/>
        </p:nvSpPr>
        <p:spPr>
          <a:xfrm rot="10800000" flipH="1">
            <a:off x="0" y="1038138"/>
            <a:ext cx="66600" cy="4106700"/>
          </a:xfrm>
          <a:prstGeom prst="rect">
            <a:avLst/>
          </a:prstGeom>
          <a:solidFill>
            <a:schemeClr val="accent3"/>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solidFill>
                <a:srgbClr val="8A6DF1"/>
              </a:solidFill>
            </a:endParaRPr>
          </a:p>
        </p:txBody>
      </p:sp>
    </p:spTree>
    <p:extLst>
      <p:ext uri="{BB962C8B-B14F-4D97-AF65-F5344CB8AC3E}">
        <p14:creationId xmlns:p14="http://schemas.microsoft.com/office/powerpoint/2010/main" val="1202027250"/>
      </p:ext>
    </p:extLst>
  </p:cSld>
  <p:clrMapOvr>
    <a:masterClrMapping/>
  </p:clrMapOvr>
  <p:extLst>
    <p:ext uri="{DCECCB84-F9BA-43D5-87BE-67443E8EF086}">
      <p15:sldGuideLst xmlns:p15="http://schemas.microsoft.com/office/powerpoint/2012/main">
        <p15:guide id="1" orient="horz" pos="2051">
          <p15:clr>
            <a:srgbClr val="FA7B17"/>
          </p15:clr>
        </p15:guide>
        <p15:guide id="2" orient="horz" pos="2555">
          <p15:clr>
            <a:srgbClr val="FA7B17"/>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720"/>
        <p:cNvGrpSpPr/>
        <p:nvPr/>
      </p:nvGrpSpPr>
      <p:grpSpPr>
        <a:xfrm>
          <a:off x="0" y="0"/>
          <a:ext cx="0" cy="0"/>
          <a:chOff x="0" y="0"/>
          <a:chExt cx="0" cy="0"/>
        </a:xfrm>
      </p:grpSpPr>
      <p:grpSp>
        <p:nvGrpSpPr>
          <p:cNvPr id="721" name="Google Shape;721;p41"/>
          <p:cNvGrpSpPr/>
          <p:nvPr/>
        </p:nvGrpSpPr>
        <p:grpSpPr>
          <a:xfrm flipH="1">
            <a:off x="908182" y="1026587"/>
            <a:ext cx="8253004" cy="4112250"/>
            <a:chOff x="376006" y="684875"/>
            <a:chExt cx="16506008" cy="8224500"/>
          </a:xfrm>
        </p:grpSpPr>
        <p:sp>
          <p:nvSpPr>
            <p:cNvPr id="722" name="Google Shape;722;p41"/>
            <p:cNvSpPr/>
            <p:nvPr/>
          </p:nvSpPr>
          <p:spPr>
            <a:xfrm>
              <a:off x="13246014" y="684875"/>
              <a:ext cx="3636000" cy="3636000"/>
            </a:xfrm>
            <a:prstGeom prst="arc">
              <a:avLst>
                <a:gd name="adj1" fmla="val 16200000"/>
                <a:gd name="adj2" fmla="val 0"/>
              </a:avLst>
            </a:prstGeom>
            <a:noFill/>
            <a:ln w="762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700">
                <a:solidFill>
                  <a:schemeClr val="lt1"/>
                </a:solidFill>
              </a:endParaRPr>
            </a:p>
          </p:txBody>
        </p:sp>
        <p:cxnSp>
          <p:nvCxnSpPr>
            <p:cNvPr id="723" name="Google Shape;723;p41"/>
            <p:cNvCxnSpPr/>
            <p:nvPr/>
          </p:nvCxnSpPr>
          <p:spPr>
            <a:xfrm rot="10800000">
              <a:off x="376006" y="684875"/>
              <a:ext cx="14716200" cy="0"/>
            </a:xfrm>
            <a:prstGeom prst="straightConnector1">
              <a:avLst/>
            </a:prstGeom>
            <a:noFill/>
            <a:ln w="76200" cap="flat" cmpd="sng">
              <a:solidFill>
                <a:srgbClr val="000000"/>
              </a:solidFill>
              <a:prstDash val="solid"/>
              <a:round/>
              <a:headEnd type="none" w="sm" len="sm"/>
              <a:tailEnd type="none" w="sm" len="sm"/>
            </a:ln>
          </p:spPr>
        </p:cxnSp>
        <p:cxnSp>
          <p:nvCxnSpPr>
            <p:cNvPr id="724" name="Google Shape;724;p41"/>
            <p:cNvCxnSpPr>
              <a:stCxn id="722" idx="2"/>
            </p:cNvCxnSpPr>
            <p:nvPr/>
          </p:nvCxnSpPr>
          <p:spPr>
            <a:xfrm>
              <a:off x="16882014" y="2502875"/>
              <a:ext cx="0" cy="6406500"/>
            </a:xfrm>
            <a:prstGeom prst="straightConnector1">
              <a:avLst/>
            </a:prstGeom>
            <a:noFill/>
            <a:ln w="76200" cap="flat" cmpd="sng">
              <a:solidFill>
                <a:srgbClr val="000000"/>
              </a:solidFill>
              <a:prstDash val="solid"/>
              <a:round/>
              <a:headEnd type="none" w="sm" len="sm"/>
              <a:tailEnd type="none" w="sm" len="sm"/>
            </a:ln>
          </p:spPr>
        </p:cxnSp>
      </p:grpSp>
      <p:sp>
        <p:nvSpPr>
          <p:cNvPr id="725" name="Google Shape;725;p41"/>
          <p:cNvSpPr txBox="1">
            <a:spLocks noGrp="1"/>
          </p:cNvSpPr>
          <p:nvPr>
            <p:ph type="body" idx="1"/>
          </p:nvPr>
        </p:nvSpPr>
        <p:spPr>
          <a:xfrm>
            <a:off x="1828825" y="2953188"/>
            <a:ext cx="2521350" cy="1771800"/>
          </a:xfrm>
          <a:prstGeom prst="rect">
            <a:avLst/>
          </a:prstGeom>
          <a:noFill/>
          <a:ln>
            <a:noFill/>
          </a:ln>
        </p:spPr>
        <p:txBody>
          <a:bodyPr spcFirstLastPara="1" wrap="square" lIns="0" tIns="91425" rIns="91425" bIns="91425" anchor="t" anchorCtr="0">
            <a:noAutofit/>
          </a:bodyPr>
          <a:lstStyle>
            <a:lvl1pPr marL="228600" lvl="0" indent="-190500">
              <a:spcBef>
                <a:spcPts val="0"/>
              </a:spcBef>
              <a:spcAft>
                <a:spcPts val="0"/>
              </a:spcAft>
              <a:buSzPts val="2400"/>
              <a:buFont typeface="Archivo"/>
              <a:buChar char="■"/>
              <a:defRPr sz="1200">
                <a:latin typeface="Archivo"/>
                <a:ea typeface="Archivo"/>
                <a:cs typeface="Archivo"/>
                <a:sym typeface="Archivo"/>
              </a:defRPr>
            </a:lvl1pPr>
            <a:lvl2pPr marL="457200" lvl="1" indent="-190500">
              <a:spcBef>
                <a:spcPts val="0"/>
              </a:spcBef>
              <a:spcAft>
                <a:spcPts val="0"/>
              </a:spcAft>
              <a:buSzPts val="2400"/>
              <a:buFont typeface="Archivo"/>
              <a:buChar char="○"/>
              <a:defRPr sz="1200">
                <a:latin typeface="Archivo"/>
                <a:ea typeface="Archivo"/>
                <a:cs typeface="Archivo"/>
                <a:sym typeface="Archivo"/>
              </a:defRPr>
            </a:lvl2pPr>
            <a:lvl3pPr marL="685800" lvl="2" indent="-190500">
              <a:spcBef>
                <a:spcPts val="0"/>
              </a:spcBef>
              <a:spcAft>
                <a:spcPts val="0"/>
              </a:spcAft>
              <a:buSzPts val="2400"/>
              <a:buFont typeface="Archivo"/>
              <a:buChar char="■"/>
              <a:defRPr sz="1200">
                <a:latin typeface="Archivo"/>
                <a:ea typeface="Archivo"/>
                <a:cs typeface="Archivo"/>
                <a:sym typeface="Archivo"/>
              </a:defRPr>
            </a:lvl3pPr>
            <a:lvl4pPr marL="914400" lvl="3" indent="-190500">
              <a:spcBef>
                <a:spcPts val="0"/>
              </a:spcBef>
              <a:spcAft>
                <a:spcPts val="0"/>
              </a:spcAft>
              <a:buSzPts val="2400"/>
              <a:buFont typeface="Archivo"/>
              <a:buChar char="●"/>
              <a:defRPr sz="1200">
                <a:latin typeface="Archivo"/>
                <a:ea typeface="Archivo"/>
                <a:cs typeface="Archivo"/>
                <a:sym typeface="Archivo"/>
              </a:defRPr>
            </a:lvl4pPr>
            <a:lvl5pPr marL="1143000" lvl="4" indent="-190500">
              <a:spcBef>
                <a:spcPts val="0"/>
              </a:spcBef>
              <a:spcAft>
                <a:spcPts val="0"/>
              </a:spcAft>
              <a:buSzPts val="2400"/>
              <a:buFont typeface="Archivo"/>
              <a:buChar char="○"/>
              <a:defRPr sz="1200">
                <a:latin typeface="Archivo"/>
                <a:ea typeface="Archivo"/>
                <a:cs typeface="Archivo"/>
                <a:sym typeface="Archivo"/>
              </a:defRPr>
            </a:lvl5pPr>
            <a:lvl6pPr marL="1371600" lvl="5" indent="-190500">
              <a:spcBef>
                <a:spcPts val="0"/>
              </a:spcBef>
              <a:spcAft>
                <a:spcPts val="0"/>
              </a:spcAft>
              <a:buSzPts val="2400"/>
              <a:buFont typeface="Archivo"/>
              <a:buChar char="■"/>
              <a:defRPr sz="1200">
                <a:latin typeface="Archivo"/>
                <a:ea typeface="Archivo"/>
                <a:cs typeface="Archivo"/>
                <a:sym typeface="Archivo"/>
              </a:defRPr>
            </a:lvl6pPr>
            <a:lvl7pPr marL="1600200" lvl="6" indent="-190500">
              <a:spcBef>
                <a:spcPts val="0"/>
              </a:spcBef>
              <a:spcAft>
                <a:spcPts val="0"/>
              </a:spcAft>
              <a:buSzPts val="2400"/>
              <a:buFont typeface="Archivo"/>
              <a:buChar char="●"/>
              <a:defRPr sz="1200">
                <a:latin typeface="Archivo"/>
                <a:ea typeface="Archivo"/>
                <a:cs typeface="Archivo"/>
                <a:sym typeface="Archivo"/>
              </a:defRPr>
            </a:lvl7pPr>
            <a:lvl8pPr marL="1828800" lvl="7" indent="-190500">
              <a:spcBef>
                <a:spcPts val="0"/>
              </a:spcBef>
              <a:spcAft>
                <a:spcPts val="0"/>
              </a:spcAft>
              <a:buSzPts val="2400"/>
              <a:buFont typeface="Archivo"/>
              <a:buChar char="○"/>
              <a:defRPr sz="1200">
                <a:latin typeface="Archivo"/>
                <a:ea typeface="Archivo"/>
                <a:cs typeface="Archivo"/>
                <a:sym typeface="Archivo"/>
              </a:defRPr>
            </a:lvl8pPr>
            <a:lvl9pPr marL="2057400" lvl="8" indent="-190500">
              <a:spcBef>
                <a:spcPts val="0"/>
              </a:spcBef>
              <a:spcAft>
                <a:spcPts val="0"/>
              </a:spcAft>
              <a:buSzPts val="2400"/>
              <a:buFont typeface="Archivo"/>
              <a:buChar char="■"/>
              <a:defRPr sz="1200">
                <a:latin typeface="Archivo"/>
                <a:ea typeface="Archivo"/>
                <a:cs typeface="Archivo"/>
                <a:sym typeface="Archivo"/>
              </a:defRPr>
            </a:lvl9pPr>
          </a:lstStyle>
          <a:p>
            <a:endParaRPr/>
          </a:p>
        </p:txBody>
      </p:sp>
      <p:sp>
        <p:nvSpPr>
          <p:cNvPr id="726" name="Google Shape;726;p41"/>
          <p:cNvSpPr txBox="1">
            <a:spLocks noGrp="1"/>
          </p:cNvSpPr>
          <p:nvPr>
            <p:ph type="body" idx="2"/>
          </p:nvPr>
        </p:nvSpPr>
        <p:spPr>
          <a:xfrm>
            <a:off x="4793713" y="1879513"/>
            <a:ext cx="3893250" cy="2845500"/>
          </a:xfrm>
          <a:prstGeom prst="rect">
            <a:avLst/>
          </a:prstGeom>
          <a:noFill/>
          <a:ln>
            <a:noFill/>
          </a:ln>
        </p:spPr>
        <p:txBody>
          <a:bodyPr spcFirstLastPara="1" wrap="square" lIns="0" tIns="91425" rIns="91425" bIns="91425" anchor="t" anchorCtr="0">
            <a:noAutofit/>
          </a:bodyPr>
          <a:lstStyle>
            <a:lvl1pPr marL="228600" lvl="0" indent="-190500">
              <a:spcBef>
                <a:spcPts val="0"/>
              </a:spcBef>
              <a:spcAft>
                <a:spcPts val="0"/>
              </a:spcAft>
              <a:buClr>
                <a:schemeClr val="accent3"/>
              </a:buClr>
              <a:buSzPts val="2400"/>
              <a:buFont typeface="Archivo"/>
              <a:buChar char="■"/>
              <a:defRPr sz="1200">
                <a:latin typeface="Archivo"/>
                <a:ea typeface="Archivo"/>
                <a:cs typeface="Archivo"/>
                <a:sym typeface="Archivo"/>
              </a:defRPr>
            </a:lvl1pPr>
            <a:lvl2pPr marL="457200" lvl="1" indent="-190500">
              <a:spcBef>
                <a:spcPts val="0"/>
              </a:spcBef>
              <a:spcAft>
                <a:spcPts val="0"/>
              </a:spcAft>
              <a:buSzPts val="2400"/>
              <a:buFont typeface="Archivo"/>
              <a:buChar char="○"/>
              <a:defRPr sz="1200">
                <a:latin typeface="Archivo"/>
                <a:ea typeface="Archivo"/>
                <a:cs typeface="Archivo"/>
                <a:sym typeface="Archivo"/>
              </a:defRPr>
            </a:lvl2pPr>
            <a:lvl3pPr marL="685800" lvl="2" indent="-190500">
              <a:spcBef>
                <a:spcPts val="0"/>
              </a:spcBef>
              <a:spcAft>
                <a:spcPts val="0"/>
              </a:spcAft>
              <a:buClr>
                <a:schemeClr val="accent3"/>
              </a:buClr>
              <a:buSzPts val="2400"/>
              <a:buFont typeface="Archivo"/>
              <a:buChar char="■"/>
              <a:defRPr sz="1200">
                <a:latin typeface="Archivo"/>
                <a:ea typeface="Archivo"/>
                <a:cs typeface="Archivo"/>
                <a:sym typeface="Archivo"/>
              </a:defRPr>
            </a:lvl3pPr>
            <a:lvl4pPr marL="914400" lvl="3" indent="-190500">
              <a:spcBef>
                <a:spcPts val="0"/>
              </a:spcBef>
              <a:spcAft>
                <a:spcPts val="0"/>
              </a:spcAft>
              <a:buSzPts val="2400"/>
              <a:buFont typeface="Archivo"/>
              <a:buChar char="●"/>
              <a:defRPr sz="1200">
                <a:latin typeface="Archivo"/>
                <a:ea typeface="Archivo"/>
                <a:cs typeface="Archivo"/>
                <a:sym typeface="Archivo"/>
              </a:defRPr>
            </a:lvl4pPr>
            <a:lvl5pPr marL="1143000" lvl="4" indent="-190500">
              <a:spcBef>
                <a:spcPts val="0"/>
              </a:spcBef>
              <a:spcAft>
                <a:spcPts val="0"/>
              </a:spcAft>
              <a:buSzPts val="2400"/>
              <a:buFont typeface="Archivo"/>
              <a:buChar char="○"/>
              <a:defRPr sz="1200">
                <a:latin typeface="Archivo"/>
                <a:ea typeface="Archivo"/>
                <a:cs typeface="Archivo"/>
                <a:sym typeface="Archivo"/>
              </a:defRPr>
            </a:lvl5pPr>
            <a:lvl6pPr marL="1371600" lvl="5" indent="-190500">
              <a:spcBef>
                <a:spcPts val="0"/>
              </a:spcBef>
              <a:spcAft>
                <a:spcPts val="0"/>
              </a:spcAft>
              <a:buClr>
                <a:schemeClr val="accent3"/>
              </a:buClr>
              <a:buSzPts val="2400"/>
              <a:buFont typeface="Archivo"/>
              <a:buChar char="■"/>
              <a:defRPr sz="1200">
                <a:latin typeface="Archivo"/>
                <a:ea typeface="Archivo"/>
                <a:cs typeface="Archivo"/>
                <a:sym typeface="Archivo"/>
              </a:defRPr>
            </a:lvl6pPr>
            <a:lvl7pPr marL="1600200" lvl="6" indent="-190500">
              <a:spcBef>
                <a:spcPts val="0"/>
              </a:spcBef>
              <a:spcAft>
                <a:spcPts val="0"/>
              </a:spcAft>
              <a:buSzPts val="2400"/>
              <a:buFont typeface="Archivo"/>
              <a:buChar char="●"/>
              <a:defRPr sz="1200">
                <a:latin typeface="Archivo"/>
                <a:ea typeface="Archivo"/>
                <a:cs typeface="Archivo"/>
                <a:sym typeface="Archivo"/>
              </a:defRPr>
            </a:lvl7pPr>
            <a:lvl8pPr marL="1828800" lvl="7" indent="-190500">
              <a:spcBef>
                <a:spcPts val="0"/>
              </a:spcBef>
              <a:spcAft>
                <a:spcPts val="0"/>
              </a:spcAft>
              <a:buSzPts val="2400"/>
              <a:buFont typeface="Archivo"/>
              <a:buChar char="○"/>
              <a:defRPr sz="1200">
                <a:latin typeface="Archivo"/>
                <a:ea typeface="Archivo"/>
                <a:cs typeface="Archivo"/>
                <a:sym typeface="Archivo"/>
              </a:defRPr>
            </a:lvl8pPr>
            <a:lvl9pPr marL="2057400" lvl="8" indent="-190500">
              <a:spcBef>
                <a:spcPts val="0"/>
              </a:spcBef>
              <a:spcAft>
                <a:spcPts val="0"/>
              </a:spcAft>
              <a:buSzPts val="2400"/>
              <a:buFont typeface="Archivo"/>
              <a:buChar char="■"/>
              <a:defRPr sz="1200">
                <a:latin typeface="Archivo"/>
                <a:ea typeface="Archivo"/>
                <a:cs typeface="Archivo"/>
                <a:sym typeface="Archivo"/>
              </a:defRPr>
            </a:lvl9pPr>
          </a:lstStyle>
          <a:p>
            <a:endParaRPr/>
          </a:p>
        </p:txBody>
      </p:sp>
      <p:sp>
        <p:nvSpPr>
          <p:cNvPr id="727" name="Google Shape;727;p41"/>
          <p:cNvSpPr txBox="1">
            <a:spLocks noGrp="1"/>
          </p:cNvSpPr>
          <p:nvPr>
            <p:ph type="title"/>
          </p:nvPr>
        </p:nvSpPr>
        <p:spPr>
          <a:xfrm>
            <a:off x="1828825" y="1879513"/>
            <a:ext cx="2521350" cy="692250"/>
          </a:xfrm>
          <a:prstGeom prst="rect">
            <a:avLst/>
          </a:prstGeom>
          <a:noFill/>
          <a:ln>
            <a:noFill/>
          </a:ln>
        </p:spPr>
        <p:txBody>
          <a:bodyPr spcFirstLastPara="1" wrap="square" lIns="0" tIns="91425" rIns="91425" bIns="91425" anchor="t" anchorCtr="0">
            <a:noAutofit/>
          </a:bodyPr>
          <a:lstStyle>
            <a:lvl1pPr lvl="0">
              <a:spcBef>
                <a:spcPts val="0"/>
              </a:spcBef>
              <a:spcAft>
                <a:spcPts val="0"/>
              </a:spcAft>
              <a:buSzPts val="5000"/>
              <a:buFont typeface="Montserrat Medium"/>
              <a:buNone/>
              <a:defRPr sz="2500">
                <a:latin typeface="Montserrat Medium"/>
                <a:ea typeface="Montserrat Medium"/>
                <a:cs typeface="Montserrat Medium"/>
                <a:sym typeface="Montserrat Medium"/>
              </a:defRPr>
            </a:lvl1pPr>
            <a:lvl2pPr lvl="1">
              <a:spcBef>
                <a:spcPts val="0"/>
              </a:spcBef>
              <a:spcAft>
                <a:spcPts val="0"/>
              </a:spcAft>
              <a:buSzPts val="1400"/>
              <a:buFont typeface="Montserrat Medium"/>
              <a:buNone/>
              <a:defRPr>
                <a:latin typeface="Montserrat Medium"/>
                <a:ea typeface="Montserrat Medium"/>
                <a:cs typeface="Montserrat Medium"/>
                <a:sym typeface="Montserrat Medium"/>
              </a:defRPr>
            </a:lvl2pPr>
            <a:lvl3pPr lvl="2">
              <a:spcBef>
                <a:spcPts val="0"/>
              </a:spcBef>
              <a:spcAft>
                <a:spcPts val="0"/>
              </a:spcAft>
              <a:buSzPts val="1400"/>
              <a:buFont typeface="Montserrat Medium"/>
              <a:buNone/>
              <a:defRPr>
                <a:latin typeface="Montserrat Medium"/>
                <a:ea typeface="Montserrat Medium"/>
                <a:cs typeface="Montserrat Medium"/>
                <a:sym typeface="Montserrat Medium"/>
              </a:defRPr>
            </a:lvl3pPr>
            <a:lvl4pPr lvl="3">
              <a:spcBef>
                <a:spcPts val="0"/>
              </a:spcBef>
              <a:spcAft>
                <a:spcPts val="0"/>
              </a:spcAft>
              <a:buSzPts val="1400"/>
              <a:buFont typeface="Montserrat Medium"/>
              <a:buNone/>
              <a:defRPr>
                <a:latin typeface="Montserrat Medium"/>
                <a:ea typeface="Montserrat Medium"/>
                <a:cs typeface="Montserrat Medium"/>
                <a:sym typeface="Montserrat Medium"/>
              </a:defRPr>
            </a:lvl4pPr>
            <a:lvl5pPr lvl="4">
              <a:spcBef>
                <a:spcPts val="0"/>
              </a:spcBef>
              <a:spcAft>
                <a:spcPts val="0"/>
              </a:spcAft>
              <a:buSzPts val="1400"/>
              <a:buFont typeface="Montserrat Medium"/>
              <a:buNone/>
              <a:defRPr>
                <a:latin typeface="Montserrat Medium"/>
                <a:ea typeface="Montserrat Medium"/>
                <a:cs typeface="Montserrat Medium"/>
                <a:sym typeface="Montserrat Medium"/>
              </a:defRPr>
            </a:lvl5pPr>
            <a:lvl6pPr lvl="5">
              <a:spcBef>
                <a:spcPts val="0"/>
              </a:spcBef>
              <a:spcAft>
                <a:spcPts val="0"/>
              </a:spcAft>
              <a:buSzPts val="1400"/>
              <a:buFont typeface="Montserrat Medium"/>
              <a:buNone/>
              <a:defRPr>
                <a:latin typeface="Montserrat Medium"/>
                <a:ea typeface="Montserrat Medium"/>
                <a:cs typeface="Montserrat Medium"/>
                <a:sym typeface="Montserrat Medium"/>
              </a:defRPr>
            </a:lvl6pPr>
            <a:lvl7pPr lvl="6">
              <a:spcBef>
                <a:spcPts val="0"/>
              </a:spcBef>
              <a:spcAft>
                <a:spcPts val="0"/>
              </a:spcAft>
              <a:buSzPts val="1400"/>
              <a:buFont typeface="Montserrat Medium"/>
              <a:buNone/>
              <a:defRPr>
                <a:latin typeface="Montserrat Medium"/>
                <a:ea typeface="Montserrat Medium"/>
                <a:cs typeface="Montserrat Medium"/>
                <a:sym typeface="Montserrat Medium"/>
              </a:defRPr>
            </a:lvl7pPr>
            <a:lvl8pPr lvl="7">
              <a:spcBef>
                <a:spcPts val="0"/>
              </a:spcBef>
              <a:spcAft>
                <a:spcPts val="0"/>
              </a:spcAft>
              <a:buSzPts val="1400"/>
              <a:buFont typeface="Montserrat Medium"/>
              <a:buNone/>
              <a:defRPr>
                <a:latin typeface="Montserrat Medium"/>
                <a:ea typeface="Montserrat Medium"/>
                <a:cs typeface="Montserrat Medium"/>
                <a:sym typeface="Montserrat Medium"/>
              </a:defRPr>
            </a:lvl8pPr>
            <a:lvl9pPr lvl="8">
              <a:spcBef>
                <a:spcPts val="0"/>
              </a:spcBef>
              <a:spcAft>
                <a:spcPts val="0"/>
              </a:spcAft>
              <a:buSzPts val="1400"/>
              <a:buFont typeface="Montserrat Medium"/>
              <a:buNone/>
              <a:defRPr>
                <a:latin typeface="Montserrat Medium"/>
                <a:ea typeface="Montserrat Medium"/>
                <a:cs typeface="Montserrat Medium"/>
                <a:sym typeface="Montserrat Medium"/>
              </a:defRPr>
            </a:lvl9pPr>
          </a:lstStyle>
          <a:p>
            <a:endParaRPr/>
          </a:p>
        </p:txBody>
      </p:sp>
    </p:spTree>
    <p:extLst>
      <p:ext uri="{BB962C8B-B14F-4D97-AF65-F5344CB8AC3E}">
        <p14:creationId xmlns:p14="http://schemas.microsoft.com/office/powerpoint/2010/main" val="994790534"/>
      </p:ext>
    </p:extLst>
  </p:cSld>
  <p:clrMapOvr>
    <a:masterClrMapping/>
  </p:clrMapOvr>
  <p:extLst>
    <p:ext uri="{DCECCB84-F9BA-43D5-87BE-67443E8EF086}">
      <p15:sldGuideLst xmlns:p15="http://schemas.microsoft.com/office/powerpoint/2012/main">
        <p15:guide id="1" pos="2304">
          <p15:clr>
            <a:srgbClr val="FA7B17"/>
          </p15:clr>
        </p15:guide>
        <p15:guide id="2" orient="horz" pos="2368">
          <p15:clr>
            <a:srgbClr val="FA7B17"/>
          </p15:clr>
        </p15:guide>
        <p15:guide id="3" orient="horz" pos="3721">
          <p15:clr>
            <a:srgbClr val="FA7B17"/>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Grafico 1">
  <p:cSld name="Grafico 1">
    <p:spTree>
      <p:nvGrpSpPr>
        <p:cNvPr id="1" name="Shape 728"/>
        <p:cNvGrpSpPr/>
        <p:nvPr/>
      </p:nvGrpSpPr>
      <p:grpSpPr>
        <a:xfrm>
          <a:off x="0" y="0"/>
          <a:ext cx="0" cy="0"/>
          <a:chOff x="0" y="0"/>
          <a:chExt cx="0" cy="0"/>
        </a:xfrm>
      </p:grpSpPr>
      <p:sp>
        <p:nvSpPr>
          <p:cNvPr id="729" name="Google Shape;729;p42"/>
          <p:cNvSpPr/>
          <p:nvPr/>
        </p:nvSpPr>
        <p:spPr>
          <a:xfrm flipH="1">
            <a:off x="25" y="-1625"/>
            <a:ext cx="3504450" cy="5143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730" name="Google Shape;730;p42"/>
          <p:cNvSpPr txBox="1">
            <a:spLocks noGrp="1"/>
          </p:cNvSpPr>
          <p:nvPr>
            <p:ph type="title"/>
          </p:nvPr>
        </p:nvSpPr>
        <p:spPr>
          <a:xfrm>
            <a:off x="461538" y="1670300"/>
            <a:ext cx="2738850" cy="188475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4000"/>
              <a:buFont typeface="Montserrat"/>
              <a:buNone/>
              <a:defRPr sz="2000">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1785679444"/>
      </p:ext>
    </p:extLst>
  </p:cSld>
  <p:clrMapOvr>
    <a:masterClrMapping/>
  </p:clrMapOvr>
  <p:extLst>
    <p:ext uri="{DCECCB84-F9BA-43D5-87BE-67443E8EF086}">
      <p15:sldGuideLst xmlns:p15="http://schemas.microsoft.com/office/powerpoint/2012/main">
        <p15:guide id="1" orient="horz" pos="2098">
          <p15:clr>
            <a:srgbClr val="FA7B17"/>
          </p15:clr>
        </p15:guide>
        <p15:guide id="2" orient="horz" pos="4479">
          <p15:clr>
            <a:srgbClr val="FA7B17"/>
          </p15:clr>
        </p15:guide>
        <p15:guide id="3" pos="4032">
          <p15:clr>
            <a:srgbClr val="FA7B17"/>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Grafico 2">
  <p:cSld name="Grafico 2">
    <p:spTree>
      <p:nvGrpSpPr>
        <p:cNvPr id="1" name="Shape 731"/>
        <p:cNvGrpSpPr/>
        <p:nvPr/>
      </p:nvGrpSpPr>
      <p:grpSpPr>
        <a:xfrm>
          <a:off x="0" y="0"/>
          <a:ext cx="0" cy="0"/>
          <a:chOff x="0" y="0"/>
          <a:chExt cx="0" cy="0"/>
        </a:xfrm>
      </p:grpSpPr>
      <p:sp>
        <p:nvSpPr>
          <p:cNvPr id="732" name="Google Shape;732;p43"/>
          <p:cNvSpPr/>
          <p:nvPr/>
        </p:nvSpPr>
        <p:spPr>
          <a:xfrm>
            <a:off x="-43138" y="2057400"/>
            <a:ext cx="9187200" cy="3084450"/>
          </a:xfrm>
          <a:prstGeom prst="rect">
            <a:avLst/>
          </a:prstGeom>
          <a:solidFill>
            <a:schemeClr val="lt2"/>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grpSp>
        <p:nvGrpSpPr>
          <p:cNvPr id="733" name="Google Shape;733;p43"/>
          <p:cNvGrpSpPr/>
          <p:nvPr/>
        </p:nvGrpSpPr>
        <p:grpSpPr>
          <a:xfrm>
            <a:off x="8746619" y="4870045"/>
            <a:ext cx="214804" cy="89154"/>
            <a:chOff x="1207700" y="4333950"/>
            <a:chExt cx="334325" cy="138750"/>
          </a:xfrm>
        </p:grpSpPr>
        <p:sp>
          <p:nvSpPr>
            <p:cNvPr id="734" name="Google Shape;734;p43"/>
            <p:cNvSpPr/>
            <p:nvPr/>
          </p:nvSpPr>
          <p:spPr>
            <a:xfrm>
              <a:off x="1207700" y="4333950"/>
              <a:ext cx="139850" cy="138750"/>
            </a:xfrm>
            <a:custGeom>
              <a:avLst/>
              <a:gdLst/>
              <a:ahLst/>
              <a:cxnLst/>
              <a:rect l="l" t="t" r="r" b="b"/>
              <a:pathLst>
                <a:path w="5594" h="5550" extrusionOk="0">
                  <a:moveTo>
                    <a:pt x="3390" y="438"/>
                  </a:moveTo>
                  <a:cubicBezTo>
                    <a:pt x="4363" y="438"/>
                    <a:pt x="5148" y="1232"/>
                    <a:pt x="5148" y="2196"/>
                  </a:cubicBezTo>
                  <a:lnTo>
                    <a:pt x="5148" y="3346"/>
                  </a:lnTo>
                  <a:cubicBezTo>
                    <a:pt x="5148" y="4319"/>
                    <a:pt x="4363" y="5104"/>
                    <a:pt x="3390" y="5104"/>
                  </a:cubicBezTo>
                  <a:lnTo>
                    <a:pt x="437" y="5104"/>
                  </a:lnTo>
                  <a:lnTo>
                    <a:pt x="437" y="438"/>
                  </a:lnTo>
                  <a:close/>
                  <a:moveTo>
                    <a:pt x="0" y="1"/>
                  </a:moveTo>
                  <a:lnTo>
                    <a:pt x="0" y="5550"/>
                  </a:lnTo>
                  <a:lnTo>
                    <a:pt x="3390" y="5550"/>
                  </a:lnTo>
                  <a:cubicBezTo>
                    <a:pt x="4604" y="5550"/>
                    <a:pt x="5594" y="4560"/>
                    <a:pt x="5594" y="3346"/>
                  </a:cubicBezTo>
                  <a:lnTo>
                    <a:pt x="5594" y="2196"/>
                  </a:lnTo>
                  <a:cubicBezTo>
                    <a:pt x="5594" y="982"/>
                    <a:pt x="4604" y="1"/>
                    <a:pt x="339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35" name="Google Shape;735;p43"/>
            <p:cNvSpPr/>
            <p:nvPr/>
          </p:nvSpPr>
          <p:spPr>
            <a:xfrm>
              <a:off x="1403300" y="4333950"/>
              <a:ext cx="138725" cy="138750"/>
            </a:xfrm>
            <a:custGeom>
              <a:avLst/>
              <a:gdLst/>
              <a:ahLst/>
              <a:cxnLst/>
              <a:rect l="l" t="t" r="r" b="b"/>
              <a:pathLst>
                <a:path w="5549" h="5550" extrusionOk="0">
                  <a:moveTo>
                    <a:pt x="0" y="1"/>
                  </a:moveTo>
                  <a:lnTo>
                    <a:pt x="0" y="5550"/>
                  </a:lnTo>
                  <a:lnTo>
                    <a:pt x="5549" y="5550"/>
                  </a:lnTo>
                  <a:lnTo>
                    <a:pt x="554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sp>
        <p:nvSpPr>
          <p:cNvPr id="736" name="Google Shape;736;p43"/>
          <p:cNvSpPr txBox="1">
            <a:spLocks noGrp="1"/>
          </p:cNvSpPr>
          <p:nvPr>
            <p:ph type="title"/>
          </p:nvPr>
        </p:nvSpPr>
        <p:spPr>
          <a:xfrm>
            <a:off x="461538" y="994350"/>
            <a:ext cx="3893250" cy="83115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5000"/>
              <a:buFont typeface="Montserrat Medium"/>
              <a:buNone/>
              <a:defRPr sz="2500">
                <a:latin typeface="Montserrat Medium"/>
                <a:ea typeface="Montserrat Medium"/>
                <a:cs typeface="Montserrat Medium"/>
                <a:sym typeface="Montserrat Medium"/>
              </a:defRPr>
            </a:lvl1pPr>
            <a:lvl2pPr lvl="1">
              <a:spcBef>
                <a:spcPts val="0"/>
              </a:spcBef>
              <a:spcAft>
                <a:spcPts val="0"/>
              </a:spcAft>
              <a:buSzPts val="1400"/>
              <a:buFont typeface="Montserrat Medium"/>
              <a:buNone/>
              <a:defRPr>
                <a:latin typeface="Montserrat Medium"/>
                <a:ea typeface="Montserrat Medium"/>
                <a:cs typeface="Montserrat Medium"/>
                <a:sym typeface="Montserrat Medium"/>
              </a:defRPr>
            </a:lvl2pPr>
            <a:lvl3pPr lvl="2">
              <a:spcBef>
                <a:spcPts val="0"/>
              </a:spcBef>
              <a:spcAft>
                <a:spcPts val="0"/>
              </a:spcAft>
              <a:buSzPts val="1400"/>
              <a:buFont typeface="Montserrat Medium"/>
              <a:buNone/>
              <a:defRPr>
                <a:latin typeface="Montserrat Medium"/>
                <a:ea typeface="Montserrat Medium"/>
                <a:cs typeface="Montserrat Medium"/>
                <a:sym typeface="Montserrat Medium"/>
              </a:defRPr>
            </a:lvl3pPr>
            <a:lvl4pPr lvl="3">
              <a:spcBef>
                <a:spcPts val="0"/>
              </a:spcBef>
              <a:spcAft>
                <a:spcPts val="0"/>
              </a:spcAft>
              <a:buSzPts val="1400"/>
              <a:buFont typeface="Montserrat Medium"/>
              <a:buNone/>
              <a:defRPr>
                <a:latin typeface="Montserrat Medium"/>
                <a:ea typeface="Montserrat Medium"/>
                <a:cs typeface="Montserrat Medium"/>
                <a:sym typeface="Montserrat Medium"/>
              </a:defRPr>
            </a:lvl4pPr>
            <a:lvl5pPr lvl="4">
              <a:spcBef>
                <a:spcPts val="0"/>
              </a:spcBef>
              <a:spcAft>
                <a:spcPts val="0"/>
              </a:spcAft>
              <a:buSzPts val="1400"/>
              <a:buFont typeface="Montserrat Medium"/>
              <a:buNone/>
              <a:defRPr>
                <a:latin typeface="Montserrat Medium"/>
                <a:ea typeface="Montserrat Medium"/>
                <a:cs typeface="Montserrat Medium"/>
                <a:sym typeface="Montserrat Medium"/>
              </a:defRPr>
            </a:lvl5pPr>
            <a:lvl6pPr lvl="5">
              <a:spcBef>
                <a:spcPts val="0"/>
              </a:spcBef>
              <a:spcAft>
                <a:spcPts val="0"/>
              </a:spcAft>
              <a:buSzPts val="1400"/>
              <a:buFont typeface="Montserrat Medium"/>
              <a:buNone/>
              <a:defRPr>
                <a:latin typeface="Montserrat Medium"/>
                <a:ea typeface="Montserrat Medium"/>
                <a:cs typeface="Montserrat Medium"/>
                <a:sym typeface="Montserrat Medium"/>
              </a:defRPr>
            </a:lvl6pPr>
            <a:lvl7pPr lvl="6">
              <a:spcBef>
                <a:spcPts val="0"/>
              </a:spcBef>
              <a:spcAft>
                <a:spcPts val="0"/>
              </a:spcAft>
              <a:buSzPts val="1400"/>
              <a:buFont typeface="Montserrat Medium"/>
              <a:buNone/>
              <a:defRPr>
                <a:latin typeface="Montserrat Medium"/>
                <a:ea typeface="Montserrat Medium"/>
                <a:cs typeface="Montserrat Medium"/>
                <a:sym typeface="Montserrat Medium"/>
              </a:defRPr>
            </a:lvl7pPr>
            <a:lvl8pPr lvl="7">
              <a:spcBef>
                <a:spcPts val="0"/>
              </a:spcBef>
              <a:spcAft>
                <a:spcPts val="0"/>
              </a:spcAft>
              <a:buSzPts val="1400"/>
              <a:buFont typeface="Montserrat Medium"/>
              <a:buNone/>
              <a:defRPr>
                <a:latin typeface="Montserrat Medium"/>
                <a:ea typeface="Montserrat Medium"/>
                <a:cs typeface="Montserrat Medium"/>
                <a:sym typeface="Montserrat Medium"/>
              </a:defRPr>
            </a:lvl8pPr>
            <a:lvl9pPr lvl="8">
              <a:spcBef>
                <a:spcPts val="0"/>
              </a:spcBef>
              <a:spcAft>
                <a:spcPts val="0"/>
              </a:spcAft>
              <a:buSzPts val="1400"/>
              <a:buFont typeface="Montserrat Medium"/>
              <a:buNone/>
              <a:defRPr>
                <a:latin typeface="Montserrat Medium"/>
                <a:ea typeface="Montserrat Medium"/>
                <a:cs typeface="Montserrat Medium"/>
                <a:sym typeface="Montserrat Medium"/>
              </a:defRPr>
            </a:lvl9pPr>
          </a:lstStyle>
          <a:p>
            <a:endParaRPr/>
          </a:p>
        </p:txBody>
      </p:sp>
      <p:sp>
        <p:nvSpPr>
          <p:cNvPr id="737" name="Google Shape;737;p43"/>
          <p:cNvSpPr txBox="1">
            <a:spLocks noGrp="1"/>
          </p:cNvSpPr>
          <p:nvPr>
            <p:ph type="body" idx="1"/>
          </p:nvPr>
        </p:nvSpPr>
        <p:spPr>
          <a:xfrm>
            <a:off x="4793713" y="994350"/>
            <a:ext cx="3893250" cy="831150"/>
          </a:xfrm>
          <a:prstGeom prst="rect">
            <a:avLst/>
          </a:prstGeom>
          <a:noFill/>
          <a:ln>
            <a:noFill/>
          </a:ln>
        </p:spPr>
        <p:txBody>
          <a:bodyPr spcFirstLastPara="1" wrap="square" lIns="0" tIns="91425" rIns="91425" bIns="91425" anchor="t" anchorCtr="0">
            <a:noAutofit/>
          </a:bodyPr>
          <a:lstStyle>
            <a:lvl1pPr marL="228600" lvl="0" indent="-190500">
              <a:spcBef>
                <a:spcPts val="0"/>
              </a:spcBef>
              <a:spcAft>
                <a:spcPts val="0"/>
              </a:spcAft>
              <a:buSzPts val="2400"/>
              <a:buFont typeface="Archivo"/>
              <a:buChar char="■"/>
              <a:defRPr sz="1200">
                <a:latin typeface="Archivo"/>
                <a:ea typeface="Archivo"/>
                <a:cs typeface="Archivo"/>
                <a:sym typeface="Archivo"/>
              </a:defRPr>
            </a:lvl1pPr>
            <a:lvl2pPr marL="457200" lvl="1" indent="-190500">
              <a:spcBef>
                <a:spcPts val="0"/>
              </a:spcBef>
              <a:spcAft>
                <a:spcPts val="0"/>
              </a:spcAft>
              <a:buSzPts val="2400"/>
              <a:buFont typeface="Archivo"/>
              <a:buChar char="○"/>
              <a:defRPr sz="1200">
                <a:latin typeface="Archivo"/>
                <a:ea typeface="Archivo"/>
                <a:cs typeface="Archivo"/>
                <a:sym typeface="Archivo"/>
              </a:defRPr>
            </a:lvl2pPr>
            <a:lvl3pPr marL="685800" lvl="2" indent="-190500">
              <a:spcBef>
                <a:spcPts val="0"/>
              </a:spcBef>
              <a:spcAft>
                <a:spcPts val="0"/>
              </a:spcAft>
              <a:buSzPts val="2400"/>
              <a:buFont typeface="Archivo"/>
              <a:buChar char="■"/>
              <a:defRPr sz="1200">
                <a:latin typeface="Archivo"/>
                <a:ea typeface="Archivo"/>
                <a:cs typeface="Archivo"/>
                <a:sym typeface="Archivo"/>
              </a:defRPr>
            </a:lvl3pPr>
            <a:lvl4pPr marL="914400" lvl="3" indent="-190500">
              <a:spcBef>
                <a:spcPts val="0"/>
              </a:spcBef>
              <a:spcAft>
                <a:spcPts val="0"/>
              </a:spcAft>
              <a:buSzPts val="2400"/>
              <a:buFont typeface="Archivo"/>
              <a:buChar char="●"/>
              <a:defRPr sz="1200">
                <a:latin typeface="Archivo"/>
                <a:ea typeface="Archivo"/>
                <a:cs typeface="Archivo"/>
                <a:sym typeface="Archivo"/>
              </a:defRPr>
            </a:lvl4pPr>
            <a:lvl5pPr marL="1143000" lvl="4" indent="-190500">
              <a:spcBef>
                <a:spcPts val="0"/>
              </a:spcBef>
              <a:spcAft>
                <a:spcPts val="0"/>
              </a:spcAft>
              <a:buSzPts val="2400"/>
              <a:buFont typeface="Archivo"/>
              <a:buChar char="○"/>
              <a:defRPr sz="1200">
                <a:latin typeface="Archivo"/>
                <a:ea typeface="Archivo"/>
                <a:cs typeface="Archivo"/>
                <a:sym typeface="Archivo"/>
              </a:defRPr>
            </a:lvl5pPr>
            <a:lvl6pPr marL="1371600" lvl="5" indent="-190500">
              <a:spcBef>
                <a:spcPts val="0"/>
              </a:spcBef>
              <a:spcAft>
                <a:spcPts val="0"/>
              </a:spcAft>
              <a:buSzPts val="2400"/>
              <a:buFont typeface="Archivo"/>
              <a:buChar char="■"/>
              <a:defRPr sz="1200">
                <a:latin typeface="Archivo"/>
                <a:ea typeface="Archivo"/>
                <a:cs typeface="Archivo"/>
                <a:sym typeface="Archivo"/>
              </a:defRPr>
            </a:lvl6pPr>
            <a:lvl7pPr marL="1600200" lvl="6" indent="-190500">
              <a:spcBef>
                <a:spcPts val="0"/>
              </a:spcBef>
              <a:spcAft>
                <a:spcPts val="0"/>
              </a:spcAft>
              <a:buSzPts val="2400"/>
              <a:buFont typeface="Archivo"/>
              <a:buChar char="●"/>
              <a:defRPr sz="1200">
                <a:latin typeface="Archivo"/>
                <a:ea typeface="Archivo"/>
                <a:cs typeface="Archivo"/>
                <a:sym typeface="Archivo"/>
              </a:defRPr>
            </a:lvl7pPr>
            <a:lvl8pPr marL="1828800" lvl="7" indent="-190500">
              <a:spcBef>
                <a:spcPts val="0"/>
              </a:spcBef>
              <a:spcAft>
                <a:spcPts val="0"/>
              </a:spcAft>
              <a:buSzPts val="2400"/>
              <a:buFont typeface="Archivo"/>
              <a:buChar char="○"/>
              <a:defRPr sz="1200">
                <a:latin typeface="Archivo"/>
                <a:ea typeface="Archivo"/>
                <a:cs typeface="Archivo"/>
                <a:sym typeface="Archivo"/>
              </a:defRPr>
            </a:lvl8pPr>
            <a:lvl9pPr marL="2057400" lvl="8" indent="-190500">
              <a:spcBef>
                <a:spcPts val="0"/>
              </a:spcBef>
              <a:spcAft>
                <a:spcPts val="0"/>
              </a:spcAft>
              <a:buSzPts val="2400"/>
              <a:buFont typeface="Archivo"/>
              <a:buChar char="■"/>
              <a:defRPr sz="1200">
                <a:latin typeface="Archivo"/>
                <a:ea typeface="Archivo"/>
                <a:cs typeface="Archivo"/>
                <a:sym typeface="Archivo"/>
              </a:defRPr>
            </a:lvl9pPr>
          </a:lstStyle>
          <a:p>
            <a:endParaRPr/>
          </a:p>
        </p:txBody>
      </p:sp>
    </p:spTree>
    <p:extLst>
      <p:ext uri="{BB962C8B-B14F-4D97-AF65-F5344CB8AC3E}">
        <p14:creationId xmlns:p14="http://schemas.microsoft.com/office/powerpoint/2010/main" val="3474920492"/>
      </p:ext>
    </p:extLst>
  </p:cSld>
  <p:clrMapOvr>
    <a:masterClrMapping/>
  </p:clrMapOvr>
  <p:extLst>
    <p:ext uri="{DCECCB84-F9BA-43D5-87BE-67443E8EF086}">
      <p15:sldGuideLst xmlns:p15="http://schemas.microsoft.com/office/powerpoint/2012/main">
        <p15:guide id="1" orient="horz" pos="1701">
          <p15:clr>
            <a:srgbClr val="FA7B17"/>
          </p15:clr>
        </p15:guide>
        <p15:guide id="2" orient="horz" pos="1296">
          <p15:clr>
            <a:srgbClr val="FA7B17"/>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ódigo 1">
  <p:cSld name="Código 1">
    <p:spTree>
      <p:nvGrpSpPr>
        <p:cNvPr id="1" name="Shape 738"/>
        <p:cNvGrpSpPr/>
        <p:nvPr/>
      </p:nvGrpSpPr>
      <p:grpSpPr>
        <a:xfrm>
          <a:off x="0" y="0"/>
          <a:ext cx="0" cy="0"/>
          <a:chOff x="0" y="0"/>
          <a:chExt cx="0" cy="0"/>
        </a:xfrm>
      </p:grpSpPr>
      <p:sp>
        <p:nvSpPr>
          <p:cNvPr id="739" name="Google Shape;739;p44"/>
          <p:cNvSpPr/>
          <p:nvPr/>
        </p:nvSpPr>
        <p:spPr>
          <a:xfrm>
            <a:off x="2201238" y="134879"/>
            <a:ext cx="7476450" cy="5099100"/>
          </a:xfrm>
          <a:prstGeom prst="rect">
            <a:avLst/>
          </a:prstGeom>
          <a:solidFill>
            <a:schemeClr val="accent3"/>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740" name="Google Shape;740;p44"/>
          <p:cNvSpPr/>
          <p:nvPr/>
        </p:nvSpPr>
        <p:spPr>
          <a:xfrm>
            <a:off x="2315538" y="-72213"/>
            <a:ext cx="7476450" cy="5493300"/>
          </a:xfrm>
          <a:prstGeom prst="rect">
            <a:avLst/>
          </a:prstGeom>
          <a:solidFill>
            <a:srgbClr val="000000"/>
          </a:solidFill>
          <a:ln w="28575" cap="flat" cmpd="sng">
            <a:solidFill>
              <a:srgbClr val="FFFFFF"/>
            </a:solidFill>
            <a:prstDash val="solid"/>
            <a:round/>
            <a:headEnd type="none" w="sm" len="sm"/>
            <a:tailEnd type="none" w="sm" len="sm"/>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grpSp>
        <p:nvGrpSpPr>
          <p:cNvPr id="741" name="Google Shape;741;p44"/>
          <p:cNvGrpSpPr/>
          <p:nvPr/>
        </p:nvGrpSpPr>
        <p:grpSpPr>
          <a:xfrm>
            <a:off x="8746619" y="4870045"/>
            <a:ext cx="214804" cy="89154"/>
            <a:chOff x="1207700" y="4333950"/>
            <a:chExt cx="334325" cy="138750"/>
          </a:xfrm>
        </p:grpSpPr>
        <p:sp>
          <p:nvSpPr>
            <p:cNvPr id="742" name="Google Shape;742;p44"/>
            <p:cNvSpPr/>
            <p:nvPr/>
          </p:nvSpPr>
          <p:spPr>
            <a:xfrm>
              <a:off x="1207700" y="4333950"/>
              <a:ext cx="139850" cy="138750"/>
            </a:xfrm>
            <a:custGeom>
              <a:avLst/>
              <a:gdLst/>
              <a:ahLst/>
              <a:cxnLst/>
              <a:rect l="l" t="t" r="r" b="b"/>
              <a:pathLst>
                <a:path w="5594" h="5550" extrusionOk="0">
                  <a:moveTo>
                    <a:pt x="3390" y="438"/>
                  </a:moveTo>
                  <a:cubicBezTo>
                    <a:pt x="4363" y="438"/>
                    <a:pt x="5148" y="1232"/>
                    <a:pt x="5148" y="2196"/>
                  </a:cubicBezTo>
                  <a:lnTo>
                    <a:pt x="5148" y="3346"/>
                  </a:lnTo>
                  <a:cubicBezTo>
                    <a:pt x="5148" y="4319"/>
                    <a:pt x="4363" y="5104"/>
                    <a:pt x="3390" y="5104"/>
                  </a:cubicBezTo>
                  <a:lnTo>
                    <a:pt x="437" y="5104"/>
                  </a:lnTo>
                  <a:lnTo>
                    <a:pt x="437" y="438"/>
                  </a:lnTo>
                  <a:close/>
                  <a:moveTo>
                    <a:pt x="0" y="1"/>
                  </a:moveTo>
                  <a:lnTo>
                    <a:pt x="0" y="5550"/>
                  </a:lnTo>
                  <a:lnTo>
                    <a:pt x="3390" y="5550"/>
                  </a:lnTo>
                  <a:cubicBezTo>
                    <a:pt x="4604" y="5550"/>
                    <a:pt x="5594" y="4560"/>
                    <a:pt x="5594" y="3346"/>
                  </a:cubicBezTo>
                  <a:lnTo>
                    <a:pt x="5594" y="2196"/>
                  </a:lnTo>
                  <a:cubicBezTo>
                    <a:pt x="5594" y="982"/>
                    <a:pt x="4604" y="1"/>
                    <a:pt x="339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43" name="Google Shape;743;p44"/>
            <p:cNvSpPr/>
            <p:nvPr/>
          </p:nvSpPr>
          <p:spPr>
            <a:xfrm>
              <a:off x="1403300" y="4333950"/>
              <a:ext cx="138725" cy="138750"/>
            </a:xfrm>
            <a:custGeom>
              <a:avLst/>
              <a:gdLst/>
              <a:ahLst/>
              <a:cxnLst/>
              <a:rect l="l" t="t" r="r" b="b"/>
              <a:pathLst>
                <a:path w="5549" h="5550" extrusionOk="0">
                  <a:moveTo>
                    <a:pt x="0" y="1"/>
                  </a:moveTo>
                  <a:lnTo>
                    <a:pt x="0" y="5550"/>
                  </a:lnTo>
                  <a:lnTo>
                    <a:pt x="5549" y="5550"/>
                  </a:lnTo>
                  <a:lnTo>
                    <a:pt x="554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grpSp>
        <p:nvGrpSpPr>
          <p:cNvPr id="744" name="Google Shape;744;p44"/>
          <p:cNvGrpSpPr/>
          <p:nvPr/>
        </p:nvGrpSpPr>
        <p:grpSpPr>
          <a:xfrm>
            <a:off x="515756" y="3940455"/>
            <a:ext cx="1153954" cy="1203040"/>
            <a:chOff x="9828688" y="2900872"/>
            <a:chExt cx="1372856" cy="1431253"/>
          </a:xfrm>
        </p:grpSpPr>
        <p:sp>
          <p:nvSpPr>
            <p:cNvPr id="745" name="Google Shape;745;p44"/>
            <p:cNvSpPr/>
            <p:nvPr/>
          </p:nvSpPr>
          <p:spPr>
            <a:xfrm>
              <a:off x="9828688" y="3792902"/>
              <a:ext cx="1073859" cy="536976"/>
            </a:xfrm>
            <a:custGeom>
              <a:avLst/>
              <a:gdLst/>
              <a:ahLst/>
              <a:cxnLst/>
              <a:rect l="l" t="t" r="r" b="b"/>
              <a:pathLst>
                <a:path w="11475" h="5738" extrusionOk="0">
                  <a:moveTo>
                    <a:pt x="5737" y="0"/>
                  </a:moveTo>
                  <a:cubicBezTo>
                    <a:pt x="2566" y="0"/>
                    <a:pt x="0" y="2572"/>
                    <a:pt x="0" y="5737"/>
                  </a:cubicBezTo>
                  <a:lnTo>
                    <a:pt x="11474" y="5737"/>
                  </a:lnTo>
                  <a:cubicBezTo>
                    <a:pt x="11474" y="2572"/>
                    <a:pt x="8908" y="0"/>
                    <a:pt x="573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46" name="Google Shape;746;p44"/>
            <p:cNvSpPr/>
            <p:nvPr/>
          </p:nvSpPr>
          <p:spPr>
            <a:xfrm>
              <a:off x="10056748" y="3144468"/>
              <a:ext cx="617645" cy="617083"/>
            </a:xfrm>
            <a:custGeom>
              <a:avLst/>
              <a:gdLst/>
              <a:ahLst/>
              <a:cxnLst/>
              <a:rect l="l" t="t" r="r" b="b"/>
              <a:pathLst>
                <a:path w="6600" h="6594" extrusionOk="0">
                  <a:moveTo>
                    <a:pt x="3300" y="1"/>
                  </a:moveTo>
                  <a:cubicBezTo>
                    <a:pt x="1479" y="1"/>
                    <a:pt x="1" y="1479"/>
                    <a:pt x="1" y="3300"/>
                  </a:cubicBezTo>
                  <a:cubicBezTo>
                    <a:pt x="1" y="5121"/>
                    <a:pt x="1479" y="6593"/>
                    <a:pt x="3300" y="6593"/>
                  </a:cubicBezTo>
                  <a:cubicBezTo>
                    <a:pt x="5121" y="6593"/>
                    <a:pt x="6599" y="5121"/>
                    <a:pt x="6599" y="3300"/>
                  </a:cubicBezTo>
                  <a:cubicBezTo>
                    <a:pt x="6599" y="1479"/>
                    <a:pt x="5121" y="1"/>
                    <a:pt x="33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47" name="Google Shape;747;p44"/>
            <p:cNvSpPr/>
            <p:nvPr/>
          </p:nvSpPr>
          <p:spPr>
            <a:xfrm>
              <a:off x="10365571" y="3424093"/>
              <a:ext cx="57834" cy="122406"/>
            </a:xfrm>
            <a:custGeom>
              <a:avLst/>
              <a:gdLst/>
              <a:ahLst/>
              <a:cxnLst/>
              <a:rect l="l" t="t" r="r" b="b"/>
              <a:pathLst>
                <a:path w="618" h="1308" extrusionOk="0">
                  <a:moveTo>
                    <a:pt x="464" y="0"/>
                  </a:moveTo>
                  <a:lnTo>
                    <a:pt x="464" y="1155"/>
                  </a:lnTo>
                  <a:lnTo>
                    <a:pt x="0" y="1155"/>
                  </a:lnTo>
                  <a:lnTo>
                    <a:pt x="0" y="1308"/>
                  </a:lnTo>
                  <a:lnTo>
                    <a:pt x="617" y="1308"/>
                  </a:lnTo>
                  <a:lnTo>
                    <a:pt x="61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48" name="Google Shape;748;p44"/>
            <p:cNvSpPr/>
            <p:nvPr/>
          </p:nvSpPr>
          <p:spPr>
            <a:xfrm>
              <a:off x="9904115" y="3302903"/>
              <a:ext cx="149919" cy="300213"/>
            </a:xfrm>
            <a:custGeom>
              <a:avLst/>
              <a:gdLst/>
              <a:ahLst/>
              <a:cxnLst/>
              <a:rect l="l" t="t" r="r" b="b"/>
              <a:pathLst>
                <a:path w="1602" h="3208" extrusionOk="0">
                  <a:moveTo>
                    <a:pt x="1601" y="0"/>
                  </a:moveTo>
                  <a:cubicBezTo>
                    <a:pt x="715" y="0"/>
                    <a:pt x="1" y="721"/>
                    <a:pt x="1" y="1607"/>
                  </a:cubicBezTo>
                  <a:cubicBezTo>
                    <a:pt x="1" y="2493"/>
                    <a:pt x="715" y="3208"/>
                    <a:pt x="1601" y="3208"/>
                  </a:cubicBezTo>
                  <a:lnTo>
                    <a:pt x="16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49" name="Google Shape;749;p44"/>
            <p:cNvSpPr/>
            <p:nvPr/>
          </p:nvSpPr>
          <p:spPr>
            <a:xfrm>
              <a:off x="10675423" y="3302903"/>
              <a:ext cx="149919" cy="300213"/>
            </a:xfrm>
            <a:custGeom>
              <a:avLst/>
              <a:gdLst/>
              <a:ahLst/>
              <a:cxnLst/>
              <a:rect l="l" t="t" r="r" b="b"/>
              <a:pathLst>
                <a:path w="1602" h="3208" extrusionOk="0">
                  <a:moveTo>
                    <a:pt x="0" y="0"/>
                  </a:moveTo>
                  <a:lnTo>
                    <a:pt x="0" y="3208"/>
                  </a:lnTo>
                  <a:cubicBezTo>
                    <a:pt x="886" y="3208"/>
                    <a:pt x="1601" y="2493"/>
                    <a:pt x="1601" y="1607"/>
                  </a:cubicBezTo>
                  <a:cubicBezTo>
                    <a:pt x="1601" y="721"/>
                    <a:pt x="886" y="0"/>
                    <a:pt x="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50" name="Google Shape;750;p44"/>
            <p:cNvSpPr/>
            <p:nvPr/>
          </p:nvSpPr>
          <p:spPr>
            <a:xfrm>
              <a:off x="10042524" y="2900872"/>
              <a:ext cx="645532" cy="702243"/>
            </a:xfrm>
            <a:custGeom>
              <a:avLst/>
              <a:gdLst/>
              <a:ahLst/>
              <a:cxnLst/>
              <a:rect l="l" t="t" r="r" b="b"/>
              <a:pathLst>
                <a:path w="6898" h="7504" extrusionOk="0">
                  <a:moveTo>
                    <a:pt x="3452" y="1"/>
                  </a:moveTo>
                  <a:cubicBezTo>
                    <a:pt x="1552" y="1"/>
                    <a:pt x="0" y="1547"/>
                    <a:pt x="0" y="3447"/>
                  </a:cubicBezTo>
                  <a:lnTo>
                    <a:pt x="0" y="7504"/>
                  </a:lnTo>
                  <a:lnTo>
                    <a:pt x="153" y="7504"/>
                  </a:lnTo>
                  <a:lnTo>
                    <a:pt x="153" y="3447"/>
                  </a:lnTo>
                  <a:cubicBezTo>
                    <a:pt x="153" y="1632"/>
                    <a:pt x="1631" y="154"/>
                    <a:pt x="3452" y="154"/>
                  </a:cubicBezTo>
                  <a:cubicBezTo>
                    <a:pt x="5267" y="154"/>
                    <a:pt x="6745" y="1632"/>
                    <a:pt x="6745" y="3447"/>
                  </a:cubicBezTo>
                  <a:lnTo>
                    <a:pt x="6745" y="7504"/>
                  </a:lnTo>
                  <a:lnTo>
                    <a:pt x="6898" y="7504"/>
                  </a:lnTo>
                  <a:lnTo>
                    <a:pt x="6898" y="3447"/>
                  </a:lnTo>
                  <a:cubicBezTo>
                    <a:pt x="6898" y="1547"/>
                    <a:pt x="5352" y="1"/>
                    <a:pt x="345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51" name="Google Shape;751;p44"/>
            <p:cNvSpPr/>
            <p:nvPr/>
          </p:nvSpPr>
          <p:spPr>
            <a:xfrm>
              <a:off x="10365571" y="3642515"/>
              <a:ext cx="828486" cy="575813"/>
            </a:xfrm>
            <a:custGeom>
              <a:avLst/>
              <a:gdLst/>
              <a:ahLst/>
              <a:cxnLst/>
              <a:rect l="l" t="t" r="r" b="b"/>
              <a:pathLst>
                <a:path w="8853" h="6153" extrusionOk="0">
                  <a:moveTo>
                    <a:pt x="513" y="0"/>
                  </a:moveTo>
                  <a:cubicBezTo>
                    <a:pt x="226" y="0"/>
                    <a:pt x="0" y="232"/>
                    <a:pt x="0" y="513"/>
                  </a:cubicBezTo>
                  <a:lnTo>
                    <a:pt x="0" y="5646"/>
                  </a:lnTo>
                  <a:cubicBezTo>
                    <a:pt x="0" y="5927"/>
                    <a:pt x="226" y="6153"/>
                    <a:pt x="513" y="6153"/>
                  </a:cubicBezTo>
                  <a:lnTo>
                    <a:pt x="8340" y="6153"/>
                  </a:lnTo>
                  <a:cubicBezTo>
                    <a:pt x="8627" y="6153"/>
                    <a:pt x="8853" y="5927"/>
                    <a:pt x="8853" y="5646"/>
                  </a:cubicBezTo>
                  <a:lnTo>
                    <a:pt x="8853" y="513"/>
                  </a:lnTo>
                  <a:cubicBezTo>
                    <a:pt x="8853" y="232"/>
                    <a:pt x="8627" y="0"/>
                    <a:pt x="83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52" name="Google Shape;752;p44"/>
            <p:cNvSpPr/>
            <p:nvPr/>
          </p:nvSpPr>
          <p:spPr>
            <a:xfrm>
              <a:off x="10358084" y="3635590"/>
              <a:ext cx="843459" cy="590225"/>
            </a:xfrm>
            <a:custGeom>
              <a:avLst/>
              <a:gdLst/>
              <a:ahLst/>
              <a:cxnLst/>
              <a:rect l="l" t="t" r="r" b="b"/>
              <a:pathLst>
                <a:path w="9013" h="6307" extrusionOk="0">
                  <a:moveTo>
                    <a:pt x="8420" y="154"/>
                  </a:moveTo>
                  <a:cubicBezTo>
                    <a:pt x="8664" y="154"/>
                    <a:pt x="8860" y="349"/>
                    <a:pt x="8860" y="587"/>
                  </a:cubicBezTo>
                  <a:lnTo>
                    <a:pt x="8860" y="5720"/>
                  </a:lnTo>
                  <a:cubicBezTo>
                    <a:pt x="8860" y="5958"/>
                    <a:pt x="8664" y="6153"/>
                    <a:pt x="8420" y="6153"/>
                  </a:cubicBezTo>
                  <a:lnTo>
                    <a:pt x="593" y="6153"/>
                  </a:lnTo>
                  <a:cubicBezTo>
                    <a:pt x="349" y="6153"/>
                    <a:pt x="153" y="5958"/>
                    <a:pt x="153" y="5720"/>
                  </a:cubicBezTo>
                  <a:lnTo>
                    <a:pt x="153" y="587"/>
                  </a:lnTo>
                  <a:cubicBezTo>
                    <a:pt x="153" y="349"/>
                    <a:pt x="349" y="154"/>
                    <a:pt x="593" y="154"/>
                  </a:cubicBezTo>
                  <a:close/>
                  <a:moveTo>
                    <a:pt x="593" y="1"/>
                  </a:moveTo>
                  <a:cubicBezTo>
                    <a:pt x="269" y="1"/>
                    <a:pt x="1" y="264"/>
                    <a:pt x="1" y="587"/>
                  </a:cubicBezTo>
                  <a:lnTo>
                    <a:pt x="1" y="5720"/>
                  </a:lnTo>
                  <a:cubicBezTo>
                    <a:pt x="1" y="6043"/>
                    <a:pt x="269" y="6306"/>
                    <a:pt x="593" y="6306"/>
                  </a:cubicBezTo>
                  <a:lnTo>
                    <a:pt x="8420" y="6306"/>
                  </a:lnTo>
                  <a:cubicBezTo>
                    <a:pt x="8744" y="6306"/>
                    <a:pt x="9012" y="6043"/>
                    <a:pt x="9012" y="5720"/>
                  </a:cubicBezTo>
                  <a:lnTo>
                    <a:pt x="9012" y="587"/>
                  </a:lnTo>
                  <a:cubicBezTo>
                    <a:pt x="9012" y="264"/>
                    <a:pt x="8744" y="1"/>
                    <a:pt x="842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53" name="Google Shape;753;p44"/>
            <p:cNvSpPr/>
            <p:nvPr/>
          </p:nvSpPr>
          <p:spPr>
            <a:xfrm>
              <a:off x="10370063" y="4258850"/>
              <a:ext cx="822871" cy="73275"/>
            </a:xfrm>
            <a:custGeom>
              <a:avLst/>
              <a:gdLst/>
              <a:ahLst/>
              <a:cxnLst/>
              <a:rect l="l" t="t" r="r" b="b"/>
              <a:pathLst>
                <a:path w="8793" h="783" extrusionOk="0">
                  <a:moveTo>
                    <a:pt x="1" y="0"/>
                  </a:moveTo>
                  <a:lnTo>
                    <a:pt x="1" y="630"/>
                  </a:lnTo>
                  <a:cubicBezTo>
                    <a:pt x="1" y="715"/>
                    <a:pt x="68" y="783"/>
                    <a:pt x="154" y="783"/>
                  </a:cubicBezTo>
                  <a:lnTo>
                    <a:pt x="8640" y="783"/>
                  </a:lnTo>
                  <a:cubicBezTo>
                    <a:pt x="8726" y="783"/>
                    <a:pt x="8793" y="715"/>
                    <a:pt x="8793" y="630"/>
                  </a:cubicBezTo>
                  <a:lnTo>
                    <a:pt x="879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54" name="Google Shape;754;p44"/>
            <p:cNvSpPr/>
            <p:nvPr/>
          </p:nvSpPr>
          <p:spPr>
            <a:xfrm>
              <a:off x="10729140" y="3878062"/>
              <a:ext cx="104719" cy="104719"/>
            </a:xfrm>
            <a:custGeom>
              <a:avLst/>
              <a:gdLst/>
              <a:ahLst/>
              <a:cxnLst/>
              <a:rect l="l" t="t" r="r" b="b"/>
              <a:pathLst>
                <a:path w="1119" h="1119" extrusionOk="0">
                  <a:moveTo>
                    <a:pt x="563" y="0"/>
                  </a:moveTo>
                  <a:cubicBezTo>
                    <a:pt x="251" y="0"/>
                    <a:pt x="1" y="251"/>
                    <a:pt x="1" y="563"/>
                  </a:cubicBezTo>
                  <a:cubicBezTo>
                    <a:pt x="1" y="868"/>
                    <a:pt x="251" y="1118"/>
                    <a:pt x="563" y="1118"/>
                  </a:cubicBezTo>
                  <a:cubicBezTo>
                    <a:pt x="868" y="1118"/>
                    <a:pt x="1119" y="868"/>
                    <a:pt x="1119" y="563"/>
                  </a:cubicBezTo>
                  <a:cubicBezTo>
                    <a:pt x="1119" y="251"/>
                    <a:pt x="868" y="0"/>
                    <a:pt x="5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grpSp>
        <p:nvGrpSpPr>
          <p:cNvPr id="755" name="Google Shape;755;p44"/>
          <p:cNvGrpSpPr/>
          <p:nvPr/>
        </p:nvGrpSpPr>
        <p:grpSpPr>
          <a:xfrm>
            <a:off x="1514187" y="4015899"/>
            <a:ext cx="534254" cy="400882"/>
            <a:chOff x="6205825" y="562811"/>
            <a:chExt cx="1049100" cy="787200"/>
          </a:xfrm>
        </p:grpSpPr>
        <p:sp>
          <p:nvSpPr>
            <p:cNvPr id="756" name="Google Shape;756;p44"/>
            <p:cNvSpPr/>
            <p:nvPr/>
          </p:nvSpPr>
          <p:spPr>
            <a:xfrm>
              <a:off x="6205825" y="562811"/>
              <a:ext cx="1049100" cy="787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pic>
          <p:nvPicPr>
            <p:cNvPr id="757" name="Google Shape;757;p44"/>
            <p:cNvPicPr preferRelativeResize="0"/>
            <p:nvPr/>
          </p:nvPicPr>
          <p:blipFill>
            <a:blip r:embed="rId2">
              <a:alphaModFix/>
            </a:blip>
            <a:stretch>
              <a:fillRect/>
            </a:stretch>
          </p:blipFill>
          <p:spPr>
            <a:xfrm>
              <a:off x="6283448" y="694295"/>
              <a:ext cx="893849" cy="582461"/>
            </a:xfrm>
            <a:prstGeom prst="rect">
              <a:avLst/>
            </a:prstGeom>
            <a:noFill/>
            <a:ln>
              <a:noFill/>
            </a:ln>
          </p:spPr>
        </p:pic>
      </p:grpSp>
      <p:grpSp>
        <p:nvGrpSpPr>
          <p:cNvPr id="758" name="Google Shape;758;p44"/>
          <p:cNvGrpSpPr/>
          <p:nvPr/>
        </p:nvGrpSpPr>
        <p:grpSpPr>
          <a:xfrm>
            <a:off x="8746619" y="4870045"/>
            <a:ext cx="214804" cy="89154"/>
            <a:chOff x="1207700" y="4333950"/>
            <a:chExt cx="334325" cy="138750"/>
          </a:xfrm>
        </p:grpSpPr>
        <p:sp>
          <p:nvSpPr>
            <p:cNvPr id="759" name="Google Shape;759;p44"/>
            <p:cNvSpPr/>
            <p:nvPr/>
          </p:nvSpPr>
          <p:spPr>
            <a:xfrm>
              <a:off x="1207700" y="4333950"/>
              <a:ext cx="139850" cy="138750"/>
            </a:xfrm>
            <a:custGeom>
              <a:avLst/>
              <a:gdLst/>
              <a:ahLst/>
              <a:cxnLst/>
              <a:rect l="l" t="t" r="r" b="b"/>
              <a:pathLst>
                <a:path w="5594" h="5550" extrusionOk="0">
                  <a:moveTo>
                    <a:pt x="3390" y="438"/>
                  </a:moveTo>
                  <a:cubicBezTo>
                    <a:pt x="4363" y="438"/>
                    <a:pt x="5148" y="1232"/>
                    <a:pt x="5148" y="2196"/>
                  </a:cubicBezTo>
                  <a:lnTo>
                    <a:pt x="5148" y="3346"/>
                  </a:lnTo>
                  <a:cubicBezTo>
                    <a:pt x="5148" y="4319"/>
                    <a:pt x="4363" y="5104"/>
                    <a:pt x="3390" y="5104"/>
                  </a:cubicBezTo>
                  <a:lnTo>
                    <a:pt x="437" y="5104"/>
                  </a:lnTo>
                  <a:lnTo>
                    <a:pt x="437" y="438"/>
                  </a:lnTo>
                  <a:close/>
                  <a:moveTo>
                    <a:pt x="0" y="1"/>
                  </a:moveTo>
                  <a:lnTo>
                    <a:pt x="0" y="5550"/>
                  </a:lnTo>
                  <a:lnTo>
                    <a:pt x="3390" y="5550"/>
                  </a:lnTo>
                  <a:cubicBezTo>
                    <a:pt x="4604" y="5550"/>
                    <a:pt x="5594" y="4560"/>
                    <a:pt x="5594" y="3346"/>
                  </a:cubicBezTo>
                  <a:lnTo>
                    <a:pt x="5594" y="2196"/>
                  </a:lnTo>
                  <a:cubicBezTo>
                    <a:pt x="5594" y="982"/>
                    <a:pt x="4604" y="1"/>
                    <a:pt x="33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60" name="Google Shape;760;p44"/>
            <p:cNvSpPr/>
            <p:nvPr/>
          </p:nvSpPr>
          <p:spPr>
            <a:xfrm>
              <a:off x="1403300" y="4333950"/>
              <a:ext cx="138725" cy="138750"/>
            </a:xfrm>
            <a:custGeom>
              <a:avLst/>
              <a:gdLst/>
              <a:ahLst/>
              <a:cxnLst/>
              <a:rect l="l" t="t" r="r" b="b"/>
              <a:pathLst>
                <a:path w="5549" h="5550" extrusionOk="0">
                  <a:moveTo>
                    <a:pt x="0" y="1"/>
                  </a:moveTo>
                  <a:lnTo>
                    <a:pt x="0" y="5550"/>
                  </a:lnTo>
                  <a:lnTo>
                    <a:pt x="5549" y="5550"/>
                  </a:lnTo>
                  <a:lnTo>
                    <a:pt x="554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sp>
        <p:nvSpPr>
          <p:cNvPr id="761" name="Google Shape;761;p44"/>
          <p:cNvSpPr txBox="1">
            <a:spLocks noGrp="1"/>
          </p:cNvSpPr>
          <p:nvPr>
            <p:ph type="body" idx="1"/>
          </p:nvPr>
        </p:nvSpPr>
        <p:spPr>
          <a:xfrm>
            <a:off x="477688" y="688762"/>
            <a:ext cx="1570800" cy="2766150"/>
          </a:xfrm>
          <a:prstGeom prst="rect">
            <a:avLst/>
          </a:prstGeom>
          <a:noFill/>
          <a:ln>
            <a:noFill/>
          </a:ln>
        </p:spPr>
        <p:txBody>
          <a:bodyPr spcFirstLastPara="1" wrap="square" lIns="91425" tIns="91425" rIns="91425" bIns="91425" anchor="t" anchorCtr="0">
            <a:noAutofit/>
          </a:bodyPr>
          <a:lstStyle>
            <a:lvl1pPr marL="228600" lvl="0" indent="-184150">
              <a:spcBef>
                <a:spcPts val="0"/>
              </a:spcBef>
              <a:spcAft>
                <a:spcPts val="0"/>
              </a:spcAft>
              <a:buSzPts val="2200"/>
              <a:buFont typeface="Archivo"/>
              <a:buChar char="●"/>
              <a:defRPr sz="1100">
                <a:latin typeface="Archivo"/>
                <a:ea typeface="Archivo"/>
                <a:cs typeface="Archivo"/>
                <a:sym typeface="Archivo"/>
              </a:defRPr>
            </a:lvl1pPr>
            <a:lvl2pPr marL="457200" lvl="1" indent="-184150">
              <a:spcBef>
                <a:spcPts val="0"/>
              </a:spcBef>
              <a:spcAft>
                <a:spcPts val="0"/>
              </a:spcAft>
              <a:buSzPts val="2200"/>
              <a:buFont typeface="Archivo"/>
              <a:buChar char="○"/>
              <a:defRPr sz="1100">
                <a:latin typeface="Archivo"/>
                <a:ea typeface="Archivo"/>
                <a:cs typeface="Archivo"/>
                <a:sym typeface="Archivo"/>
              </a:defRPr>
            </a:lvl2pPr>
            <a:lvl3pPr marL="685800" lvl="2" indent="-184150">
              <a:spcBef>
                <a:spcPts val="0"/>
              </a:spcBef>
              <a:spcAft>
                <a:spcPts val="0"/>
              </a:spcAft>
              <a:buSzPts val="2200"/>
              <a:buFont typeface="Archivo"/>
              <a:buChar char="■"/>
              <a:defRPr sz="1100">
                <a:latin typeface="Archivo"/>
                <a:ea typeface="Archivo"/>
                <a:cs typeface="Archivo"/>
                <a:sym typeface="Archivo"/>
              </a:defRPr>
            </a:lvl3pPr>
            <a:lvl4pPr marL="914400" lvl="3" indent="-184150">
              <a:spcBef>
                <a:spcPts val="0"/>
              </a:spcBef>
              <a:spcAft>
                <a:spcPts val="0"/>
              </a:spcAft>
              <a:buSzPts val="2200"/>
              <a:buFont typeface="Archivo"/>
              <a:buChar char="●"/>
              <a:defRPr sz="1100">
                <a:latin typeface="Archivo"/>
                <a:ea typeface="Archivo"/>
                <a:cs typeface="Archivo"/>
                <a:sym typeface="Archivo"/>
              </a:defRPr>
            </a:lvl4pPr>
            <a:lvl5pPr marL="1143000" lvl="4" indent="-184150">
              <a:spcBef>
                <a:spcPts val="0"/>
              </a:spcBef>
              <a:spcAft>
                <a:spcPts val="0"/>
              </a:spcAft>
              <a:buSzPts val="2200"/>
              <a:buFont typeface="Archivo"/>
              <a:buChar char="○"/>
              <a:defRPr sz="1100">
                <a:latin typeface="Archivo"/>
                <a:ea typeface="Archivo"/>
                <a:cs typeface="Archivo"/>
                <a:sym typeface="Archivo"/>
              </a:defRPr>
            </a:lvl5pPr>
            <a:lvl6pPr marL="1371600" lvl="5" indent="-184150">
              <a:spcBef>
                <a:spcPts val="0"/>
              </a:spcBef>
              <a:spcAft>
                <a:spcPts val="0"/>
              </a:spcAft>
              <a:buSzPts val="2200"/>
              <a:buFont typeface="Archivo"/>
              <a:buChar char="■"/>
              <a:defRPr sz="1100">
                <a:latin typeface="Archivo"/>
                <a:ea typeface="Archivo"/>
                <a:cs typeface="Archivo"/>
                <a:sym typeface="Archivo"/>
              </a:defRPr>
            </a:lvl6pPr>
            <a:lvl7pPr marL="1600200" lvl="6" indent="-184150">
              <a:spcBef>
                <a:spcPts val="0"/>
              </a:spcBef>
              <a:spcAft>
                <a:spcPts val="0"/>
              </a:spcAft>
              <a:buSzPts val="2200"/>
              <a:buFont typeface="Archivo"/>
              <a:buChar char="●"/>
              <a:defRPr sz="1100">
                <a:latin typeface="Archivo"/>
                <a:ea typeface="Archivo"/>
                <a:cs typeface="Archivo"/>
                <a:sym typeface="Archivo"/>
              </a:defRPr>
            </a:lvl7pPr>
            <a:lvl8pPr marL="1828800" lvl="7" indent="-184150">
              <a:spcBef>
                <a:spcPts val="0"/>
              </a:spcBef>
              <a:spcAft>
                <a:spcPts val="0"/>
              </a:spcAft>
              <a:buSzPts val="2200"/>
              <a:buFont typeface="Archivo"/>
              <a:buChar char="○"/>
              <a:defRPr sz="1100">
                <a:latin typeface="Archivo"/>
                <a:ea typeface="Archivo"/>
                <a:cs typeface="Archivo"/>
                <a:sym typeface="Archivo"/>
              </a:defRPr>
            </a:lvl8pPr>
            <a:lvl9pPr marL="2057400" lvl="8" indent="-184150">
              <a:spcBef>
                <a:spcPts val="0"/>
              </a:spcBef>
              <a:spcAft>
                <a:spcPts val="0"/>
              </a:spcAft>
              <a:buSzPts val="2200"/>
              <a:buFont typeface="Archivo"/>
              <a:buChar char="■"/>
              <a:defRPr sz="1100">
                <a:latin typeface="Archivo"/>
                <a:ea typeface="Archivo"/>
                <a:cs typeface="Archivo"/>
                <a:sym typeface="Archivo"/>
              </a:defRPr>
            </a:lvl9pPr>
          </a:lstStyle>
          <a:p>
            <a:endParaRPr/>
          </a:p>
        </p:txBody>
      </p:sp>
      <p:sp>
        <p:nvSpPr>
          <p:cNvPr id="762" name="Google Shape;762;p44"/>
          <p:cNvSpPr txBox="1">
            <a:spLocks noGrp="1"/>
          </p:cNvSpPr>
          <p:nvPr>
            <p:ph type="body" idx="2"/>
          </p:nvPr>
        </p:nvSpPr>
        <p:spPr>
          <a:xfrm>
            <a:off x="2564625" y="466575"/>
            <a:ext cx="6689250" cy="4258350"/>
          </a:xfrm>
          <a:prstGeom prst="rect">
            <a:avLst/>
          </a:prstGeom>
          <a:noFill/>
          <a:ln>
            <a:noFill/>
          </a:ln>
        </p:spPr>
        <p:txBody>
          <a:bodyPr spcFirstLastPara="1" wrap="square" lIns="91425" tIns="91425" rIns="91425" bIns="91425" anchor="t" anchorCtr="0">
            <a:noAutofit/>
          </a:bodyPr>
          <a:lstStyle>
            <a:lvl1pPr marL="228600" lvl="0" indent="-184150">
              <a:spcBef>
                <a:spcPts val="0"/>
              </a:spcBef>
              <a:spcAft>
                <a:spcPts val="0"/>
              </a:spcAft>
              <a:buClr>
                <a:srgbClr val="FFFFFF"/>
              </a:buClr>
              <a:buSzPts val="2200"/>
              <a:buFont typeface="Consolas"/>
              <a:buChar char="●"/>
              <a:defRPr sz="1100">
                <a:solidFill>
                  <a:srgbClr val="FFFFFF"/>
                </a:solidFill>
                <a:latin typeface="Consolas"/>
                <a:ea typeface="Consolas"/>
                <a:cs typeface="Consolas"/>
                <a:sym typeface="Consolas"/>
              </a:defRPr>
            </a:lvl1pPr>
            <a:lvl2pPr marL="457200" lvl="1" indent="-184150">
              <a:spcBef>
                <a:spcPts val="0"/>
              </a:spcBef>
              <a:spcAft>
                <a:spcPts val="0"/>
              </a:spcAft>
              <a:buClr>
                <a:srgbClr val="FFFFFF"/>
              </a:buClr>
              <a:buSzPts val="2200"/>
              <a:buFont typeface="Consolas"/>
              <a:buChar char="○"/>
              <a:defRPr sz="1100">
                <a:solidFill>
                  <a:srgbClr val="FFFFFF"/>
                </a:solidFill>
                <a:latin typeface="Consolas"/>
                <a:ea typeface="Consolas"/>
                <a:cs typeface="Consolas"/>
                <a:sym typeface="Consolas"/>
              </a:defRPr>
            </a:lvl2pPr>
            <a:lvl3pPr marL="685800" lvl="2" indent="-184150">
              <a:spcBef>
                <a:spcPts val="0"/>
              </a:spcBef>
              <a:spcAft>
                <a:spcPts val="0"/>
              </a:spcAft>
              <a:buClr>
                <a:srgbClr val="FFFFFF"/>
              </a:buClr>
              <a:buSzPts val="2200"/>
              <a:buFont typeface="Consolas"/>
              <a:buChar char="■"/>
              <a:defRPr sz="1100">
                <a:solidFill>
                  <a:srgbClr val="FFFFFF"/>
                </a:solidFill>
                <a:latin typeface="Consolas"/>
                <a:ea typeface="Consolas"/>
                <a:cs typeface="Consolas"/>
                <a:sym typeface="Consolas"/>
              </a:defRPr>
            </a:lvl3pPr>
            <a:lvl4pPr marL="914400" lvl="3" indent="-184150">
              <a:spcBef>
                <a:spcPts val="0"/>
              </a:spcBef>
              <a:spcAft>
                <a:spcPts val="0"/>
              </a:spcAft>
              <a:buClr>
                <a:srgbClr val="FFFFFF"/>
              </a:buClr>
              <a:buSzPts val="2200"/>
              <a:buFont typeface="Consolas"/>
              <a:buChar char="●"/>
              <a:defRPr sz="1100">
                <a:solidFill>
                  <a:srgbClr val="FFFFFF"/>
                </a:solidFill>
                <a:latin typeface="Consolas"/>
                <a:ea typeface="Consolas"/>
                <a:cs typeface="Consolas"/>
                <a:sym typeface="Consolas"/>
              </a:defRPr>
            </a:lvl4pPr>
            <a:lvl5pPr marL="1143000" lvl="4" indent="-184150">
              <a:spcBef>
                <a:spcPts val="0"/>
              </a:spcBef>
              <a:spcAft>
                <a:spcPts val="0"/>
              </a:spcAft>
              <a:buClr>
                <a:srgbClr val="FFFFFF"/>
              </a:buClr>
              <a:buSzPts val="2200"/>
              <a:buFont typeface="Consolas"/>
              <a:buChar char="○"/>
              <a:defRPr sz="1100">
                <a:solidFill>
                  <a:srgbClr val="FFFFFF"/>
                </a:solidFill>
                <a:latin typeface="Consolas"/>
                <a:ea typeface="Consolas"/>
                <a:cs typeface="Consolas"/>
                <a:sym typeface="Consolas"/>
              </a:defRPr>
            </a:lvl5pPr>
            <a:lvl6pPr marL="1371600" lvl="5" indent="-184150">
              <a:spcBef>
                <a:spcPts val="0"/>
              </a:spcBef>
              <a:spcAft>
                <a:spcPts val="0"/>
              </a:spcAft>
              <a:buClr>
                <a:srgbClr val="FFFFFF"/>
              </a:buClr>
              <a:buSzPts val="2200"/>
              <a:buFont typeface="Consolas"/>
              <a:buChar char="■"/>
              <a:defRPr sz="1100">
                <a:solidFill>
                  <a:srgbClr val="FFFFFF"/>
                </a:solidFill>
                <a:latin typeface="Consolas"/>
                <a:ea typeface="Consolas"/>
                <a:cs typeface="Consolas"/>
                <a:sym typeface="Consolas"/>
              </a:defRPr>
            </a:lvl6pPr>
            <a:lvl7pPr marL="1600200" lvl="6" indent="-184150">
              <a:spcBef>
                <a:spcPts val="0"/>
              </a:spcBef>
              <a:spcAft>
                <a:spcPts val="0"/>
              </a:spcAft>
              <a:buClr>
                <a:srgbClr val="FFFFFF"/>
              </a:buClr>
              <a:buSzPts val="2200"/>
              <a:buFont typeface="Consolas"/>
              <a:buChar char="●"/>
              <a:defRPr sz="1100">
                <a:solidFill>
                  <a:srgbClr val="FFFFFF"/>
                </a:solidFill>
                <a:latin typeface="Consolas"/>
                <a:ea typeface="Consolas"/>
                <a:cs typeface="Consolas"/>
                <a:sym typeface="Consolas"/>
              </a:defRPr>
            </a:lvl7pPr>
            <a:lvl8pPr marL="1828800" lvl="7" indent="-184150">
              <a:spcBef>
                <a:spcPts val="0"/>
              </a:spcBef>
              <a:spcAft>
                <a:spcPts val="0"/>
              </a:spcAft>
              <a:buClr>
                <a:srgbClr val="FFFFFF"/>
              </a:buClr>
              <a:buSzPts val="2200"/>
              <a:buFont typeface="Consolas"/>
              <a:buChar char="○"/>
              <a:defRPr sz="1100">
                <a:solidFill>
                  <a:srgbClr val="FFFFFF"/>
                </a:solidFill>
                <a:latin typeface="Consolas"/>
                <a:ea typeface="Consolas"/>
                <a:cs typeface="Consolas"/>
                <a:sym typeface="Consolas"/>
              </a:defRPr>
            </a:lvl8pPr>
            <a:lvl9pPr marL="2057400" lvl="8" indent="-184150">
              <a:spcBef>
                <a:spcPts val="0"/>
              </a:spcBef>
              <a:spcAft>
                <a:spcPts val="0"/>
              </a:spcAft>
              <a:buClr>
                <a:srgbClr val="FFFFFF"/>
              </a:buClr>
              <a:buSzPts val="2200"/>
              <a:buFont typeface="Consolas"/>
              <a:buChar char="■"/>
              <a:defRPr sz="1100">
                <a:solidFill>
                  <a:srgbClr val="FFFFFF"/>
                </a:solidFill>
                <a:latin typeface="Consolas"/>
                <a:ea typeface="Consolas"/>
                <a:cs typeface="Consolas"/>
                <a:sym typeface="Consolas"/>
              </a:defRPr>
            </a:lvl9pPr>
          </a:lstStyle>
          <a:p>
            <a:endParaRPr/>
          </a:p>
        </p:txBody>
      </p:sp>
    </p:spTree>
    <p:extLst>
      <p:ext uri="{BB962C8B-B14F-4D97-AF65-F5344CB8AC3E}">
        <p14:creationId xmlns:p14="http://schemas.microsoft.com/office/powerpoint/2010/main" val="1805965146"/>
      </p:ext>
    </p:extLst>
  </p:cSld>
  <p:clrMapOvr>
    <a:masterClrMapping/>
  </p:clrMapOvr>
  <p:extLst>
    <p:ext uri="{DCECCB84-F9BA-43D5-87BE-67443E8EF086}">
      <p15:sldGuideLst xmlns:p15="http://schemas.microsoft.com/office/powerpoint/2012/main">
        <p15:guide id="1" orient="horz" pos="1701">
          <p15:clr>
            <a:srgbClr val="FA7B17"/>
          </p15:clr>
        </p15:guide>
        <p15:guide id="2" orient="horz" pos="1296">
          <p15:clr>
            <a:srgbClr val="FA7B17"/>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ódigo 2">
  <p:cSld name="Código 2">
    <p:spTree>
      <p:nvGrpSpPr>
        <p:cNvPr id="1" name="Shape 763"/>
        <p:cNvGrpSpPr/>
        <p:nvPr/>
      </p:nvGrpSpPr>
      <p:grpSpPr>
        <a:xfrm>
          <a:off x="0" y="0"/>
          <a:ext cx="0" cy="0"/>
          <a:chOff x="0" y="0"/>
          <a:chExt cx="0" cy="0"/>
        </a:xfrm>
      </p:grpSpPr>
      <p:grpSp>
        <p:nvGrpSpPr>
          <p:cNvPr id="764" name="Google Shape;764;p45"/>
          <p:cNvGrpSpPr/>
          <p:nvPr/>
        </p:nvGrpSpPr>
        <p:grpSpPr>
          <a:xfrm>
            <a:off x="2859672" y="675000"/>
            <a:ext cx="5827347" cy="4060794"/>
            <a:chOff x="5719343" y="1350000"/>
            <a:chExt cx="11654693" cy="8121588"/>
          </a:xfrm>
        </p:grpSpPr>
        <p:sp>
          <p:nvSpPr>
            <p:cNvPr id="765" name="Google Shape;765;p45"/>
            <p:cNvSpPr/>
            <p:nvPr/>
          </p:nvSpPr>
          <p:spPr>
            <a:xfrm>
              <a:off x="5719343" y="1642488"/>
              <a:ext cx="11479200" cy="7829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nvGrpSpPr>
            <p:cNvPr id="766" name="Google Shape;766;p45"/>
            <p:cNvGrpSpPr/>
            <p:nvPr/>
          </p:nvGrpSpPr>
          <p:grpSpPr>
            <a:xfrm>
              <a:off x="6413844" y="1608837"/>
              <a:ext cx="1068485" cy="170890"/>
              <a:chOff x="5176825" y="1888550"/>
              <a:chExt cx="1391800" cy="222600"/>
            </a:xfrm>
          </p:grpSpPr>
          <p:sp>
            <p:nvSpPr>
              <p:cNvPr id="767" name="Google Shape;767;p45"/>
              <p:cNvSpPr/>
              <p:nvPr/>
            </p:nvSpPr>
            <p:spPr>
              <a:xfrm>
                <a:off x="5176825" y="1888550"/>
                <a:ext cx="222600" cy="222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68" name="Google Shape;768;p45"/>
              <p:cNvSpPr/>
              <p:nvPr/>
            </p:nvSpPr>
            <p:spPr>
              <a:xfrm>
                <a:off x="5761425" y="1888550"/>
                <a:ext cx="222600" cy="222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69" name="Google Shape;769;p45"/>
              <p:cNvSpPr/>
              <p:nvPr/>
            </p:nvSpPr>
            <p:spPr>
              <a:xfrm>
                <a:off x="6346025" y="1888550"/>
                <a:ext cx="222600" cy="2226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cxnSp>
          <p:nvCxnSpPr>
            <p:cNvPr id="770" name="Google Shape;770;p45"/>
            <p:cNvCxnSpPr/>
            <p:nvPr/>
          </p:nvCxnSpPr>
          <p:spPr>
            <a:xfrm>
              <a:off x="5887524" y="2045235"/>
              <a:ext cx="11127300" cy="0"/>
            </a:xfrm>
            <a:prstGeom prst="straightConnector1">
              <a:avLst/>
            </a:prstGeom>
            <a:noFill/>
            <a:ln w="28575" cap="flat" cmpd="sng">
              <a:solidFill>
                <a:srgbClr val="FFFFFF"/>
              </a:solidFill>
              <a:prstDash val="solid"/>
              <a:round/>
              <a:headEnd type="none" w="med" len="med"/>
              <a:tailEnd type="none" w="med" len="med"/>
            </a:ln>
          </p:spPr>
        </p:cxnSp>
        <p:sp>
          <p:nvSpPr>
            <p:cNvPr id="771" name="Google Shape;771;p45"/>
            <p:cNvSpPr/>
            <p:nvPr/>
          </p:nvSpPr>
          <p:spPr>
            <a:xfrm>
              <a:off x="5894836" y="1350000"/>
              <a:ext cx="11479200" cy="7829100"/>
            </a:xfrm>
            <a:prstGeom prst="rect">
              <a:avLst/>
            </a:prstGeom>
            <a:solidFill>
              <a:srgbClr val="000000"/>
            </a:solid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cxnSp>
        <p:nvCxnSpPr>
          <p:cNvPr id="772" name="Google Shape;772;p45"/>
          <p:cNvCxnSpPr/>
          <p:nvPr/>
        </p:nvCxnSpPr>
        <p:spPr>
          <a:xfrm>
            <a:off x="2955013" y="1033138"/>
            <a:ext cx="5743350" cy="0"/>
          </a:xfrm>
          <a:prstGeom prst="straightConnector1">
            <a:avLst/>
          </a:prstGeom>
          <a:noFill/>
          <a:ln w="19050" cap="flat" cmpd="sng">
            <a:solidFill>
              <a:srgbClr val="FFFFFF"/>
            </a:solidFill>
            <a:prstDash val="solid"/>
            <a:round/>
            <a:headEnd type="none" w="med" len="med"/>
            <a:tailEnd type="none" w="med" len="med"/>
          </a:ln>
        </p:spPr>
      </p:cxnSp>
      <p:grpSp>
        <p:nvGrpSpPr>
          <p:cNvPr id="773" name="Google Shape;773;p45"/>
          <p:cNvGrpSpPr/>
          <p:nvPr/>
        </p:nvGrpSpPr>
        <p:grpSpPr>
          <a:xfrm>
            <a:off x="8746619" y="4870045"/>
            <a:ext cx="214804" cy="89154"/>
            <a:chOff x="1207700" y="4333950"/>
            <a:chExt cx="334325" cy="138750"/>
          </a:xfrm>
        </p:grpSpPr>
        <p:sp>
          <p:nvSpPr>
            <p:cNvPr id="774" name="Google Shape;774;p45"/>
            <p:cNvSpPr/>
            <p:nvPr/>
          </p:nvSpPr>
          <p:spPr>
            <a:xfrm>
              <a:off x="1207700" y="4333950"/>
              <a:ext cx="139850" cy="138750"/>
            </a:xfrm>
            <a:custGeom>
              <a:avLst/>
              <a:gdLst/>
              <a:ahLst/>
              <a:cxnLst/>
              <a:rect l="l" t="t" r="r" b="b"/>
              <a:pathLst>
                <a:path w="5594" h="5550" extrusionOk="0">
                  <a:moveTo>
                    <a:pt x="3390" y="438"/>
                  </a:moveTo>
                  <a:cubicBezTo>
                    <a:pt x="4363" y="438"/>
                    <a:pt x="5148" y="1232"/>
                    <a:pt x="5148" y="2196"/>
                  </a:cubicBezTo>
                  <a:lnTo>
                    <a:pt x="5148" y="3346"/>
                  </a:lnTo>
                  <a:cubicBezTo>
                    <a:pt x="5148" y="4319"/>
                    <a:pt x="4363" y="5104"/>
                    <a:pt x="3390" y="5104"/>
                  </a:cubicBezTo>
                  <a:lnTo>
                    <a:pt x="437" y="5104"/>
                  </a:lnTo>
                  <a:lnTo>
                    <a:pt x="437" y="438"/>
                  </a:lnTo>
                  <a:close/>
                  <a:moveTo>
                    <a:pt x="0" y="1"/>
                  </a:moveTo>
                  <a:lnTo>
                    <a:pt x="0" y="5550"/>
                  </a:lnTo>
                  <a:lnTo>
                    <a:pt x="3390" y="5550"/>
                  </a:lnTo>
                  <a:cubicBezTo>
                    <a:pt x="4604" y="5550"/>
                    <a:pt x="5594" y="4560"/>
                    <a:pt x="5594" y="3346"/>
                  </a:cubicBezTo>
                  <a:lnTo>
                    <a:pt x="5594" y="2196"/>
                  </a:lnTo>
                  <a:cubicBezTo>
                    <a:pt x="5594" y="982"/>
                    <a:pt x="4604" y="1"/>
                    <a:pt x="339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75" name="Google Shape;775;p45"/>
            <p:cNvSpPr/>
            <p:nvPr/>
          </p:nvSpPr>
          <p:spPr>
            <a:xfrm>
              <a:off x="1403300" y="4333950"/>
              <a:ext cx="138725" cy="138750"/>
            </a:xfrm>
            <a:custGeom>
              <a:avLst/>
              <a:gdLst/>
              <a:ahLst/>
              <a:cxnLst/>
              <a:rect l="l" t="t" r="r" b="b"/>
              <a:pathLst>
                <a:path w="5549" h="5550" extrusionOk="0">
                  <a:moveTo>
                    <a:pt x="0" y="1"/>
                  </a:moveTo>
                  <a:lnTo>
                    <a:pt x="0" y="5550"/>
                  </a:lnTo>
                  <a:lnTo>
                    <a:pt x="5549" y="5550"/>
                  </a:lnTo>
                  <a:lnTo>
                    <a:pt x="554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grpSp>
        <p:nvGrpSpPr>
          <p:cNvPr id="776" name="Google Shape;776;p45"/>
          <p:cNvGrpSpPr/>
          <p:nvPr/>
        </p:nvGrpSpPr>
        <p:grpSpPr>
          <a:xfrm>
            <a:off x="515756" y="3940455"/>
            <a:ext cx="1153954" cy="1203040"/>
            <a:chOff x="9828688" y="2900872"/>
            <a:chExt cx="1372856" cy="1431253"/>
          </a:xfrm>
        </p:grpSpPr>
        <p:sp>
          <p:nvSpPr>
            <p:cNvPr id="777" name="Google Shape;777;p45"/>
            <p:cNvSpPr/>
            <p:nvPr/>
          </p:nvSpPr>
          <p:spPr>
            <a:xfrm>
              <a:off x="9828688" y="3792902"/>
              <a:ext cx="1073859" cy="536976"/>
            </a:xfrm>
            <a:custGeom>
              <a:avLst/>
              <a:gdLst/>
              <a:ahLst/>
              <a:cxnLst/>
              <a:rect l="l" t="t" r="r" b="b"/>
              <a:pathLst>
                <a:path w="11475" h="5738" extrusionOk="0">
                  <a:moveTo>
                    <a:pt x="5737" y="0"/>
                  </a:moveTo>
                  <a:cubicBezTo>
                    <a:pt x="2566" y="0"/>
                    <a:pt x="0" y="2572"/>
                    <a:pt x="0" y="5737"/>
                  </a:cubicBezTo>
                  <a:lnTo>
                    <a:pt x="11474" y="5737"/>
                  </a:lnTo>
                  <a:cubicBezTo>
                    <a:pt x="11474" y="2572"/>
                    <a:pt x="8908" y="0"/>
                    <a:pt x="573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78" name="Google Shape;778;p45"/>
            <p:cNvSpPr/>
            <p:nvPr/>
          </p:nvSpPr>
          <p:spPr>
            <a:xfrm>
              <a:off x="10056748" y="3144468"/>
              <a:ext cx="617645" cy="617083"/>
            </a:xfrm>
            <a:custGeom>
              <a:avLst/>
              <a:gdLst/>
              <a:ahLst/>
              <a:cxnLst/>
              <a:rect l="l" t="t" r="r" b="b"/>
              <a:pathLst>
                <a:path w="6600" h="6594" extrusionOk="0">
                  <a:moveTo>
                    <a:pt x="3300" y="1"/>
                  </a:moveTo>
                  <a:cubicBezTo>
                    <a:pt x="1479" y="1"/>
                    <a:pt x="1" y="1479"/>
                    <a:pt x="1" y="3300"/>
                  </a:cubicBezTo>
                  <a:cubicBezTo>
                    <a:pt x="1" y="5121"/>
                    <a:pt x="1479" y="6593"/>
                    <a:pt x="3300" y="6593"/>
                  </a:cubicBezTo>
                  <a:cubicBezTo>
                    <a:pt x="5121" y="6593"/>
                    <a:pt x="6599" y="5121"/>
                    <a:pt x="6599" y="3300"/>
                  </a:cubicBezTo>
                  <a:cubicBezTo>
                    <a:pt x="6599" y="1479"/>
                    <a:pt x="5121" y="1"/>
                    <a:pt x="33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79" name="Google Shape;779;p45"/>
            <p:cNvSpPr/>
            <p:nvPr/>
          </p:nvSpPr>
          <p:spPr>
            <a:xfrm>
              <a:off x="10365571" y="3424093"/>
              <a:ext cx="57834" cy="122406"/>
            </a:xfrm>
            <a:custGeom>
              <a:avLst/>
              <a:gdLst/>
              <a:ahLst/>
              <a:cxnLst/>
              <a:rect l="l" t="t" r="r" b="b"/>
              <a:pathLst>
                <a:path w="618" h="1308" extrusionOk="0">
                  <a:moveTo>
                    <a:pt x="464" y="0"/>
                  </a:moveTo>
                  <a:lnTo>
                    <a:pt x="464" y="1155"/>
                  </a:lnTo>
                  <a:lnTo>
                    <a:pt x="0" y="1155"/>
                  </a:lnTo>
                  <a:lnTo>
                    <a:pt x="0" y="1308"/>
                  </a:lnTo>
                  <a:lnTo>
                    <a:pt x="617" y="1308"/>
                  </a:lnTo>
                  <a:lnTo>
                    <a:pt x="61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80" name="Google Shape;780;p45"/>
            <p:cNvSpPr/>
            <p:nvPr/>
          </p:nvSpPr>
          <p:spPr>
            <a:xfrm>
              <a:off x="9904115" y="3302903"/>
              <a:ext cx="149919" cy="300213"/>
            </a:xfrm>
            <a:custGeom>
              <a:avLst/>
              <a:gdLst/>
              <a:ahLst/>
              <a:cxnLst/>
              <a:rect l="l" t="t" r="r" b="b"/>
              <a:pathLst>
                <a:path w="1602" h="3208" extrusionOk="0">
                  <a:moveTo>
                    <a:pt x="1601" y="0"/>
                  </a:moveTo>
                  <a:cubicBezTo>
                    <a:pt x="715" y="0"/>
                    <a:pt x="1" y="721"/>
                    <a:pt x="1" y="1607"/>
                  </a:cubicBezTo>
                  <a:cubicBezTo>
                    <a:pt x="1" y="2493"/>
                    <a:pt x="715" y="3208"/>
                    <a:pt x="1601" y="3208"/>
                  </a:cubicBezTo>
                  <a:lnTo>
                    <a:pt x="16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81" name="Google Shape;781;p45"/>
            <p:cNvSpPr/>
            <p:nvPr/>
          </p:nvSpPr>
          <p:spPr>
            <a:xfrm>
              <a:off x="10675423" y="3302903"/>
              <a:ext cx="149919" cy="300213"/>
            </a:xfrm>
            <a:custGeom>
              <a:avLst/>
              <a:gdLst/>
              <a:ahLst/>
              <a:cxnLst/>
              <a:rect l="l" t="t" r="r" b="b"/>
              <a:pathLst>
                <a:path w="1602" h="3208" extrusionOk="0">
                  <a:moveTo>
                    <a:pt x="0" y="0"/>
                  </a:moveTo>
                  <a:lnTo>
                    <a:pt x="0" y="3208"/>
                  </a:lnTo>
                  <a:cubicBezTo>
                    <a:pt x="886" y="3208"/>
                    <a:pt x="1601" y="2493"/>
                    <a:pt x="1601" y="1607"/>
                  </a:cubicBezTo>
                  <a:cubicBezTo>
                    <a:pt x="1601" y="721"/>
                    <a:pt x="886" y="0"/>
                    <a:pt x="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82" name="Google Shape;782;p45"/>
            <p:cNvSpPr/>
            <p:nvPr/>
          </p:nvSpPr>
          <p:spPr>
            <a:xfrm>
              <a:off x="10042524" y="2900872"/>
              <a:ext cx="645532" cy="702243"/>
            </a:xfrm>
            <a:custGeom>
              <a:avLst/>
              <a:gdLst/>
              <a:ahLst/>
              <a:cxnLst/>
              <a:rect l="l" t="t" r="r" b="b"/>
              <a:pathLst>
                <a:path w="6898" h="7504" extrusionOk="0">
                  <a:moveTo>
                    <a:pt x="3452" y="1"/>
                  </a:moveTo>
                  <a:cubicBezTo>
                    <a:pt x="1552" y="1"/>
                    <a:pt x="0" y="1547"/>
                    <a:pt x="0" y="3447"/>
                  </a:cubicBezTo>
                  <a:lnTo>
                    <a:pt x="0" y="7504"/>
                  </a:lnTo>
                  <a:lnTo>
                    <a:pt x="153" y="7504"/>
                  </a:lnTo>
                  <a:lnTo>
                    <a:pt x="153" y="3447"/>
                  </a:lnTo>
                  <a:cubicBezTo>
                    <a:pt x="153" y="1632"/>
                    <a:pt x="1631" y="154"/>
                    <a:pt x="3452" y="154"/>
                  </a:cubicBezTo>
                  <a:cubicBezTo>
                    <a:pt x="5267" y="154"/>
                    <a:pt x="6745" y="1632"/>
                    <a:pt x="6745" y="3447"/>
                  </a:cubicBezTo>
                  <a:lnTo>
                    <a:pt x="6745" y="7504"/>
                  </a:lnTo>
                  <a:lnTo>
                    <a:pt x="6898" y="7504"/>
                  </a:lnTo>
                  <a:lnTo>
                    <a:pt x="6898" y="3447"/>
                  </a:lnTo>
                  <a:cubicBezTo>
                    <a:pt x="6898" y="1547"/>
                    <a:pt x="5352" y="1"/>
                    <a:pt x="345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83" name="Google Shape;783;p45"/>
            <p:cNvSpPr/>
            <p:nvPr/>
          </p:nvSpPr>
          <p:spPr>
            <a:xfrm>
              <a:off x="10365571" y="3642515"/>
              <a:ext cx="828486" cy="575813"/>
            </a:xfrm>
            <a:custGeom>
              <a:avLst/>
              <a:gdLst/>
              <a:ahLst/>
              <a:cxnLst/>
              <a:rect l="l" t="t" r="r" b="b"/>
              <a:pathLst>
                <a:path w="8853" h="6153" extrusionOk="0">
                  <a:moveTo>
                    <a:pt x="513" y="0"/>
                  </a:moveTo>
                  <a:cubicBezTo>
                    <a:pt x="226" y="0"/>
                    <a:pt x="0" y="232"/>
                    <a:pt x="0" y="513"/>
                  </a:cubicBezTo>
                  <a:lnTo>
                    <a:pt x="0" y="5646"/>
                  </a:lnTo>
                  <a:cubicBezTo>
                    <a:pt x="0" y="5927"/>
                    <a:pt x="226" y="6153"/>
                    <a:pt x="513" y="6153"/>
                  </a:cubicBezTo>
                  <a:lnTo>
                    <a:pt x="8340" y="6153"/>
                  </a:lnTo>
                  <a:cubicBezTo>
                    <a:pt x="8627" y="6153"/>
                    <a:pt x="8853" y="5927"/>
                    <a:pt x="8853" y="5646"/>
                  </a:cubicBezTo>
                  <a:lnTo>
                    <a:pt x="8853" y="513"/>
                  </a:lnTo>
                  <a:cubicBezTo>
                    <a:pt x="8853" y="232"/>
                    <a:pt x="8627" y="0"/>
                    <a:pt x="83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84" name="Google Shape;784;p45"/>
            <p:cNvSpPr/>
            <p:nvPr/>
          </p:nvSpPr>
          <p:spPr>
            <a:xfrm>
              <a:off x="10358084" y="3635590"/>
              <a:ext cx="843459" cy="590225"/>
            </a:xfrm>
            <a:custGeom>
              <a:avLst/>
              <a:gdLst/>
              <a:ahLst/>
              <a:cxnLst/>
              <a:rect l="l" t="t" r="r" b="b"/>
              <a:pathLst>
                <a:path w="9013" h="6307" extrusionOk="0">
                  <a:moveTo>
                    <a:pt x="8420" y="154"/>
                  </a:moveTo>
                  <a:cubicBezTo>
                    <a:pt x="8664" y="154"/>
                    <a:pt x="8860" y="349"/>
                    <a:pt x="8860" y="587"/>
                  </a:cubicBezTo>
                  <a:lnTo>
                    <a:pt x="8860" y="5720"/>
                  </a:lnTo>
                  <a:cubicBezTo>
                    <a:pt x="8860" y="5958"/>
                    <a:pt x="8664" y="6153"/>
                    <a:pt x="8420" y="6153"/>
                  </a:cubicBezTo>
                  <a:lnTo>
                    <a:pt x="593" y="6153"/>
                  </a:lnTo>
                  <a:cubicBezTo>
                    <a:pt x="349" y="6153"/>
                    <a:pt x="153" y="5958"/>
                    <a:pt x="153" y="5720"/>
                  </a:cubicBezTo>
                  <a:lnTo>
                    <a:pt x="153" y="587"/>
                  </a:lnTo>
                  <a:cubicBezTo>
                    <a:pt x="153" y="349"/>
                    <a:pt x="349" y="154"/>
                    <a:pt x="593" y="154"/>
                  </a:cubicBezTo>
                  <a:close/>
                  <a:moveTo>
                    <a:pt x="593" y="1"/>
                  </a:moveTo>
                  <a:cubicBezTo>
                    <a:pt x="269" y="1"/>
                    <a:pt x="1" y="264"/>
                    <a:pt x="1" y="587"/>
                  </a:cubicBezTo>
                  <a:lnTo>
                    <a:pt x="1" y="5720"/>
                  </a:lnTo>
                  <a:cubicBezTo>
                    <a:pt x="1" y="6043"/>
                    <a:pt x="269" y="6306"/>
                    <a:pt x="593" y="6306"/>
                  </a:cubicBezTo>
                  <a:lnTo>
                    <a:pt x="8420" y="6306"/>
                  </a:lnTo>
                  <a:cubicBezTo>
                    <a:pt x="8744" y="6306"/>
                    <a:pt x="9012" y="6043"/>
                    <a:pt x="9012" y="5720"/>
                  </a:cubicBezTo>
                  <a:lnTo>
                    <a:pt x="9012" y="587"/>
                  </a:lnTo>
                  <a:cubicBezTo>
                    <a:pt x="9012" y="264"/>
                    <a:pt x="8744" y="1"/>
                    <a:pt x="842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85" name="Google Shape;785;p45"/>
            <p:cNvSpPr/>
            <p:nvPr/>
          </p:nvSpPr>
          <p:spPr>
            <a:xfrm>
              <a:off x="10370063" y="4258850"/>
              <a:ext cx="822871" cy="73275"/>
            </a:xfrm>
            <a:custGeom>
              <a:avLst/>
              <a:gdLst/>
              <a:ahLst/>
              <a:cxnLst/>
              <a:rect l="l" t="t" r="r" b="b"/>
              <a:pathLst>
                <a:path w="8793" h="783" extrusionOk="0">
                  <a:moveTo>
                    <a:pt x="1" y="0"/>
                  </a:moveTo>
                  <a:lnTo>
                    <a:pt x="1" y="630"/>
                  </a:lnTo>
                  <a:cubicBezTo>
                    <a:pt x="1" y="715"/>
                    <a:pt x="68" y="783"/>
                    <a:pt x="154" y="783"/>
                  </a:cubicBezTo>
                  <a:lnTo>
                    <a:pt x="8640" y="783"/>
                  </a:lnTo>
                  <a:cubicBezTo>
                    <a:pt x="8726" y="783"/>
                    <a:pt x="8793" y="715"/>
                    <a:pt x="8793" y="630"/>
                  </a:cubicBezTo>
                  <a:lnTo>
                    <a:pt x="879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86" name="Google Shape;786;p45"/>
            <p:cNvSpPr/>
            <p:nvPr/>
          </p:nvSpPr>
          <p:spPr>
            <a:xfrm>
              <a:off x="10729140" y="3878062"/>
              <a:ext cx="104719" cy="104719"/>
            </a:xfrm>
            <a:custGeom>
              <a:avLst/>
              <a:gdLst/>
              <a:ahLst/>
              <a:cxnLst/>
              <a:rect l="l" t="t" r="r" b="b"/>
              <a:pathLst>
                <a:path w="1119" h="1119" extrusionOk="0">
                  <a:moveTo>
                    <a:pt x="563" y="0"/>
                  </a:moveTo>
                  <a:cubicBezTo>
                    <a:pt x="251" y="0"/>
                    <a:pt x="1" y="251"/>
                    <a:pt x="1" y="563"/>
                  </a:cubicBezTo>
                  <a:cubicBezTo>
                    <a:pt x="1" y="868"/>
                    <a:pt x="251" y="1118"/>
                    <a:pt x="563" y="1118"/>
                  </a:cubicBezTo>
                  <a:cubicBezTo>
                    <a:pt x="868" y="1118"/>
                    <a:pt x="1119" y="868"/>
                    <a:pt x="1119" y="563"/>
                  </a:cubicBezTo>
                  <a:cubicBezTo>
                    <a:pt x="1119" y="251"/>
                    <a:pt x="868" y="0"/>
                    <a:pt x="5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grpSp>
        <p:nvGrpSpPr>
          <p:cNvPr id="787" name="Google Shape;787;p45"/>
          <p:cNvGrpSpPr/>
          <p:nvPr/>
        </p:nvGrpSpPr>
        <p:grpSpPr>
          <a:xfrm>
            <a:off x="1514187" y="4015899"/>
            <a:ext cx="534254" cy="400882"/>
            <a:chOff x="6205825" y="562811"/>
            <a:chExt cx="1049100" cy="787200"/>
          </a:xfrm>
        </p:grpSpPr>
        <p:sp>
          <p:nvSpPr>
            <p:cNvPr id="788" name="Google Shape;788;p45"/>
            <p:cNvSpPr/>
            <p:nvPr/>
          </p:nvSpPr>
          <p:spPr>
            <a:xfrm>
              <a:off x="6205825" y="562811"/>
              <a:ext cx="1049100" cy="787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pic>
          <p:nvPicPr>
            <p:cNvPr id="789" name="Google Shape;789;p45"/>
            <p:cNvPicPr preferRelativeResize="0"/>
            <p:nvPr/>
          </p:nvPicPr>
          <p:blipFill>
            <a:blip r:embed="rId2">
              <a:alphaModFix/>
            </a:blip>
            <a:stretch>
              <a:fillRect/>
            </a:stretch>
          </p:blipFill>
          <p:spPr>
            <a:xfrm>
              <a:off x="6283448" y="694295"/>
              <a:ext cx="893849" cy="582461"/>
            </a:xfrm>
            <a:prstGeom prst="rect">
              <a:avLst/>
            </a:prstGeom>
            <a:noFill/>
            <a:ln>
              <a:noFill/>
            </a:ln>
          </p:spPr>
        </p:pic>
      </p:grpSp>
      <p:sp>
        <p:nvSpPr>
          <p:cNvPr id="790" name="Google Shape;790;p45"/>
          <p:cNvSpPr txBox="1">
            <a:spLocks noGrp="1"/>
          </p:cNvSpPr>
          <p:nvPr>
            <p:ph type="body" idx="1"/>
          </p:nvPr>
        </p:nvSpPr>
        <p:spPr>
          <a:xfrm>
            <a:off x="477688" y="1899650"/>
            <a:ext cx="2121900" cy="1555200"/>
          </a:xfrm>
          <a:prstGeom prst="rect">
            <a:avLst/>
          </a:prstGeom>
          <a:noFill/>
          <a:ln>
            <a:noFill/>
          </a:ln>
        </p:spPr>
        <p:txBody>
          <a:bodyPr spcFirstLastPara="1" wrap="square" lIns="91425" tIns="91425" rIns="91425" bIns="91425" anchor="t" anchorCtr="0">
            <a:noAutofit/>
          </a:bodyPr>
          <a:lstStyle>
            <a:lvl1pPr marL="228600" lvl="0" indent="-184150">
              <a:spcBef>
                <a:spcPts val="0"/>
              </a:spcBef>
              <a:spcAft>
                <a:spcPts val="0"/>
              </a:spcAft>
              <a:buSzPts val="2200"/>
              <a:buFont typeface="Archivo"/>
              <a:buChar char="●"/>
              <a:defRPr sz="1100">
                <a:latin typeface="Archivo"/>
                <a:ea typeface="Archivo"/>
                <a:cs typeface="Archivo"/>
                <a:sym typeface="Archivo"/>
              </a:defRPr>
            </a:lvl1pPr>
            <a:lvl2pPr marL="457200" lvl="1" indent="-184150">
              <a:spcBef>
                <a:spcPts val="0"/>
              </a:spcBef>
              <a:spcAft>
                <a:spcPts val="0"/>
              </a:spcAft>
              <a:buSzPts val="2200"/>
              <a:buFont typeface="Archivo"/>
              <a:buChar char="○"/>
              <a:defRPr sz="1100">
                <a:latin typeface="Archivo"/>
                <a:ea typeface="Archivo"/>
                <a:cs typeface="Archivo"/>
                <a:sym typeface="Archivo"/>
              </a:defRPr>
            </a:lvl2pPr>
            <a:lvl3pPr marL="685800" lvl="2" indent="-184150">
              <a:spcBef>
                <a:spcPts val="0"/>
              </a:spcBef>
              <a:spcAft>
                <a:spcPts val="0"/>
              </a:spcAft>
              <a:buSzPts val="2200"/>
              <a:buFont typeface="Archivo"/>
              <a:buChar char="■"/>
              <a:defRPr sz="1100">
                <a:latin typeface="Archivo"/>
                <a:ea typeface="Archivo"/>
                <a:cs typeface="Archivo"/>
                <a:sym typeface="Archivo"/>
              </a:defRPr>
            </a:lvl3pPr>
            <a:lvl4pPr marL="914400" lvl="3" indent="-184150">
              <a:spcBef>
                <a:spcPts val="0"/>
              </a:spcBef>
              <a:spcAft>
                <a:spcPts val="0"/>
              </a:spcAft>
              <a:buSzPts val="2200"/>
              <a:buFont typeface="Archivo"/>
              <a:buChar char="●"/>
              <a:defRPr sz="1100">
                <a:latin typeface="Archivo"/>
                <a:ea typeface="Archivo"/>
                <a:cs typeface="Archivo"/>
                <a:sym typeface="Archivo"/>
              </a:defRPr>
            </a:lvl4pPr>
            <a:lvl5pPr marL="1143000" lvl="4" indent="-184150">
              <a:spcBef>
                <a:spcPts val="0"/>
              </a:spcBef>
              <a:spcAft>
                <a:spcPts val="0"/>
              </a:spcAft>
              <a:buSzPts val="2200"/>
              <a:buFont typeface="Archivo"/>
              <a:buChar char="○"/>
              <a:defRPr sz="1100">
                <a:latin typeface="Archivo"/>
                <a:ea typeface="Archivo"/>
                <a:cs typeface="Archivo"/>
                <a:sym typeface="Archivo"/>
              </a:defRPr>
            </a:lvl5pPr>
            <a:lvl6pPr marL="1371600" lvl="5" indent="-184150">
              <a:spcBef>
                <a:spcPts val="0"/>
              </a:spcBef>
              <a:spcAft>
                <a:spcPts val="0"/>
              </a:spcAft>
              <a:buSzPts val="2200"/>
              <a:buFont typeface="Archivo"/>
              <a:buChar char="■"/>
              <a:defRPr sz="1100">
                <a:latin typeface="Archivo"/>
                <a:ea typeface="Archivo"/>
                <a:cs typeface="Archivo"/>
                <a:sym typeface="Archivo"/>
              </a:defRPr>
            </a:lvl6pPr>
            <a:lvl7pPr marL="1600200" lvl="6" indent="-184150">
              <a:spcBef>
                <a:spcPts val="0"/>
              </a:spcBef>
              <a:spcAft>
                <a:spcPts val="0"/>
              </a:spcAft>
              <a:buSzPts val="2200"/>
              <a:buFont typeface="Archivo"/>
              <a:buChar char="●"/>
              <a:defRPr sz="1100">
                <a:latin typeface="Archivo"/>
                <a:ea typeface="Archivo"/>
                <a:cs typeface="Archivo"/>
                <a:sym typeface="Archivo"/>
              </a:defRPr>
            </a:lvl7pPr>
            <a:lvl8pPr marL="1828800" lvl="7" indent="-184150">
              <a:spcBef>
                <a:spcPts val="0"/>
              </a:spcBef>
              <a:spcAft>
                <a:spcPts val="0"/>
              </a:spcAft>
              <a:buSzPts val="2200"/>
              <a:buFont typeface="Archivo"/>
              <a:buChar char="○"/>
              <a:defRPr sz="1100">
                <a:latin typeface="Archivo"/>
                <a:ea typeface="Archivo"/>
                <a:cs typeface="Archivo"/>
                <a:sym typeface="Archivo"/>
              </a:defRPr>
            </a:lvl8pPr>
            <a:lvl9pPr marL="2057400" lvl="8" indent="-184150">
              <a:spcBef>
                <a:spcPts val="0"/>
              </a:spcBef>
              <a:spcAft>
                <a:spcPts val="0"/>
              </a:spcAft>
              <a:buSzPts val="2200"/>
              <a:buFont typeface="Archivo"/>
              <a:buChar char="■"/>
              <a:defRPr sz="1100">
                <a:latin typeface="Archivo"/>
                <a:ea typeface="Archivo"/>
                <a:cs typeface="Archivo"/>
                <a:sym typeface="Archivo"/>
              </a:defRPr>
            </a:lvl9pPr>
          </a:lstStyle>
          <a:p>
            <a:endParaRPr/>
          </a:p>
        </p:txBody>
      </p:sp>
      <p:sp>
        <p:nvSpPr>
          <p:cNvPr id="791" name="Google Shape;791;p45"/>
          <p:cNvSpPr txBox="1">
            <a:spLocks noGrp="1"/>
          </p:cNvSpPr>
          <p:nvPr>
            <p:ph type="body" idx="2"/>
          </p:nvPr>
        </p:nvSpPr>
        <p:spPr>
          <a:xfrm>
            <a:off x="3200388" y="1216763"/>
            <a:ext cx="5286900" cy="3199950"/>
          </a:xfrm>
          <a:prstGeom prst="rect">
            <a:avLst/>
          </a:prstGeom>
          <a:noFill/>
          <a:ln>
            <a:noFill/>
          </a:ln>
        </p:spPr>
        <p:txBody>
          <a:bodyPr spcFirstLastPara="1" wrap="square" lIns="91425" tIns="91425" rIns="91425" bIns="91425" anchor="t" anchorCtr="0">
            <a:noAutofit/>
          </a:bodyPr>
          <a:lstStyle>
            <a:lvl1pPr marL="228600" lvl="0" indent="-184150">
              <a:spcBef>
                <a:spcPts val="0"/>
              </a:spcBef>
              <a:spcAft>
                <a:spcPts val="0"/>
              </a:spcAft>
              <a:buClr>
                <a:srgbClr val="FFFFFF"/>
              </a:buClr>
              <a:buSzPts val="2200"/>
              <a:buFont typeface="Consolas"/>
              <a:buChar char="●"/>
              <a:defRPr sz="1100">
                <a:solidFill>
                  <a:srgbClr val="FFFFFF"/>
                </a:solidFill>
                <a:latin typeface="Consolas"/>
                <a:ea typeface="Consolas"/>
                <a:cs typeface="Consolas"/>
                <a:sym typeface="Consolas"/>
              </a:defRPr>
            </a:lvl1pPr>
            <a:lvl2pPr marL="457200" lvl="1" indent="-184150">
              <a:spcBef>
                <a:spcPts val="0"/>
              </a:spcBef>
              <a:spcAft>
                <a:spcPts val="0"/>
              </a:spcAft>
              <a:buClr>
                <a:srgbClr val="FFFFFF"/>
              </a:buClr>
              <a:buSzPts val="2200"/>
              <a:buFont typeface="Consolas"/>
              <a:buChar char="○"/>
              <a:defRPr sz="1100">
                <a:solidFill>
                  <a:srgbClr val="FFFFFF"/>
                </a:solidFill>
                <a:latin typeface="Consolas"/>
                <a:ea typeface="Consolas"/>
                <a:cs typeface="Consolas"/>
                <a:sym typeface="Consolas"/>
              </a:defRPr>
            </a:lvl2pPr>
            <a:lvl3pPr marL="685800" lvl="2" indent="-184150">
              <a:spcBef>
                <a:spcPts val="0"/>
              </a:spcBef>
              <a:spcAft>
                <a:spcPts val="0"/>
              </a:spcAft>
              <a:buClr>
                <a:srgbClr val="FFFFFF"/>
              </a:buClr>
              <a:buSzPts val="2200"/>
              <a:buFont typeface="Consolas"/>
              <a:buChar char="■"/>
              <a:defRPr sz="1100">
                <a:solidFill>
                  <a:srgbClr val="FFFFFF"/>
                </a:solidFill>
                <a:latin typeface="Consolas"/>
                <a:ea typeface="Consolas"/>
                <a:cs typeface="Consolas"/>
                <a:sym typeface="Consolas"/>
              </a:defRPr>
            </a:lvl3pPr>
            <a:lvl4pPr marL="914400" lvl="3" indent="-184150">
              <a:spcBef>
                <a:spcPts val="0"/>
              </a:spcBef>
              <a:spcAft>
                <a:spcPts val="0"/>
              </a:spcAft>
              <a:buClr>
                <a:srgbClr val="FFFFFF"/>
              </a:buClr>
              <a:buSzPts val="2200"/>
              <a:buFont typeface="Consolas"/>
              <a:buChar char="●"/>
              <a:defRPr sz="1100">
                <a:solidFill>
                  <a:srgbClr val="FFFFFF"/>
                </a:solidFill>
                <a:latin typeface="Consolas"/>
                <a:ea typeface="Consolas"/>
                <a:cs typeface="Consolas"/>
                <a:sym typeface="Consolas"/>
              </a:defRPr>
            </a:lvl4pPr>
            <a:lvl5pPr marL="1143000" lvl="4" indent="-184150">
              <a:spcBef>
                <a:spcPts val="0"/>
              </a:spcBef>
              <a:spcAft>
                <a:spcPts val="0"/>
              </a:spcAft>
              <a:buClr>
                <a:srgbClr val="FFFFFF"/>
              </a:buClr>
              <a:buSzPts val="2200"/>
              <a:buFont typeface="Consolas"/>
              <a:buChar char="○"/>
              <a:defRPr sz="1100">
                <a:solidFill>
                  <a:srgbClr val="FFFFFF"/>
                </a:solidFill>
                <a:latin typeface="Consolas"/>
                <a:ea typeface="Consolas"/>
                <a:cs typeface="Consolas"/>
                <a:sym typeface="Consolas"/>
              </a:defRPr>
            </a:lvl5pPr>
            <a:lvl6pPr marL="1371600" lvl="5" indent="-184150">
              <a:spcBef>
                <a:spcPts val="0"/>
              </a:spcBef>
              <a:spcAft>
                <a:spcPts val="0"/>
              </a:spcAft>
              <a:buClr>
                <a:srgbClr val="FFFFFF"/>
              </a:buClr>
              <a:buSzPts val="2200"/>
              <a:buFont typeface="Consolas"/>
              <a:buChar char="■"/>
              <a:defRPr sz="1100">
                <a:solidFill>
                  <a:srgbClr val="FFFFFF"/>
                </a:solidFill>
                <a:latin typeface="Consolas"/>
                <a:ea typeface="Consolas"/>
                <a:cs typeface="Consolas"/>
                <a:sym typeface="Consolas"/>
              </a:defRPr>
            </a:lvl6pPr>
            <a:lvl7pPr marL="1600200" lvl="6" indent="-184150">
              <a:spcBef>
                <a:spcPts val="0"/>
              </a:spcBef>
              <a:spcAft>
                <a:spcPts val="0"/>
              </a:spcAft>
              <a:buClr>
                <a:srgbClr val="FFFFFF"/>
              </a:buClr>
              <a:buSzPts val="2200"/>
              <a:buFont typeface="Consolas"/>
              <a:buChar char="●"/>
              <a:defRPr sz="1100">
                <a:solidFill>
                  <a:srgbClr val="FFFFFF"/>
                </a:solidFill>
                <a:latin typeface="Consolas"/>
                <a:ea typeface="Consolas"/>
                <a:cs typeface="Consolas"/>
                <a:sym typeface="Consolas"/>
              </a:defRPr>
            </a:lvl7pPr>
            <a:lvl8pPr marL="1828800" lvl="7" indent="-184150">
              <a:spcBef>
                <a:spcPts val="0"/>
              </a:spcBef>
              <a:spcAft>
                <a:spcPts val="0"/>
              </a:spcAft>
              <a:buClr>
                <a:srgbClr val="FFFFFF"/>
              </a:buClr>
              <a:buSzPts val="2200"/>
              <a:buFont typeface="Consolas"/>
              <a:buChar char="○"/>
              <a:defRPr sz="1100">
                <a:solidFill>
                  <a:srgbClr val="FFFFFF"/>
                </a:solidFill>
                <a:latin typeface="Consolas"/>
                <a:ea typeface="Consolas"/>
                <a:cs typeface="Consolas"/>
                <a:sym typeface="Consolas"/>
              </a:defRPr>
            </a:lvl8pPr>
            <a:lvl9pPr marL="2057400" lvl="8" indent="-184150">
              <a:spcBef>
                <a:spcPts val="0"/>
              </a:spcBef>
              <a:spcAft>
                <a:spcPts val="0"/>
              </a:spcAft>
              <a:buClr>
                <a:srgbClr val="FFFFFF"/>
              </a:buClr>
              <a:buSzPts val="2200"/>
              <a:buFont typeface="Consolas"/>
              <a:buChar char="■"/>
              <a:defRPr sz="1100">
                <a:solidFill>
                  <a:srgbClr val="FFFFFF"/>
                </a:solidFill>
                <a:latin typeface="Consolas"/>
                <a:ea typeface="Consolas"/>
                <a:cs typeface="Consolas"/>
                <a:sym typeface="Consolas"/>
              </a:defRPr>
            </a:lvl9pPr>
          </a:lstStyle>
          <a:p>
            <a:endParaRPr/>
          </a:p>
        </p:txBody>
      </p:sp>
      <p:grpSp>
        <p:nvGrpSpPr>
          <p:cNvPr id="792" name="Google Shape;792;p45"/>
          <p:cNvGrpSpPr/>
          <p:nvPr/>
        </p:nvGrpSpPr>
        <p:grpSpPr>
          <a:xfrm>
            <a:off x="3121650" y="794300"/>
            <a:ext cx="424800" cy="89100"/>
            <a:chOff x="6376600" y="433250"/>
            <a:chExt cx="849600" cy="178200"/>
          </a:xfrm>
        </p:grpSpPr>
        <p:sp>
          <p:nvSpPr>
            <p:cNvPr id="793" name="Google Shape;793;p45"/>
            <p:cNvSpPr/>
            <p:nvPr/>
          </p:nvSpPr>
          <p:spPr>
            <a:xfrm>
              <a:off x="6376600" y="433250"/>
              <a:ext cx="178200" cy="178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94" name="Google Shape;794;p45"/>
            <p:cNvSpPr/>
            <p:nvPr/>
          </p:nvSpPr>
          <p:spPr>
            <a:xfrm>
              <a:off x="6712300" y="433250"/>
              <a:ext cx="178200" cy="1782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795" name="Google Shape;795;p45"/>
            <p:cNvSpPr/>
            <p:nvPr/>
          </p:nvSpPr>
          <p:spPr>
            <a:xfrm>
              <a:off x="7048000" y="433250"/>
              <a:ext cx="178200" cy="17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sp>
        <p:nvSpPr>
          <p:cNvPr id="796" name="Google Shape;796;p45"/>
          <p:cNvSpPr txBox="1">
            <a:spLocks noGrp="1"/>
          </p:cNvSpPr>
          <p:nvPr>
            <p:ph type="title"/>
          </p:nvPr>
        </p:nvSpPr>
        <p:spPr>
          <a:xfrm>
            <a:off x="456975" y="1243538"/>
            <a:ext cx="2121900" cy="384750"/>
          </a:xfrm>
          <a:prstGeom prst="rect">
            <a:avLst/>
          </a:prstGeom>
          <a:noFill/>
          <a:ln>
            <a:noFill/>
          </a:ln>
        </p:spPr>
        <p:txBody>
          <a:bodyPr spcFirstLastPara="1" wrap="square" lIns="0" tIns="91425" rIns="91425" bIns="91425" anchor="t" anchorCtr="0">
            <a:noAutofit/>
          </a:bodyPr>
          <a:lstStyle>
            <a:lvl1pPr lvl="0">
              <a:spcBef>
                <a:spcPts val="0"/>
              </a:spcBef>
              <a:spcAft>
                <a:spcPts val="0"/>
              </a:spcAft>
              <a:buSzPts val="4000"/>
              <a:buFont typeface="Montserrat Medium"/>
              <a:buNone/>
              <a:defRPr sz="2000">
                <a:latin typeface="Montserrat Medium"/>
                <a:ea typeface="Montserrat Medium"/>
                <a:cs typeface="Montserrat Medium"/>
                <a:sym typeface="Montserrat Medium"/>
              </a:defRPr>
            </a:lvl1pPr>
            <a:lvl2pPr lvl="1">
              <a:spcBef>
                <a:spcPts val="0"/>
              </a:spcBef>
              <a:spcAft>
                <a:spcPts val="0"/>
              </a:spcAft>
              <a:buSzPts val="4000"/>
              <a:buFont typeface="Montserrat Medium"/>
              <a:buNone/>
              <a:defRPr sz="2000">
                <a:latin typeface="Montserrat Medium"/>
                <a:ea typeface="Montserrat Medium"/>
                <a:cs typeface="Montserrat Medium"/>
                <a:sym typeface="Montserrat Medium"/>
              </a:defRPr>
            </a:lvl2pPr>
            <a:lvl3pPr lvl="2">
              <a:spcBef>
                <a:spcPts val="0"/>
              </a:spcBef>
              <a:spcAft>
                <a:spcPts val="0"/>
              </a:spcAft>
              <a:buSzPts val="4000"/>
              <a:buFont typeface="Montserrat Medium"/>
              <a:buNone/>
              <a:defRPr sz="2000">
                <a:latin typeface="Montserrat Medium"/>
                <a:ea typeface="Montserrat Medium"/>
                <a:cs typeface="Montserrat Medium"/>
                <a:sym typeface="Montserrat Medium"/>
              </a:defRPr>
            </a:lvl3pPr>
            <a:lvl4pPr lvl="3">
              <a:spcBef>
                <a:spcPts val="0"/>
              </a:spcBef>
              <a:spcAft>
                <a:spcPts val="0"/>
              </a:spcAft>
              <a:buSzPts val="4000"/>
              <a:buFont typeface="Montserrat Medium"/>
              <a:buNone/>
              <a:defRPr sz="2000">
                <a:latin typeface="Montserrat Medium"/>
                <a:ea typeface="Montserrat Medium"/>
                <a:cs typeface="Montserrat Medium"/>
                <a:sym typeface="Montserrat Medium"/>
              </a:defRPr>
            </a:lvl4pPr>
            <a:lvl5pPr lvl="4">
              <a:spcBef>
                <a:spcPts val="0"/>
              </a:spcBef>
              <a:spcAft>
                <a:spcPts val="0"/>
              </a:spcAft>
              <a:buSzPts val="4000"/>
              <a:buFont typeface="Montserrat Medium"/>
              <a:buNone/>
              <a:defRPr sz="2000">
                <a:latin typeface="Montserrat Medium"/>
                <a:ea typeface="Montserrat Medium"/>
                <a:cs typeface="Montserrat Medium"/>
                <a:sym typeface="Montserrat Medium"/>
              </a:defRPr>
            </a:lvl5pPr>
            <a:lvl6pPr lvl="5">
              <a:spcBef>
                <a:spcPts val="0"/>
              </a:spcBef>
              <a:spcAft>
                <a:spcPts val="0"/>
              </a:spcAft>
              <a:buSzPts val="4000"/>
              <a:buFont typeface="Montserrat Medium"/>
              <a:buNone/>
              <a:defRPr sz="2000">
                <a:latin typeface="Montserrat Medium"/>
                <a:ea typeface="Montserrat Medium"/>
                <a:cs typeface="Montserrat Medium"/>
                <a:sym typeface="Montserrat Medium"/>
              </a:defRPr>
            </a:lvl6pPr>
            <a:lvl7pPr lvl="6">
              <a:spcBef>
                <a:spcPts val="0"/>
              </a:spcBef>
              <a:spcAft>
                <a:spcPts val="0"/>
              </a:spcAft>
              <a:buSzPts val="4000"/>
              <a:buFont typeface="Montserrat Medium"/>
              <a:buNone/>
              <a:defRPr sz="2000">
                <a:latin typeface="Montserrat Medium"/>
                <a:ea typeface="Montserrat Medium"/>
                <a:cs typeface="Montserrat Medium"/>
                <a:sym typeface="Montserrat Medium"/>
              </a:defRPr>
            </a:lvl7pPr>
            <a:lvl8pPr lvl="7">
              <a:spcBef>
                <a:spcPts val="0"/>
              </a:spcBef>
              <a:spcAft>
                <a:spcPts val="0"/>
              </a:spcAft>
              <a:buSzPts val="4000"/>
              <a:buFont typeface="Montserrat Medium"/>
              <a:buNone/>
              <a:defRPr sz="2000">
                <a:latin typeface="Montserrat Medium"/>
                <a:ea typeface="Montserrat Medium"/>
                <a:cs typeface="Montserrat Medium"/>
                <a:sym typeface="Montserrat Medium"/>
              </a:defRPr>
            </a:lvl8pPr>
            <a:lvl9pPr lvl="8">
              <a:spcBef>
                <a:spcPts val="0"/>
              </a:spcBef>
              <a:spcAft>
                <a:spcPts val="0"/>
              </a:spcAft>
              <a:buSzPts val="4000"/>
              <a:buFont typeface="Montserrat Medium"/>
              <a:buNone/>
              <a:defRPr sz="2000">
                <a:latin typeface="Montserrat Medium"/>
                <a:ea typeface="Montserrat Medium"/>
                <a:cs typeface="Montserrat Medium"/>
                <a:sym typeface="Montserrat Medium"/>
              </a:defRPr>
            </a:lvl9pPr>
          </a:lstStyle>
          <a:p>
            <a:endParaRPr/>
          </a:p>
        </p:txBody>
      </p:sp>
    </p:spTree>
    <p:extLst>
      <p:ext uri="{BB962C8B-B14F-4D97-AF65-F5344CB8AC3E}">
        <p14:creationId xmlns:p14="http://schemas.microsoft.com/office/powerpoint/2010/main" val="3292989388"/>
      </p:ext>
    </p:extLst>
  </p:cSld>
  <p:clrMapOvr>
    <a:masterClrMapping/>
  </p:clrMapOvr>
  <p:extLst>
    <p:ext uri="{DCECCB84-F9BA-43D5-87BE-67443E8EF086}">
      <p15:sldGuideLst xmlns:p15="http://schemas.microsoft.com/office/powerpoint/2012/main">
        <p15:guide id="1" orient="horz" pos="1701">
          <p15:clr>
            <a:srgbClr val="FA7B17"/>
          </p15:clr>
        </p15:guide>
        <p15:guide id="2" orient="horz" pos="1296">
          <p15:clr>
            <a:srgbClr val="FA7B17"/>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Equipo">
  <p:cSld name="Equipo">
    <p:spTree>
      <p:nvGrpSpPr>
        <p:cNvPr id="1" name="Shape 797"/>
        <p:cNvGrpSpPr/>
        <p:nvPr/>
      </p:nvGrpSpPr>
      <p:grpSpPr>
        <a:xfrm>
          <a:off x="0" y="0"/>
          <a:ext cx="0" cy="0"/>
          <a:chOff x="0" y="0"/>
          <a:chExt cx="0" cy="0"/>
        </a:xfrm>
      </p:grpSpPr>
      <p:sp>
        <p:nvSpPr>
          <p:cNvPr id="798" name="Google Shape;798;p46"/>
          <p:cNvSpPr/>
          <p:nvPr/>
        </p:nvSpPr>
        <p:spPr>
          <a:xfrm flipH="1">
            <a:off x="25" y="-1625"/>
            <a:ext cx="3504450" cy="5143500"/>
          </a:xfrm>
          <a:prstGeom prst="rect">
            <a:avLst/>
          </a:prstGeom>
          <a:solidFill>
            <a:srgbClr val="000000"/>
          </a:solidFill>
          <a:ln w="9525" cap="flat" cmpd="sng">
            <a:solidFill>
              <a:srgbClr val="FFFFFF"/>
            </a:solidFill>
            <a:prstDash val="solid"/>
            <a:round/>
            <a:headEnd type="none" w="sm" len="sm"/>
            <a:tailEnd type="none" w="sm" len="sm"/>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799" name="Google Shape;799;p46"/>
          <p:cNvSpPr txBox="1">
            <a:spLocks noGrp="1"/>
          </p:cNvSpPr>
          <p:nvPr>
            <p:ph type="body" idx="1"/>
          </p:nvPr>
        </p:nvSpPr>
        <p:spPr>
          <a:xfrm>
            <a:off x="636425" y="3170488"/>
            <a:ext cx="3504450" cy="391500"/>
          </a:xfrm>
          <a:prstGeom prst="rect">
            <a:avLst/>
          </a:prstGeom>
          <a:noFill/>
          <a:ln>
            <a:noFill/>
          </a:ln>
        </p:spPr>
        <p:txBody>
          <a:bodyPr spcFirstLastPara="1" wrap="square" lIns="0" tIns="91425" rIns="91425" bIns="91425" anchor="t" anchorCtr="0">
            <a:noAutofit/>
          </a:bodyPr>
          <a:lstStyle>
            <a:lvl1pPr marL="228600" lvl="0" indent="-209550">
              <a:spcBef>
                <a:spcPts val="0"/>
              </a:spcBef>
              <a:spcAft>
                <a:spcPts val="0"/>
              </a:spcAft>
              <a:buClr>
                <a:srgbClr val="FFFFFF"/>
              </a:buClr>
              <a:buSzPts val="3000"/>
              <a:buFont typeface="Montserrat"/>
              <a:buChar char="■"/>
              <a:defRPr sz="1500">
                <a:solidFill>
                  <a:srgbClr val="FFFFFF"/>
                </a:solidFill>
                <a:latin typeface="Montserrat"/>
                <a:ea typeface="Montserrat"/>
                <a:cs typeface="Montserrat"/>
                <a:sym typeface="Montserrat"/>
              </a:defRPr>
            </a:lvl1pPr>
            <a:lvl2pPr marL="457200" lvl="1" indent="-209550">
              <a:spcBef>
                <a:spcPts val="0"/>
              </a:spcBef>
              <a:spcAft>
                <a:spcPts val="0"/>
              </a:spcAft>
              <a:buClr>
                <a:srgbClr val="FFFFFF"/>
              </a:buClr>
              <a:buSzPts val="3000"/>
              <a:buFont typeface="Montserrat"/>
              <a:buChar char="○"/>
              <a:defRPr sz="1500">
                <a:solidFill>
                  <a:srgbClr val="FFFFFF"/>
                </a:solidFill>
                <a:latin typeface="Montserrat"/>
                <a:ea typeface="Montserrat"/>
                <a:cs typeface="Montserrat"/>
                <a:sym typeface="Montserrat"/>
              </a:defRPr>
            </a:lvl2pPr>
            <a:lvl3pPr marL="685800" lvl="2" indent="-209550">
              <a:spcBef>
                <a:spcPts val="0"/>
              </a:spcBef>
              <a:spcAft>
                <a:spcPts val="0"/>
              </a:spcAft>
              <a:buClr>
                <a:srgbClr val="FFFFFF"/>
              </a:buClr>
              <a:buSzPts val="3000"/>
              <a:buFont typeface="Montserrat"/>
              <a:buChar char="■"/>
              <a:defRPr sz="1500">
                <a:solidFill>
                  <a:srgbClr val="FFFFFF"/>
                </a:solidFill>
                <a:latin typeface="Montserrat"/>
                <a:ea typeface="Montserrat"/>
                <a:cs typeface="Montserrat"/>
                <a:sym typeface="Montserrat"/>
              </a:defRPr>
            </a:lvl3pPr>
            <a:lvl4pPr marL="914400" lvl="3" indent="-209550">
              <a:spcBef>
                <a:spcPts val="0"/>
              </a:spcBef>
              <a:spcAft>
                <a:spcPts val="0"/>
              </a:spcAft>
              <a:buClr>
                <a:srgbClr val="FFFFFF"/>
              </a:buClr>
              <a:buSzPts val="3000"/>
              <a:buFont typeface="Montserrat"/>
              <a:buChar char="●"/>
              <a:defRPr sz="1500">
                <a:solidFill>
                  <a:srgbClr val="FFFFFF"/>
                </a:solidFill>
                <a:latin typeface="Montserrat"/>
                <a:ea typeface="Montserrat"/>
                <a:cs typeface="Montserrat"/>
                <a:sym typeface="Montserrat"/>
              </a:defRPr>
            </a:lvl4pPr>
            <a:lvl5pPr marL="1143000" lvl="4" indent="-209550">
              <a:spcBef>
                <a:spcPts val="0"/>
              </a:spcBef>
              <a:spcAft>
                <a:spcPts val="0"/>
              </a:spcAft>
              <a:buClr>
                <a:srgbClr val="FFFFFF"/>
              </a:buClr>
              <a:buSzPts val="3000"/>
              <a:buFont typeface="Montserrat"/>
              <a:buChar char="○"/>
              <a:defRPr sz="1500">
                <a:solidFill>
                  <a:srgbClr val="FFFFFF"/>
                </a:solidFill>
                <a:latin typeface="Montserrat"/>
                <a:ea typeface="Montserrat"/>
                <a:cs typeface="Montserrat"/>
                <a:sym typeface="Montserrat"/>
              </a:defRPr>
            </a:lvl5pPr>
            <a:lvl6pPr marL="1371600" lvl="5" indent="-209550">
              <a:spcBef>
                <a:spcPts val="0"/>
              </a:spcBef>
              <a:spcAft>
                <a:spcPts val="0"/>
              </a:spcAft>
              <a:buClr>
                <a:srgbClr val="FFFFFF"/>
              </a:buClr>
              <a:buSzPts val="3000"/>
              <a:buFont typeface="Montserrat"/>
              <a:buChar char="■"/>
              <a:defRPr sz="1500">
                <a:solidFill>
                  <a:srgbClr val="FFFFFF"/>
                </a:solidFill>
                <a:latin typeface="Montserrat"/>
                <a:ea typeface="Montserrat"/>
                <a:cs typeface="Montserrat"/>
                <a:sym typeface="Montserrat"/>
              </a:defRPr>
            </a:lvl6pPr>
            <a:lvl7pPr marL="1600200" lvl="6" indent="-209550">
              <a:spcBef>
                <a:spcPts val="0"/>
              </a:spcBef>
              <a:spcAft>
                <a:spcPts val="0"/>
              </a:spcAft>
              <a:buClr>
                <a:srgbClr val="FFFFFF"/>
              </a:buClr>
              <a:buSzPts val="3000"/>
              <a:buFont typeface="Montserrat"/>
              <a:buChar char="●"/>
              <a:defRPr sz="1500">
                <a:solidFill>
                  <a:srgbClr val="FFFFFF"/>
                </a:solidFill>
                <a:latin typeface="Montserrat"/>
                <a:ea typeface="Montserrat"/>
                <a:cs typeface="Montserrat"/>
                <a:sym typeface="Montserrat"/>
              </a:defRPr>
            </a:lvl7pPr>
            <a:lvl8pPr marL="1828800" lvl="7" indent="-209550">
              <a:spcBef>
                <a:spcPts val="0"/>
              </a:spcBef>
              <a:spcAft>
                <a:spcPts val="0"/>
              </a:spcAft>
              <a:buClr>
                <a:srgbClr val="FFFFFF"/>
              </a:buClr>
              <a:buSzPts val="3000"/>
              <a:buFont typeface="Montserrat"/>
              <a:buChar char="○"/>
              <a:defRPr sz="1500">
                <a:solidFill>
                  <a:srgbClr val="FFFFFF"/>
                </a:solidFill>
                <a:latin typeface="Montserrat"/>
                <a:ea typeface="Montserrat"/>
                <a:cs typeface="Montserrat"/>
                <a:sym typeface="Montserrat"/>
              </a:defRPr>
            </a:lvl8pPr>
            <a:lvl9pPr marL="2057400" lvl="8" indent="-209550">
              <a:spcBef>
                <a:spcPts val="0"/>
              </a:spcBef>
              <a:spcAft>
                <a:spcPts val="0"/>
              </a:spcAft>
              <a:buClr>
                <a:srgbClr val="FFFFFF"/>
              </a:buClr>
              <a:buSzPts val="3000"/>
              <a:buFont typeface="Montserrat"/>
              <a:buChar char="■"/>
              <a:defRPr sz="1500">
                <a:solidFill>
                  <a:srgbClr val="FFFFFF"/>
                </a:solidFill>
                <a:latin typeface="Montserrat"/>
                <a:ea typeface="Montserrat"/>
                <a:cs typeface="Montserrat"/>
                <a:sym typeface="Montserrat"/>
              </a:defRPr>
            </a:lvl9pPr>
          </a:lstStyle>
          <a:p>
            <a:endParaRPr/>
          </a:p>
        </p:txBody>
      </p:sp>
      <p:sp>
        <p:nvSpPr>
          <p:cNvPr id="800" name="Google Shape;800;p46"/>
          <p:cNvSpPr txBox="1">
            <a:spLocks noGrp="1"/>
          </p:cNvSpPr>
          <p:nvPr>
            <p:ph type="body" idx="2"/>
          </p:nvPr>
        </p:nvSpPr>
        <p:spPr>
          <a:xfrm>
            <a:off x="1235338" y="3459513"/>
            <a:ext cx="1869750" cy="277050"/>
          </a:xfrm>
          <a:prstGeom prst="rect">
            <a:avLst/>
          </a:prstGeom>
          <a:noFill/>
          <a:ln>
            <a:noFill/>
          </a:ln>
        </p:spPr>
        <p:txBody>
          <a:bodyPr spcFirstLastPara="1" wrap="square" lIns="0" tIns="91425" rIns="91425" bIns="91425" anchor="t" anchorCtr="0">
            <a:noAutofit/>
          </a:bodyPr>
          <a:lstStyle>
            <a:lvl1pPr marL="228600" lvl="0" indent="-190500">
              <a:spcBef>
                <a:spcPts val="0"/>
              </a:spcBef>
              <a:spcAft>
                <a:spcPts val="0"/>
              </a:spcAft>
              <a:buClr>
                <a:srgbClr val="FFFFFF"/>
              </a:buClr>
              <a:buSzPts val="2400"/>
              <a:buFont typeface="Montserrat Medium"/>
              <a:buChar char="■"/>
              <a:defRPr sz="1200">
                <a:solidFill>
                  <a:srgbClr val="FFFFFF"/>
                </a:solidFill>
                <a:latin typeface="Montserrat Medium"/>
                <a:ea typeface="Montserrat Medium"/>
                <a:cs typeface="Montserrat Medium"/>
                <a:sym typeface="Montserrat Medium"/>
              </a:defRPr>
            </a:lvl1pPr>
            <a:lvl2pPr marL="457200" lvl="1" indent="-190500">
              <a:spcBef>
                <a:spcPts val="0"/>
              </a:spcBef>
              <a:spcAft>
                <a:spcPts val="0"/>
              </a:spcAft>
              <a:buClr>
                <a:srgbClr val="FFFFFF"/>
              </a:buClr>
              <a:buSzPts val="2400"/>
              <a:buFont typeface="Montserrat Medium"/>
              <a:buChar char="○"/>
              <a:defRPr sz="1200">
                <a:solidFill>
                  <a:srgbClr val="FFFFFF"/>
                </a:solidFill>
                <a:latin typeface="Montserrat Medium"/>
                <a:ea typeface="Montserrat Medium"/>
                <a:cs typeface="Montserrat Medium"/>
                <a:sym typeface="Montserrat Medium"/>
              </a:defRPr>
            </a:lvl2pPr>
            <a:lvl3pPr marL="685800" lvl="2" indent="-190500">
              <a:spcBef>
                <a:spcPts val="0"/>
              </a:spcBef>
              <a:spcAft>
                <a:spcPts val="0"/>
              </a:spcAft>
              <a:buClr>
                <a:srgbClr val="FFFFFF"/>
              </a:buClr>
              <a:buSzPts val="2400"/>
              <a:buFont typeface="Montserrat Medium"/>
              <a:buChar char="■"/>
              <a:defRPr sz="1200">
                <a:solidFill>
                  <a:srgbClr val="FFFFFF"/>
                </a:solidFill>
                <a:latin typeface="Montserrat Medium"/>
                <a:ea typeface="Montserrat Medium"/>
                <a:cs typeface="Montserrat Medium"/>
                <a:sym typeface="Montserrat Medium"/>
              </a:defRPr>
            </a:lvl3pPr>
            <a:lvl4pPr marL="914400" lvl="3" indent="-190500">
              <a:spcBef>
                <a:spcPts val="0"/>
              </a:spcBef>
              <a:spcAft>
                <a:spcPts val="0"/>
              </a:spcAft>
              <a:buClr>
                <a:srgbClr val="FFFFFF"/>
              </a:buClr>
              <a:buSzPts val="2400"/>
              <a:buFont typeface="Montserrat Medium"/>
              <a:buChar char="●"/>
              <a:defRPr sz="1200">
                <a:solidFill>
                  <a:srgbClr val="FFFFFF"/>
                </a:solidFill>
                <a:latin typeface="Montserrat Medium"/>
                <a:ea typeface="Montserrat Medium"/>
                <a:cs typeface="Montserrat Medium"/>
                <a:sym typeface="Montserrat Medium"/>
              </a:defRPr>
            </a:lvl4pPr>
            <a:lvl5pPr marL="1143000" lvl="4" indent="-190500">
              <a:spcBef>
                <a:spcPts val="0"/>
              </a:spcBef>
              <a:spcAft>
                <a:spcPts val="0"/>
              </a:spcAft>
              <a:buClr>
                <a:srgbClr val="FFFFFF"/>
              </a:buClr>
              <a:buSzPts val="2400"/>
              <a:buFont typeface="Montserrat Medium"/>
              <a:buChar char="○"/>
              <a:defRPr sz="1200">
                <a:solidFill>
                  <a:srgbClr val="FFFFFF"/>
                </a:solidFill>
                <a:latin typeface="Montserrat Medium"/>
                <a:ea typeface="Montserrat Medium"/>
                <a:cs typeface="Montserrat Medium"/>
                <a:sym typeface="Montserrat Medium"/>
              </a:defRPr>
            </a:lvl5pPr>
            <a:lvl6pPr marL="1371600" lvl="5" indent="-190500">
              <a:spcBef>
                <a:spcPts val="0"/>
              </a:spcBef>
              <a:spcAft>
                <a:spcPts val="0"/>
              </a:spcAft>
              <a:buClr>
                <a:srgbClr val="FFFFFF"/>
              </a:buClr>
              <a:buSzPts val="2400"/>
              <a:buFont typeface="Montserrat Medium"/>
              <a:buChar char="■"/>
              <a:defRPr sz="1200">
                <a:solidFill>
                  <a:srgbClr val="FFFFFF"/>
                </a:solidFill>
                <a:latin typeface="Montserrat Medium"/>
                <a:ea typeface="Montserrat Medium"/>
                <a:cs typeface="Montserrat Medium"/>
                <a:sym typeface="Montserrat Medium"/>
              </a:defRPr>
            </a:lvl6pPr>
            <a:lvl7pPr marL="1600200" lvl="6" indent="-190500">
              <a:spcBef>
                <a:spcPts val="0"/>
              </a:spcBef>
              <a:spcAft>
                <a:spcPts val="0"/>
              </a:spcAft>
              <a:buClr>
                <a:srgbClr val="FFFFFF"/>
              </a:buClr>
              <a:buSzPts val="2400"/>
              <a:buFont typeface="Montserrat Medium"/>
              <a:buChar char="●"/>
              <a:defRPr sz="1200">
                <a:solidFill>
                  <a:srgbClr val="FFFFFF"/>
                </a:solidFill>
                <a:latin typeface="Montserrat Medium"/>
                <a:ea typeface="Montserrat Medium"/>
                <a:cs typeface="Montserrat Medium"/>
                <a:sym typeface="Montserrat Medium"/>
              </a:defRPr>
            </a:lvl7pPr>
            <a:lvl8pPr marL="1828800" lvl="7" indent="-190500">
              <a:spcBef>
                <a:spcPts val="0"/>
              </a:spcBef>
              <a:spcAft>
                <a:spcPts val="0"/>
              </a:spcAft>
              <a:buClr>
                <a:srgbClr val="FFFFFF"/>
              </a:buClr>
              <a:buSzPts val="2400"/>
              <a:buFont typeface="Montserrat Medium"/>
              <a:buChar char="○"/>
              <a:defRPr sz="1200">
                <a:solidFill>
                  <a:srgbClr val="FFFFFF"/>
                </a:solidFill>
                <a:latin typeface="Montserrat Medium"/>
                <a:ea typeface="Montserrat Medium"/>
                <a:cs typeface="Montserrat Medium"/>
                <a:sym typeface="Montserrat Medium"/>
              </a:defRPr>
            </a:lvl8pPr>
            <a:lvl9pPr marL="2057400" lvl="8" indent="-190500">
              <a:spcBef>
                <a:spcPts val="0"/>
              </a:spcBef>
              <a:spcAft>
                <a:spcPts val="0"/>
              </a:spcAft>
              <a:buClr>
                <a:srgbClr val="FFFFFF"/>
              </a:buClr>
              <a:buSzPts val="2400"/>
              <a:buFont typeface="Montserrat Medium"/>
              <a:buChar char="■"/>
              <a:defRPr sz="1200">
                <a:solidFill>
                  <a:srgbClr val="FFFFFF"/>
                </a:solidFill>
                <a:latin typeface="Montserrat Medium"/>
                <a:ea typeface="Montserrat Medium"/>
                <a:cs typeface="Montserrat Medium"/>
                <a:sym typeface="Montserrat Medium"/>
              </a:defRPr>
            </a:lvl9pPr>
          </a:lstStyle>
          <a:p>
            <a:endParaRPr/>
          </a:p>
        </p:txBody>
      </p:sp>
      <p:sp>
        <p:nvSpPr>
          <p:cNvPr id="801" name="Google Shape;801;p46"/>
          <p:cNvSpPr/>
          <p:nvPr/>
        </p:nvSpPr>
        <p:spPr>
          <a:xfrm>
            <a:off x="456875" y="2445382"/>
            <a:ext cx="2738850" cy="391500"/>
          </a:xfrm>
          <a:prstGeom prst="roundRect">
            <a:avLst>
              <a:gd name="adj" fmla="val 50000"/>
            </a:avLst>
          </a:prstGeom>
          <a:solidFill>
            <a:schemeClr val="accent3"/>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1500"/>
          </a:p>
        </p:txBody>
      </p:sp>
      <p:sp>
        <p:nvSpPr>
          <p:cNvPr id="802" name="Google Shape;802;p46"/>
          <p:cNvSpPr txBox="1">
            <a:spLocks noGrp="1"/>
          </p:cNvSpPr>
          <p:nvPr>
            <p:ph type="title"/>
          </p:nvPr>
        </p:nvSpPr>
        <p:spPr>
          <a:xfrm>
            <a:off x="636425" y="2411875"/>
            <a:ext cx="2414700" cy="435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5000"/>
              <a:buFont typeface="Montserrat"/>
              <a:buNone/>
              <a:defRPr sz="2500">
                <a:solidFill>
                  <a:schemeClr val="lt1"/>
                </a:solidFill>
                <a:latin typeface="Montserrat"/>
                <a:ea typeface="Montserrat"/>
                <a:cs typeface="Montserrat"/>
                <a:sym typeface="Montserrat"/>
              </a:defRPr>
            </a:lvl1pPr>
            <a:lvl2pPr lvl="1">
              <a:spcBef>
                <a:spcPts val="0"/>
              </a:spcBef>
              <a:spcAft>
                <a:spcPts val="0"/>
              </a:spcAft>
              <a:buSzPts val="1400"/>
              <a:buFont typeface="Montserrat"/>
              <a:buNone/>
              <a:defRPr>
                <a:latin typeface="Montserrat"/>
                <a:ea typeface="Montserrat"/>
                <a:cs typeface="Montserrat"/>
                <a:sym typeface="Montserrat"/>
              </a:defRPr>
            </a:lvl2pPr>
            <a:lvl3pPr lvl="2">
              <a:spcBef>
                <a:spcPts val="0"/>
              </a:spcBef>
              <a:spcAft>
                <a:spcPts val="0"/>
              </a:spcAft>
              <a:buSzPts val="1400"/>
              <a:buFont typeface="Montserrat"/>
              <a:buNone/>
              <a:defRPr>
                <a:latin typeface="Montserrat"/>
                <a:ea typeface="Montserrat"/>
                <a:cs typeface="Montserrat"/>
                <a:sym typeface="Montserrat"/>
              </a:defRPr>
            </a:lvl3pPr>
            <a:lvl4pPr lvl="3">
              <a:spcBef>
                <a:spcPts val="0"/>
              </a:spcBef>
              <a:spcAft>
                <a:spcPts val="0"/>
              </a:spcAft>
              <a:buSzPts val="1400"/>
              <a:buFont typeface="Montserrat"/>
              <a:buNone/>
              <a:defRPr>
                <a:latin typeface="Montserrat"/>
                <a:ea typeface="Montserrat"/>
                <a:cs typeface="Montserrat"/>
                <a:sym typeface="Montserrat"/>
              </a:defRPr>
            </a:lvl4pPr>
            <a:lvl5pPr lvl="4">
              <a:spcBef>
                <a:spcPts val="0"/>
              </a:spcBef>
              <a:spcAft>
                <a:spcPts val="0"/>
              </a:spcAft>
              <a:buSzPts val="1400"/>
              <a:buFont typeface="Montserrat"/>
              <a:buNone/>
              <a:defRPr>
                <a:latin typeface="Montserrat"/>
                <a:ea typeface="Montserrat"/>
                <a:cs typeface="Montserrat"/>
                <a:sym typeface="Montserrat"/>
              </a:defRPr>
            </a:lvl5pPr>
            <a:lvl6pPr lvl="5">
              <a:spcBef>
                <a:spcPts val="0"/>
              </a:spcBef>
              <a:spcAft>
                <a:spcPts val="0"/>
              </a:spcAft>
              <a:buSzPts val="1400"/>
              <a:buFont typeface="Montserrat"/>
              <a:buNone/>
              <a:defRPr>
                <a:latin typeface="Montserrat"/>
                <a:ea typeface="Montserrat"/>
                <a:cs typeface="Montserrat"/>
                <a:sym typeface="Montserrat"/>
              </a:defRPr>
            </a:lvl6pPr>
            <a:lvl7pPr lvl="6">
              <a:spcBef>
                <a:spcPts val="0"/>
              </a:spcBef>
              <a:spcAft>
                <a:spcPts val="0"/>
              </a:spcAft>
              <a:buSzPts val="1400"/>
              <a:buFont typeface="Montserrat"/>
              <a:buNone/>
              <a:defRPr>
                <a:latin typeface="Montserrat"/>
                <a:ea typeface="Montserrat"/>
                <a:cs typeface="Montserrat"/>
                <a:sym typeface="Montserrat"/>
              </a:defRPr>
            </a:lvl7pPr>
            <a:lvl8pPr lvl="7">
              <a:spcBef>
                <a:spcPts val="0"/>
              </a:spcBef>
              <a:spcAft>
                <a:spcPts val="0"/>
              </a:spcAft>
              <a:buSzPts val="1400"/>
              <a:buFont typeface="Montserrat"/>
              <a:buNone/>
              <a:defRPr>
                <a:latin typeface="Montserrat"/>
                <a:ea typeface="Montserrat"/>
                <a:cs typeface="Montserrat"/>
                <a:sym typeface="Montserrat"/>
              </a:defRPr>
            </a:lvl8pPr>
            <a:lvl9pPr lvl="8">
              <a:spcBef>
                <a:spcPts val="0"/>
              </a:spcBef>
              <a:spcAft>
                <a:spcPts val="0"/>
              </a:spcAft>
              <a:buSzPts val="1400"/>
              <a:buFont typeface="Montserrat"/>
              <a:buNone/>
              <a:defRPr>
                <a:latin typeface="Montserrat"/>
                <a:ea typeface="Montserrat"/>
                <a:cs typeface="Montserrat"/>
                <a:sym typeface="Montserrat"/>
              </a:defRPr>
            </a:lvl9pPr>
          </a:lstStyle>
          <a:p>
            <a:endParaRPr/>
          </a:p>
        </p:txBody>
      </p:sp>
      <p:sp>
        <p:nvSpPr>
          <p:cNvPr id="803" name="Google Shape;803;p46"/>
          <p:cNvSpPr txBox="1"/>
          <p:nvPr/>
        </p:nvSpPr>
        <p:spPr>
          <a:xfrm>
            <a:off x="574763" y="3449338"/>
            <a:ext cx="879450" cy="276985"/>
          </a:xfrm>
          <a:prstGeom prst="rect">
            <a:avLst/>
          </a:prstGeom>
          <a:noFill/>
          <a:ln>
            <a:noFill/>
          </a:ln>
        </p:spPr>
        <p:txBody>
          <a:bodyPr spcFirstLastPara="1" wrap="square" lIns="45713" tIns="45713" rIns="45713" bIns="45713" anchor="t" anchorCtr="0">
            <a:spAutoFit/>
          </a:bodyPr>
          <a:lstStyle/>
          <a:p>
            <a:pPr marL="0" lvl="0" indent="0" algn="l" rtl="0">
              <a:spcBef>
                <a:spcPts val="0"/>
              </a:spcBef>
              <a:spcAft>
                <a:spcPts val="0"/>
              </a:spcAft>
              <a:buNone/>
            </a:pPr>
            <a:r>
              <a:rPr lang="fr" sz="1200">
                <a:solidFill>
                  <a:srgbClr val="FFFFFF"/>
                </a:solidFill>
                <a:latin typeface="Montserrat SemiBold"/>
                <a:ea typeface="Montserrat SemiBold"/>
                <a:cs typeface="Montserrat SemiBold"/>
                <a:sym typeface="Montserrat SemiBold"/>
              </a:rPr>
              <a:t>Apodo:</a:t>
            </a:r>
            <a:endParaRPr sz="1200">
              <a:solidFill>
                <a:srgbClr val="FFFFFF"/>
              </a:solidFill>
              <a:latin typeface="Montserrat"/>
              <a:ea typeface="Montserrat"/>
              <a:cs typeface="Montserrat"/>
              <a:sym typeface="Montserrat"/>
            </a:endParaRPr>
          </a:p>
        </p:txBody>
      </p:sp>
      <p:sp>
        <p:nvSpPr>
          <p:cNvPr id="804" name="Google Shape;804;p46"/>
          <p:cNvSpPr/>
          <p:nvPr/>
        </p:nvSpPr>
        <p:spPr>
          <a:xfrm rot="5400000" flipH="1">
            <a:off x="1951188" y="4356087"/>
            <a:ext cx="435600" cy="1139250"/>
          </a:xfrm>
          <a:prstGeom prst="round2SameRect">
            <a:avLst>
              <a:gd name="adj1" fmla="val 50000"/>
              <a:gd name="adj2" fmla="val 0"/>
            </a:avLst>
          </a:prstGeom>
          <a:noFill/>
          <a:ln w="38100" cap="flat" cmpd="sng">
            <a:solidFill>
              <a:srgbClr val="263238"/>
            </a:solidFill>
            <a:prstDash val="solid"/>
            <a:round/>
            <a:headEnd type="none" w="sm" len="sm"/>
            <a:tailEnd type="none" w="sm" len="sm"/>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805" name="Google Shape;805;p46"/>
          <p:cNvSpPr/>
          <p:nvPr/>
        </p:nvSpPr>
        <p:spPr>
          <a:xfrm flipH="1">
            <a:off x="-376" y="4707869"/>
            <a:ext cx="1164000" cy="435600"/>
          </a:xfrm>
          <a:prstGeom prst="roundRect">
            <a:avLst>
              <a:gd name="adj" fmla="val 50000"/>
            </a:avLst>
          </a:prstGeom>
          <a:noFill/>
          <a:ln w="38100" cap="flat" cmpd="sng">
            <a:solidFill>
              <a:schemeClr val="accent5"/>
            </a:solidFill>
            <a:prstDash val="solid"/>
            <a:round/>
            <a:headEnd type="none" w="sm" len="sm"/>
            <a:tailEnd type="none" w="sm" len="sm"/>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806" name="Google Shape;806;p46"/>
          <p:cNvSpPr/>
          <p:nvPr/>
        </p:nvSpPr>
        <p:spPr>
          <a:xfrm flipH="1">
            <a:off x="101288" y="4779977"/>
            <a:ext cx="291450" cy="291450"/>
          </a:xfrm>
          <a:prstGeom prst="ellipse">
            <a:avLst/>
          </a:prstGeom>
          <a:solidFill>
            <a:schemeClr val="accent4"/>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807" name="Google Shape;807;p46"/>
          <p:cNvSpPr/>
          <p:nvPr/>
        </p:nvSpPr>
        <p:spPr>
          <a:xfrm flipH="1">
            <a:off x="1163671" y="4707867"/>
            <a:ext cx="435600" cy="435600"/>
          </a:xfrm>
          <a:prstGeom prst="ellipse">
            <a:avLst/>
          </a:prstGeom>
          <a:noFill/>
          <a:ln w="38100" cap="flat" cmpd="sng">
            <a:solidFill>
              <a:srgbClr val="3F3F3F"/>
            </a:solidFill>
            <a:prstDash val="solid"/>
            <a:round/>
            <a:headEnd type="none" w="sm" len="sm"/>
            <a:tailEnd type="none" w="sm" len="sm"/>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808" name="Google Shape;808;p46"/>
          <p:cNvSpPr/>
          <p:nvPr/>
        </p:nvSpPr>
        <p:spPr>
          <a:xfrm>
            <a:off x="8472883" y="4"/>
            <a:ext cx="671100" cy="1755150"/>
          </a:xfrm>
          <a:prstGeom prst="round2SameRect">
            <a:avLst>
              <a:gd name="adj1" fmla="val 50000"/>
              <a:gd name="adj2" fmla="val 0"/>
            </a:avLst>
          </a:prstGeom>
          <a:noFill/>
          <a:ln w="38100" cap="flat" cmpd="sng">
            <a:solidFill>
              <a:srgbClr val="263238"/>
            </a:solidFill>
            <a:prstDash val="solid"/>
            <a:round/>
            <a:headEnd type="none" w="sm" len="sm"/>
            <a:tailEnd type="none" w="sm" len="sm"/>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809" name="Google Shape;809;p46"/>
          <p:cNvSpPr/>
          <p:nvPr/>
        </p:nvSpPr>
        <p:spPr>
          <a:xfrm rot="5400000">
            <a:off x="7911888" y="2987263"/>
            <a:ext cx="1793100" cy="671100"/>
          </a:xfrm>
          <a:prstGeom prst="roundRect">
            <a:avLst>
              <a:gd name="adj" fmla="val 50000"/>
            </a:avLst>
          </a:prstGeom>
          <a:noFill/>
          <a:ln w="38100" cap="flat" cmpd="sng">
            <a:solidFill>
              <a:schemeClr val="accent3"/>
            </a:solidFill>
            <a:prstDash val="solid"/>
            <a:round/>
            <a:headEnd type="none" w="sm" len="sm"/>
            <a:tailEnd type="none" w="sm" len="sm"/>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810" name="Google Shape;810;p46"/>
          <p:cNvSpPr/>
          <p:nvPr/>
        </p:nvSpPr>
        <p:spPr>
          <a:xfrm rot="5400000">
            <a:off x="8583957" y="3613808"/>
            <a:ext cx="448950" cy="448950"/>
          </a:xfrm>
          <a:prstGeom prst="ellipse">
            <a:avLst/>
          </a:prstGeom>
          <a:solidFill>
            <a:schemeClr val="accent5"/>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811" name="Google Shape;811;p46"/>
          <p:cNvSpPr/>
          <p:nvPr/>
        </p:nvSpPr>
        <p:spPr>
          <a:xfrm rot="5400000">
            <a:off x="8472891" y="1755152"/>
            <a:ext cx="671100" cy="671100"/>
          </a:xfrm>
          <a:prstGeom prst="ellipse">
            <a:avLst/>
          </a:prstGeom>
          <a:noFill/>
          <a:ln w="38100" cap="flat" cmpd="sng">
            <a:solidFill>
              <a:srgbClr val="3F3F3F"/>
            </a:solidFill>
            <a:prstDash val="solid"/>
            <a:round/>
            <a:headEnd type="none" w="sm" len="sm"/>
            <a:tailEnd type="none" w="sm" len="sm"/>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812" name="Google Shape;812;p46"/>
          <p:cNvSpPr txBox="1">
            <a:spLocks noGrp="1"/>
          </p:cNvSpPr>
          <p:nvPr>
            <p:ph type="body" idx="3"/>
          </p:nvPr>
        </p:nvSpPr>
        <p:spPr>
          <a:xfrm>
            <a:off x="4069413" y="1526463"/>
            <a:ext cx="3684000" cy="2295000"/>
          </a:xfrm>
          <a:prstGeom prst="rect">
            <a:avLst/>
          </a:prstGeom>
          <a:noFill/>
          <a:ln>
            <a:noFill/>
          </a:ln>
        </p:spPr>
        <p:txBody>
          <a:bodyPr spcFirstLastPara="1" wrap="square" lIns="0" tIns="91425" rIns="91425" bIns="91425" anchor="ctr" anchorCtr="0">
            <a:noAutofit/>
          </a:bodyPr>
          <a:lstStyle>
            <a:lvl1pPr marL="228600" lvl="0" indent="-190500">
              <a:spcBef>
                <a:spcPts val="0"/>
              </a:spcBef>
              <a:spcAft>
                <a:spcPts val="0"/>
              </a:spcAft>
              <a:buSzPts val="2400"/>
              <a:buFont typeface="Archivo"/>
              <a:buChar char="■"/>
              <a:defRPr sz="1200">
                <a:latin typeface="Archivo"/>
                <a:ea typeface="Archivo"/>
                <a:cs typeface="Archivo"/>
                <a:sym typeface="Archivo"/>
              </a:defRPr>
            </a:lvl1pPr>
            <a:lvl2pPr marL="457200" lvl="1" indent="-190500">
              <a:spcBef>
                <a:spcPts val="0"/>
              </a:spcBef>
              <a:spcAft>
                <a:spcPts val="0"/>
              </a:spcAft>
              <a:buSzPts val="2400"/>
              <a:buFont typeface="Archivo"/>
              <a:buChar char="○"/>
              <a:defRPr sz="1200">
                <a:latin typeface="Archivo"/>
                <a:ea typeface="Archivo"/>
                <a:cs typeface="Archivo"/>
                <a:sym typeface="Archivo"/>
              </a:defRPr>
            </a:lvl2pPr>
            <a:lvl3pPr marL="685800" lvl="2" indent="-190500">
              <a:spcBef>
                <a:spcPts val="0"/>
              </a:spcBef>
              <a:spcAft>
                <a:spcPts val="0"/>
              </a:spcAft>
              <a:buSzPts val="2400"/>
              <a:buFont typeface="Archivo"/>
              <a:buChar char="■"/>
              <a:defRPr sz="1200">
                <a:latin typeface="Archivo"/>
                <a:ea typeface="Archivo"/>
                <a:cs typeface="Archivo"/>
                <a:sym typeface="Archivo"/>
              </a:defRPr>
            </a:lvl3pPr>
            <a:lvl4pPr marL="914400" lvl="3" indent="-190500">
              <a:spcBef>
                <a:spcPts val="0"/>
              </a:spcBef>
              <a:spcAft>
                <a:spcPts val="0"/>
              </a:spcAft>
              <a:buSzPts val="2400"/>
              <a:buFont typeface="Archivo"/>
              <a:buChar char="●"/>
              <a:defRPr sz="1200">
                <a:latin typeface="Archivo"/>
                <a:ea typeface="Archivo"/>
                <a:cs typeface="Archivo"/>
                <a:sym typeface="Archivo"/>
              </a:defRPr>
            </a:lvl4pPr>
            <a:lvl5pPr marL="1143000" lvl="4" indent="-190500">
              <a:spcBef>
                <a:spcPts val="0"/>
              </a:spcBef>
              <a:spcAft>
                <a:spcPts val="0"/>
              </a:spcAft>
              <a:buSzPts val="2400"/>
              <a:buFont typeface="Archivo"/>
              <a:buChar char="○"/>
              <a:defRPr sz="1200">
                <a:latin typeface="Archivo"/>
                <a:ea typeface="Archivo"/>
                <a:cs typeface="Archivo"/>
                <a:sym typeface="Archivo"/>
              </a:defRPr>
            </a:lvl5pPr>
            <a:lvl6pPr marL="1371600" lvl="5" indent="-190500">
              <a:spcBef>
                <a:spcPts val="0"/>
              </a:spcBef>
              <a:spcAft>
                <a:spcPts val="0"/>
              </a:spcAft>
              <a:buSzPts val="2400"/>
              <a:buFont typeface="Archivo"/>
              <a:buChar char="■"/>
              <a:defRPr sz="1200">
                <a:latin typeface="Archivo"/>
                <a:ea typeface="Archivo"/>
                <a:cs typeface="Archivo"/>
                <a:sym typeface="Archivo"/>
              </a:defRPr>
            </a:lvl6pPr>
            <a:lvl7pPr marL="1600200" lvl="6" indent="-190500">
              <a:spcBef>
                <a:spcPts val="0"/>
              </a:spcBef>
              <a:spcAft>
                <a:spcPts val="0"/>
              </a:spcAft>
              <a:buSzPts val="2400"/>
              <a:buFont typeface="Archivo"/>
              <a:buChar char="●"/>
              <a:defRPr sz="1200">
                <a:latin typeface="Archivo"/>
                <a:ea typeface="Archivo"/>
                <a:cs typeface="Archivo"/>
                <a:sym typeface="Archivo"/>
              </a:defRPr>
            </a:lvl7pPr>
            <a:lvl8pPr marL="1828800" lvl="7" indent="-190500">
              <a:spcBef>
                <a:spcPts val="0"/>
              </a:spcBef>
              <a:spcAft>
                <a:spcPts val="0"/>
              </a:spcAft>
              <a:buSzPts val="2400"/>
              <a:buFont typeface="Archivo"/>
              <a:buChar char="○"/>
              <a:defRPr sz="1200">
                <a:latin typeface="Archivo"/>
                <a:ea typeface="Archivo"/>
                <a:cs typeface="Archivo"/>
                <a:sym typeface="Archivo"/>
              </a:defRPr>
            </a:lvl8pPr>
            <a:lvl9pPr marL="2057400" lvl="8" indent="-190500">
              <a:spcBef>
                <a:spcPts val="0"/>
              </a:spcBef>
              <a:spcAft>
                <a:spcPts val="0"/>
              </a:spcAft>
              <a:buSzPts val="2400"/>
              <a:buFont typeface="Archivo"/>
              <a:buChar char="■"/>
              <a:defRPr sz="1200">
                <a:latin typeface="Archivo"/>
                <a:ea typeface="Archivo"/>
                <a:cs typeface="Archivo"/>
                <a:sym typeface="Archivo"/>
              </a:defRPr>
            </a:lvl9pPr>
          </a:lstStyle>
          <a:p>
            <a:endParaRPr/>
          </a:p>
        </p:txBody>
      </p:sp>
    </p:spTree>
    <p:extLst>
      <p:ext uri="{BB962C8B-B14F-4D97-AF65-F5344CB8AC3E}">
        <p14:creationId xmlns:p14="http://schemas.microsoft.com/office/powerpoint/2010/main" val="1148802881"/>
      </p:ext>
    </p:extLst>
  </p:cSld>
  <p:clrMapOvr>
    <a:masterClrMapping/>
  </p:clrMapOvr>
  <p:extLst>
    <p:ext uri="{DCECCB84-F9BA-43D5-87BE-67443E8EF086}">
      <p15:sldGuideLst xmlns:p15="http://schemas.microsoft.com/office/powerpoint/2012/main">
        <p15:guide id="1" pos="5127">
          <p15:clr>
            <a:srgbClr val="FA7B17"/>
          </p15:clr>
        </p15:guide>
        <p15:guide id="2" orient="horz" pos="4346">
          <p15:clr>
            <a:srgbClr val="FA7B17"/>
          </p15:clr>
        </p15:guide>
        <p15:guide id="3" orient="horz" pos="4695">
          <p15:clr>
            <a:srgbClr val="FA7B17"/>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ventajas + desventajas">
  <p:cSld name="ventajas + desventajas">
    <p:spTree>
      <p:nvGrpSpPr>
        <p:cNvPr id="1" name="Shape 813"/>
        <p:cNvGrpSpPr/>
        <p:nvPr/>
      </p:nvGrpSpPr>
      <p:grpSpPr>
        <a:xfrm>
          <a:off x="0" y="0"/>
          <a:ext cx="0" cy="0"/>
          <a:chOff x="0" y="0"/>
          <a:chExt cx="0" cy="0"/>
        </a:xfrm>
      </p:grpSpPr>
      <p:sp>
        <p:nvSpPr>
          <p:cNvPr id="814" name="Google Shape;814;p47"/>
          <p:cNvSpPr/>
          <p:nvPr/>
        </p:nvSpPr>
        <p:spPr>
          <a:xfrm flipH="1">
            <a:off x="4572000" y="0"/>
            <a:ext cx="4572000" cy="5143500"/>
          </a:xfrm>
          <a:prstGeom prst="rect">
            <a:avLst/>
          </a:prstGeom>
          <a:solidFill>
            <a:schemeClr val="lt2"/>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700"/>
          </a:p>
        </p:txBody>
      </p:sp>
      <p:sp>
        <p:nvSpPr>
          <p:cNvPr id="815" name="Google Shape;815;p47"/>
          <p:cNvSpPr/>
          <p:nvPr/>
        </p:nvSpPr>
        <p:spPr>
          <a:xfrm>
            <a:off x="1714925" y="838093"/>
            <a:ext cx="1248150" cy="363450"/>
          </a:xfrm>
          <a:prstGeom prst="roundRect">
            <a:avLst>
              <a:gd name="adj" fmla="val 50000"/>
            </a:avLst>
          </a:prstGeom>
          <a:solidFill>
            <a:schemeClr val="accent3"/>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1500"/>
          </a:p>
        </p:txBody>
      </p:sp>
      <p:sp>
        <p:nvSpPr>
          <p:cNvPr id="816" name="Google Shape;816;p47"/>
          <p:cNvSpPr txBox="1"/>
          <p:nvPr/>
        </p:nvSpPr>
        <p:spPr>
          <a:xfrm>
            <a:off x="380675" y="904388"/>
            <a:ext cx="3893250" cy="253916"/>
          </a:xfrm>
          <a:prstGeom prst="rect">
            <a:avLst/>
          </a:prstGeom>
          <a:noFill/>
          <a:ln>
            <a:noFill/>
          </a:ln>
        </p:spPr>
        <p:txBody>
          <a:bodyPr spcFirstLastPara="1" wrap="square" lIns="0" tIns="0" rIns="0" bIns="0" anchor="t" anchorCtr="0">
            <a:spAutoFit/>
          </a:bodyPr>
          <a:lstStyle/>
          <a:p>
            <a:pPr marL="0" lvl="0" indent="0" algn="ctr" rtl="0">
              <a:lnSpc>
                <a:spcPct val="110000"/>
              </a:lnSpc>
              <a:spcBef>
                <a:spcPts val="0"/>
              </a:spcBef>
              <a:spcAft>
                <a:spcPts val="0"/>
              </a:spcAft>
              <a:buNone/>
            </a:pPr>
            <a:r>
              <a:rPr lang="fr" sz="1500">
                <a:solidFill>
                  <a:srgbClr val="FFFFFF"/>
                </a:solidFill>
                <a:latin typeface="Montserrat Medium"/>
                <a:ea typeface="Montserrat Medium"/>
                <a:cs typeface="Montserrat Medium"/>
                <a:sym typeface="Montserrat Medium"/>
              </a:rPr>
              <a:t>Ventajas</a:t>
            </a:r>
            <a:endParaRPr sz="1500">
              <a:latin typeface="Montserrat Medium"/>
              <a:ea typeface="Montserrat Medium"/>
              <a:cs typeface="Montserrat Medium"/>
              <a:sym typeface="Montserrat Medium"/>
            </a:endParaRPr>
          </a:p>
        </p:txBody>
      </p:sp>
      <p:sp>
        <p:nvSpPr>
          <p:cNvPr id="817" name="Google Shape;817;p47"/>
          <p:cNvSpPr/>
          <p:nvPr/>
        </p:nvSpPr>
        <p:spPr>
          <a:xfrm>
            <a:off x="5937581" y="838088"/>
            <a:ext cx="1764900" cy="363450"/>
          </a:xfrm>
          <a:prstGeom prst="roundRect">
            <a:avLst>
              <a:gd name="adj" fmla="val 50000"/>
            </a:avLst>
          </a:prstGeom>
          <a:solidFill>
            <a:schemeClr val="dk1"/>
          </a:solidFill>
          <a:ln>
            <a:noFill/>
          </a:ln>
        </p:spPr>
        <p:txBody>
          <a:bodyPr spcFirstLastPara="1" wrap="square" lIns="45713" tIns="45713" rIns="45713" bIns="45713" anchor="ctr" anchorCtr="0">
            <a:noAutofit/>
          </a:bodyPr>
          <a:lstStyle/>
          <a:p>
            <a:pPr marL="0" lvl="0" indent="0" algn="l" rtl="0">
              <a:spcBef>
                <a:spcPts val="0"/>
              </a:spcBef>
              <a:spcAft>
                <a:spcPts val="0"/>
              </a:spcAft>
              <a:buNone/>
            </a:pPr>
            <a:endParaRPr sz="1500"/>
          </a:p>
        </p:txBody>
      </p:sp>
      <p:sp>
        <p:nvSpPr>
          <p:cNvPr id="818" name="Google Shape;818;p47"/>
          <p:cNvSpPr txBox="1"/>
          <p:nvPr/>
        </p:nvSpPr>
        <p:spPr>
          <a:xfrm>
            <a:off x="4869913" y="904388"/>
            <a:ext cx="3893250" cy="253916"/>
          </a:xfrm>
          <a:prstGeom prst="rect">
            <a:avLst/>
          </a:prstGeom>
          <a:noFill/>
          <a:ln>
            <a:noFill/>
          </a:ln>
        </p:spPr>
        <p:txBody>
          <a:bodyPr spcFirstLastPara="1" wrap="square" lIns="0" tIns="0" rIns="0" bIns="0" anchor="t" anchorCtr="0">
            <a:spAutoFit/>
          </a:bodyPr>
          <a:lstStyle/>
          <a:p>
            <a:pPr marL="0" lvl="0" indent="0" algn="ctr" rtl="0">
              <a:lnSpc>
                <a:spcPct val="110000"/>
              </a:lnSpc>
              <a:spcBef>
                <a:spcPts val="0"/>
              </a:spcBef>
              <a:spcAft>
                <a:spcPts val="0"/>
              </a:spcAft>
              <a:buNone/>
            </a:pPr>
            <a:r>
              <a:rPr lang="fr" sz="1500">
                <a:solidFill>
                  <a:srgbClr val="FFFFFF"/>
                </a:solidFill>
                <a:latin typeface="Montserrat Medium"/>
                <a:ea typeface="Montserrat Medium"/>
                <a:cs typeface="Montserrat Medium"/>
                <a:sym typeface="Montserrat Medium"/>
              </a:rPr>
              <a:t>Desventajas</a:t>
            </a:r>
            <a:endParaRPr sz="1500">
              <a:latin typeface="Montserrat Medium"/>
              <a:ea typeface="Montserrat Medium"/>
              <a:cs typeface="Montserrat Medium"/>
              <a:sym typeface="Montserrat Medium"/>
            </a:endParaRPr>
          </a:p>
        </p:txBody>
      </p:sp>
      <p:grpSp>
        <p:nvGrpSpPr>
          <p:cNvPr id="819" name="Google Shape;819;p47"/>
          <p:cNvGrpSpPr/>
          <p:nvPr/>
        </p:nvGrpSpPr>
        <p:grpSpPr>
          <a:xfrm>
            <a:off x="2182115" y="4352207"/>
            <a:ext cx="466177" cy="466177"/>
            <a:chOff x="3964000" y="1705108"/>
            <a:chExt cx="1047000" cy="1047000"/>
          </a:xfrm>
        </p:grpSpPr>
        <p:sp>
          <p:nvSpPr>
            <p:cNvPr id="820" name="Google Shape;820;p47"/>
            <p:cNvSpPr/>
            <p:nvPr/>
          </p:nvSpPr>
          <p:spPr>
            <a:xfrm>
              <a:off x="3964000" y="1705108"/>
              <a:ext cx="1047000" cy="1047000"/>
            </a:xfrm>
            <a:prstGeom prst="ellipse">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nvGrpSpPr>
            <p:cNvPr id="821" name="Google Shape;821;p47"/>
            <p:cNvGrpSpPr/>
            <p:nvPr/>
          </p:nvGrpSpPr>
          <p:grpSpPr>
            <a:xfrm>
              <a:off x="4161035" y="2025037"/>
              <a:ext cx="652231" cy="407986"/>
              <a:chOff x="-3323750" y="5971792"/>
              <a:chExt cx="1161586" cy="726600"/>
            </a:xfrm>
          </p:grpSpPr>
          <p:cxnSp>
            <p:nvCxnSpPr>
              <p:cNvPr id="822" name="Google Shape;822;p47"/>
              <p:cNvCxnSpPr/>
              <p:nvPr/>
            </p:nvCxnSpPr>
            <p:spPr>
              <a:xfrm>
                <a:off x="-3323750" y="6246592"/>
                <a:ext cx="451800" cy="451800"/>
              </a:xfrm>
              <a:prstGeom prst="straightConnector1">
                <a:avLst/>
              </a:prstGeom>
              <a:noFill/>
              <a:ln w="38100" cap="flat" cmpd="sng">
                <a:solidFill>
                  <a:schemeClr val="accent3"/>
                </a:solidFill>
                <a:prstDash val="solid"/>
                <a:round/>
                <a:headEnd type="none" w="med" len="med"/>
                <a:tailEnd type="none" w="med" len="med"/>
              </a:ln>
            </p:spPr>
          </p:cxnSp>
          <p:cxnSp>
            <p:nvCxnSpPr>
              <p:cNvPr id="823" name="Google Shape;823;p47"/>
              <p:cNvCxnSpPr/>
              <p:nvPr/>
            </p:nvCxnSpPr>
            <p:spPr>
              <a:xfrm flipH="1">
                <a:off x="-2897164" y="5971792"/>
                <a:ext cx="735000" cy="726600"/>
              </a:xfrm>
              <a:prstGeom prst="straightConnector1">
                <a:avLst/>
              </a:prstGeom>
              <a:noFill/>
              <a:ln w="38100" cap="flat" cmpd="sng">
                <a:solidFill>
                  <a:schemeClr val="accent3"/>
                </a:solidFill>
                <a:prstDash val="solid"/>
                <a:round/>
                <a:headEnd type="none" w="med" len="med"/>
                <a:tailEnd type="none" w="med" len="med"/>
              </a:ln>
            </p:spPr>
          </p:cxnSp>
        </p:grpSp>
      </p:grpSp>
      <p:grpSp>
        <p:nvGrpSpPr>
          <p:cNvPr id="824" name="Google Shape;824;p47"/>
          <p:cNvGrpSpPr/>
          <p:nvPr/>
        </p:nvGrpSpPr>
        <p:grpSpPr>
          <a:xfrm>
            <a:off x="6510736" y="4352207"/>
            <a:ext cx="466177" cy="466177"/>
            <a:chOff x="13185763" y="1833383"/>
            <a:chExt cx="1047000" cy="1047000"/>
          </a:xfrm>
        </p:grpSpPr>
        <p:grpSp>
          <p:nvGrpSpPr>
            <p:cNvPr id="825" name="Google Shape;825;p47"/>
            <p:cNvGrpSpPr/>
            <p:nvPr/>
          </p:nvGrpSpPr>
          <p:grpSpPr>
            <a:xfrm>
              <a:off x="13502462" y="2153171"/>
              <a:ext cx="412703" cy="407986"/>
              <a:chOff x="-4314451" y="4293067"/>
              <a:chExt cx="735000" cy="726600"/>
            </a:xfrm>
          </p:grpSpPr>
          <p:cxnSp>
            <p:nvCxnSpPr>
              <p:cNvPr id="826" name="Google Shape;826;p47"/>
              <p:cNvCxnSpPr/>
              <p:nvPr/>
            </p:nvCxnSpPr>
            <p:spPr>
              <a:xfrm>
                <a:off x="-4314451" y="4293067"/>
                <a:ext cx="735000" cy="726600"/>
              </a:xfrm>
              <a:prstGeom prst="straightConnector1">
                <a:avLst/>
              </a:prstGeom>
              <a:noFill/>
              <a:ln w="38100" cap="flat" cmpd="sng">
                <a:solidFill>
                  <a:schemeClr val="dk1"/>
                </a:solidFill>
                <a:prstDash val="solid"/>
                <a:round/>
                <a:headEnd type="none" w="med" len="med"/>
                <a:tailEnd type="none" w="med" len="med"/>
              </a:ln>
            </p:spPr>
          </p:cxnSp>
          <p:cxnSp>
            <p:nvCxnSpPr>
              <p:cNvPr id="827" name="Google Shape;827;p47"/>
              <p:cNvCxnSpPr/>
              <p:nvPr/>
            </p:nvCxnSpPr>
            <p:spPr>
              <a:xfrm flipH="1">
                <a:off x="-4314451" y="4293067"/>
                <a:ext cx="735000" cy="726600"/>
              </a:xfrm>
              <a:prstGeom prst="straightConnector1">
                <a:avLst/>
              </a:prstGeom>
              <a:noFill/>
              <a:ln w="38100" cap="flat" cmpd="sng">
                <a:solidFill>
                  <a:schemeClr val="dk1"/>
                </a:solidFill>
                <a:prstDash val="solid"/>
                <a:round/>
                <a:headEnd type="none" w="med" len="med"/>
                <a:tailEnd type="none" w="med" len="med"/>
              </a:ln>
            </p:spPr>
          </p:cxnSp>
        </p:grpSp>
        <p:sp>
          <p:nvSpPr>
            <p:cNvPr id="828" name="Google Shape;828;p47"/>
            <p:cNvSpPr/>
            <p:nvPr/>
          </p:nvSpPr>
          <p:spPr>
            <a:xfrm>
              <a:off x="13185763" y="1833383"/>
              <a:ext cx="1047000" cy="1047000"/>
            </a:xfrm>
            <a:prstGeom prst="ellips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grpSp>
        <p:nvGrpSpPr>
          <p:cNvPr id="829" name="Google Shape;829;p47"/>
          <p:cNvGrpSpPr/>
          <p:nvPr/>
        </p:nvGrpSpPr>
        <p:grpSpPr>
          <a:xfrm>
            <a:off x="8746619" y="4870045"/>
            <a:ext cx="214804" cy="89154"/>
            <a:chOff x="1207700" y="4333950"/>
            <a:chExt cx="334325" cy="138750"/>
          </a:xfrm>
        </p:grpSpPr>
        <p:sp>
          <p:nvSpPr>
            <p:cNvPr id="830" name="Google Shape;830;p47"/>
            <p:cNvSpPr/>
            <p:nvPr/>
          </p:nvSpPr>
          <p:spPr>
            <a:xfrm>
              <a:off x="1207700" y="4333950"/>
              <a:ext cx="139850" cy="138750"/>
            </a:xfrm>
            <a:custGeom>
              <a:avLst/>
              <a:gdLst/>
              <a:ahLst/>
              <a:cxnLst/>
              <a:rect l="l" t="t" r="r" b="b"/>
              <a:pathLst>
                <a:path w="5594" h="5550" extrusionOk="0">
                  <a:moveTo>
                    <a:pt x="3390" y="438"/>
                  </a:moveTo>
                  <a:cubicBezTo>
                    <a:pt x="4363" y="438"/>
                    <a:pt x="5148" y="1232"/>
                    <a:pt x="5148" y="2196"/>
                  </a:cubicBezTo>
                  <a:lnTo>
                    <a:pt x="5148" y="3346"/>
                  </a:lnTo>
                  <a:cubicBezTo>
                    <a:pt x="5148" y="4319"/>
                    <a:pt x="4363" y="5104"/>
                    <a:pt x="3390" y="5104"/>
                  </a:cubicBezTo>
                  <a:lnTo>
                    <a:pt x="437" y="5104"/>
                  </a:lnTo>
                  <a:lnTo>
                    <a:pt x="437" y="438"/>
                  </a:lnTo>
                  <a:close/>
                  <a:moveTo>
                    <a:pt x="0" y="1"/>
                  </a:moveTo>
                  <a:lnTo>
                    <a:pt x="0" y="5550"/>
                  </a:lnTo>
                  <a:lnTo>
                    <a:pt x="3390" y="5550"/>
                  </a:lnTo>
                  <a:cubicBezTo>
                    <a:pt x="4604" y="5550"/>
                    <a:pt x="5594" y="4560"/>
                    <a:pt x="5594" y="3346"/>
                  </a:cubicBezTo>
                  <a:lnTo>
                    <a:pt x="5594" y="2196"/>
                  </a:lnTo>
                  <a:cubicBezTo>
                    <a:pt x="5594" y="982"/>
                    <a:pt x="4604" y="1"/>
                    <a:pt x="339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831" name="Google Shape;831;p47"/>
            <p:cNvSpPr/>
            <p:nvPr/>
          </p:nvSpPr>
          <p:spPr>
            <a:xfrm>
              <a:off x="1403300" y="4333950"/>
              <a:ext cx="138725" cy="138750"/>
            </a:xfrm>
            <a:custGeom>
              <a:avLst/>
              <a:gdLst/>
              <a:ahLst/>
              <a:cxnLst/>
              <a:rect l="l" t="t" r="r" b="b"/>
              <a:pathLst>
                <a:path w="5549" h="5550" extrusionOk="0">
                  <a:moveTo>
                    <a:pt x="0" y="1"/>
                  </a:moveTo>
                  <a:lnTo>
                    <a:pt x="0" y="5550"/>
                  </a:lnTo>
                  <a:lnTo>
                    <a:pt x="5549" y="5550"/>
                  </a:lnTo>
                  <a:lnTo>
                    <a:pt x="554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sp>
        <p:nvSpPr>
          <p:cNvPr id="832" name="Google Shape;832;p47"/>
          <p:cNvSpPr txBox="1">
            <a:spLocks noGrp="1"/>
          </p:cNvSpPr>
          <p:nvPr>
            <p:ph type="title"/>
          </p:nvPr>
        </p:nvSpPr>
        <p:spPr>
          <a:xfrm>
            <a:off x="380675" y="1311450"/>
            <a:ext cx="3893250" cy="4662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5000"/>
              <a:buFont typeface="Montserrat SemiBold"/>
              <a:buNone/>
              <a:defRPr sz="2500">
                <a:solidFill>
                  <a:schemeClr val="dk1"/>
                </a:solidFill>
                <a:latin typeface="Montserrat SemiBold"/>
                <a:ea typeface="Montserrat SemiBold"/>
                <a:cs typeface="Montserrat SemiBold"/>
                <a:sym typeface="Montserrat SemiBold"/>
              </a:defRPr>
            </a:lvl1pPr>
            <a:lvl2pPr lvl="1" algn="ctr">
              <a:spcBef>
                <a:spcPts val="0"/>
              </a:spcBef>
              <a:spcAft>
                <a:spcPts val="0"/>
              </a:spcAft>
              <a:buClr>
                <a:schemeClr val="dk1"/>
              </a:buClr>
              <a:buSzPts val="1400"/>
              <a:buNone/>
              <a:defRPr>
                <a:solidFill>
                  <a:schemeClr val="dk1"/>
                </a:solidFill>
              </a:defRPr>
            </a:lvl2pPr>
            <a:lvl3pPr lvl="2" algn="ctr">
              <a:spcBef>
                <a:spcPts val="0"/>
              </a:spcBef>
              <a:spcAft>
                <a:spcPts val="0"/>
              </a:spcAft>
              <a:buClr>
                <a:schemeClr val="dk1"/>
              </a:buClr>
              <a:buSzPts val="1400"/>
              <a:buNone/>
              <a:defRPr>
                <a:solidFill>
                  <a:schemeClr val="dk1"/>
                </a:solidFill>
              </a:defRPr>
            </a:lvl3pPr>
            <a:lvl4pPr lvl="3" algn="ctr">
              <a:spcBef>
                <a:spcPts val="0"/>
              </a:spcBef>
              <a:spcAft>
                <a:spcPts val="0"/>
              </a:spcAft>
              <a:buClr>
                <a:schemeClr val="dk1"/>
              </a:buClr>
              <a:buSzPts val="1400"/>
              <a:buNone/>
              <a:defRPr>
                <a:solidFill>
                  <a:schemeClr val="dk1"/>
                </a:solidFill>
              </a:defRPr>
            </a:lvl4pPr>
            <a:lvl5pPr lvl="4" algn="ctr">
              <a:spcBef>
                <a:spcPts val="0"/>
              </a:spcBef>
              <a:spcAft>
                <a:spcPts val="0"/>
              </a:spcAft>
              <a:buClr>
                <a:schemeClr val="dk1"/>
              </a:buClr>
              <a:buSzPts val="1400"/>
              <a:buNone/>
              <a:defRPr>
                <a:solidFill>
                  <a:schemeClr val="dk1"/>
                </a:solidFill>
              </a:defRPr>
            </a:lvl5pPr>
            <a:lvl6pPr lvl="5" algn="ctr">
              <a:spcBef>
                <a:spcPts val="0"/>
              </a:spcBef>
              <a:spcAft>
                <a:spcPts val="0"/>
              </a:spcAft>
              <a:buClr>
                <a:schemeClr val="dk1"/>
              </a:buClr>
              <a:buSzPts val="1400"/>
              <a:buNone/>
              <a:defRPr>
                <a:solidFill>
                  <a:schemeClr val="dk1"/>
                </a:solidFill>
              </a:defRPr>
            </a:lvl6pPr>
            <a:lvl7pPr lvl="6" algn="ctr">
              <a:spcBef>
                <a:spcPts val="0"/>
              </a:spcBef>
              <a:spcAft>
                <a:spcPts val="0"/>
              </a:spcAft>
              <a:buClr>
                <a:schemeClr val="dk1"/>
              </a:buClr>
              <a:buSzPts val="1400"/>
              <a:buNone/>
              <a:defRPr>
                <a:solidFill>
                  <a:schemeClr val="dk1"/>
                </a:solidFill>
              </a:defRPr>
            </a:lvl7pPr>
            <a:lvl8pPr lvl="7" algn="ctr">
              <a:spcBef>
                <a:spcPts val="0"/>
              </a:spcBef>
              <a:spcAft>
                <a:spcPts val="0"/>
              </a:spcAft>
              <a:buClr>
                <a:schemeClr val="dk1"/>
              </a:buClr>
              <a:buSzPts val="1400"/>
              <a:buNone/>
              <a:defRPr>
                <a:solidFill>
                  <a:schemeClr val="dk1"/>
                </a:solidFill>
              </a:defRPr>
            </a:lvl8pPr>
            <a:lvl9pPr lvl="8" algn="ctr">
              <a:spcBef>
                <a:spcPts val="0"/>
              </a:spcBef>
              <a:spcAft>
                <a:spcPts val="0"/>
              </a:spcAft>
              <a:buClr>
                <a:schemeClr val="dk1"/>
              </a:buClr>
              <a:buSzPts val="1400"/>
              <a:buNone/>
              <a:defRPr>
                <a:solidFill>
                  <a:schemeClr val="dk1"/>
                </a:solidFill>
              </a:defRPr>
            </a:lvl9pPr>
          </a:lstStyle>
          <a:p>
            <a:endParaRPr/>
          </a:p>
        </p:txBody>
      </p:sp>
      <p:sp>
        <p:nvSpPr>
          <p:cNvPr id="833" name="Google Shape;833;p47"/>
          <p:cNvSpPr txBox="1">
            <a:spLocks noGrp="1"/>
          </p:cNvSpPr>
          <p:nvPr>
            <p:ph type="title" idx="2"/>
          </p:nvPr>
        </p:nvSpPr>
        <p:spPr>
          <a:xfrm>
            <a:off x="4869913" y="1311450"/>
            <a:ext cx="3893250" cy="4662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5000"/>
              <a:buFont typeface="Montserrat SemiBold"/>
              <a:buNone/>
              <a:defRPr sz="2500">
                <a:solidFill>
                  <a:schemeClr val="dk1"/>
                </a:solidFill>
                <a:latin typeface="Montserrat SemiBold"/>
                <a:ea typeface="Montserrat SemiBold"/>
                <a:cs typeface="Montserrat SemiBold"/>
                <a:sym typeface="Montserrat SemiBold"/>
              </a:defRPr>
            </a:lvl1pPr>
            <a:lvl2pPr lvl="1" algn="ctr">
              <a:spcBef>
                <a:spcPts val="0"/>
              </a:spcBef>
              <a:spcAft>
                <a:spcPts val="0"/>
              </a:spcAft>
              <a:buClr>
                <a:schemeClr val="dk1"/>
              </a:buClr>
              <a:buSzPts val="1400"/>
              <a:buNone/>
              <a:defRPr>
                <a:solidFill>
                  <a:schemeClr val="dk1"/>
                </a:solidFill>
              </a:defRPr>
            </a:lvl2pPr>
            <a:lvl3pPr lvl="2" algn="ctr">
              <a:spcBef>
                <a:spcPts val="0"/>
              </a:spcBef>
              <a:spcAft>
                <a:spcPts val="0"/>
              </a:spcAft>
              <a:buClr>
                <a:schemeClr val="dk1"/>
              </a:buClr>
              <a:buSzPts val="1400"/>
              <a:buNone/>
              <a:defRPr>
                <a:solidFill>
                  <a:schemeClr val="dk1"/>
                </a:solidFill>
              </a:defRPr>
            </a:lvl3pPr>
            <a:lvl4pPr lvl="3" algn="ctr">
              <a:spcBef>
                <a:spcPts val="0"/>
              </a:spcBef>
              <a:spcAft>
                <a:spcPts val="0"/>
              </a:spcAft>
              <a:buClr>
                <a:schemeClr val="dk1"/>
              </a:buClr>
              <a:buSzPts val="1400"/>
              <a:buNone/>
              <a:defRPr>
                <a:solidFill>
                  <a:schemeClr val="dk1"/>
                </a:solidFill>
              </a:defRPr>
            </a:lvl4pPr>
            <a:lvl5pPr lvl="4" algn="ctr">
              <a:spcBef>
                <a:spcPts val="0"/>
              </a:spcBef>
              <a:spcAft>
                <a:spcPts val="0"/>
              </a:spcAft>
              <a:buClr>
                <a:schemeClr val="dk1"/>
              </a:buClr>
              <a:buSzPts val="1400"/>
              <a:buNone/>
              <a:defRPr>
                <a:solidFill>
                  <a:schemeClr val="dk1"/>
                </a:solidFill>
              </a:defRPr>
            </a:lvl5pPr>
            <a:lvl6pPr lvl="5" algn="ctr">
              <a:spcBef>
                <a:spcPts val="0"/>
              </a:spcBef>
              <a:spcAft>
                <a:spcPts val="0"/>
              </a:spcAft>
              <a:buClr>
                <a:schemeClr val="dk1"/>
              </a:buClr>
              <a:buSzPts val="1400"/>
              <a:buNone/>
              <a:defRPr>
                <a:solidFill>
                  <a:schemeClr val="dk1"/>
                </a:solidFill>
              </a:defRPr>
            </a:lvl6pPr>
            <a:lvl7pPr lvl="6" algn="ctr">
              <a:spcBef>
                <a:spcPts val="0"/>
              </a:spcBef>
              <a:spcAft>
                <a:spcPts val="0"/>
              </a:spcAft>
              <a:buClr>
                <a:schemeClr val="dk1"/>
              </a:buClr>
              <a:buSzPts val="1400"/>
              <a:buNone/>
              <a:defRPr>
                <a:solidFill>
                  <a:schemeClr val="dk1"/>
                </a:solidFill>
              </a:defRPr>
            </a:lvl7pPr>
            <a:lvl8pPr lvl="7" algn="ctr">
              <a:spcBef>
                <a:spcPts val="0"/>
              </a:spcBef>
              <a:spcAft>
                <a:spcPts val="0"/>
              </a:spcAft>
              <a:buClr>
                <a:schemeClr val="dk1"/>
              </a:buClr>
              <a:buSzPts val="1400"/>
              <a:buNone/>
              <a:defRPr>
                <a:solidFill>
                  <a:schemeClr val="dk1"/>
                </a:solidFill>
              </a:defRPr>
            </a:lvl8pPr>
            <a:lvl9pPr lvl="8" algn="ctr">
              <a:spcBef>
                <a:spcPts val="0"/>
              </a:spcBef>
              <a:spcAft>
                <a:spcPts val="0"/>
              </a:spcAft>
              <a:buClr>
                <a:schemeClr val="dk1"/>
              </a:buClr>
              <a:buSzPts val="1400"/>
              <a:buNone/>
              <a:defRPr>
                <a:solidFill>
                  <a:schemeClr val="dk1"/>
                </a:solidFill>
              </a:defRPr>
            </a:lvl9pPr>
          </a:lstStyle>
          <a:p>
            <a:endParaRPr/>
          </a:p>
        </p:txBody>
      </p:sp>
      <p:sp>
        <p:nvSpPr>
          <p:cNvPr id="834" name="Google Shape;834;p47"/>
          <p:cNvSpPr txBox="1">
            <a:spLocks noGrp="1"/>
          </p:cNvSpPr>
          <p:nvPr>
            <p:ph type="body" idx="1"/>
          </p:nvPr>
        </p:nvSpPr>
        <p:spPr>
          <a:xfrm>
            <a:off x="701600" y="2152650"/>
            <a:ext cx="3251400" cy="1552650"/>
          </a:xfrm>
          <a:prstGeom prst="rect">
            <a:avLst/>
          </a:prstGeom>
          <a:noFill/>
          <a:ln>
            <a:noFill/>
          </a:ln>
        </p:spPr>
        <p:txBody>
          <a:bodyPr spcFirstLastPara="1" wrap="square" lIns="0" tIns="91425" rIns="91425" bIns="91425" anchor="t" anchorCtr="0">
            <a:noAutofit/>
          </a:bodyPr>
          <a:lstStyle>
            <a:lvl1pPr marL="228600" lvl="0" indent="-190500">
              <a:spcBef>
                <a:spcPts val="0"/>
              </a:spcBef>
              <a:spcAft>
                <a:spcPts val="0"/>
              </a:spcAft>
              <a:buSzPts val="2400"/>
              <a:buFont typeface="Archivo"/>
              <a:buChar char="■"/>
              <a:defRPr sz="1200">
                <a:latin typeface="Archivo"/>
                <a:ea typeface="Archivo"/>
                <a:cs typeface="Archivo"/>
                <a:sym typeface="Archivo"/>
              </a:defRPr>
            </a:lvl1pPr>
            <a:lvl2pPr marL="457200" lvl="1" indent="-190500">
              <a:spcBef>
                <a:spcPts val="0"/>
              </a:spcBef>
              <a:spcAft>
                <a:spcPts val="0"/>
              </a:spcAft>
              <a:buSzPts val="2400"/>
              <a:buFont typeface="Archivo"/>
              <a:buChar char="○"/>
              <a:defRPr sz="1200">
                <a:latin typeface="Archivo"/>
                <a:ea typeface="Archivo"/>
                <a:cs typeface="Archivo"/>
                <a:sym typeface="Archivo"/>
              </a:defRPr>
            </a:lvl2pPr>
            <a:lvl3pPr marL="685800" lvl="2" indent="-190500">
              <a:spcBef>
                <a:spcPts val="0"/>
              </a:spcBef>
              <a:spcAft>
                <a:spcPts val="0"/>
              </a:spcAft>
              <a:buSzPts val="2400"/>
              <a:buFont typeface="Archivo"/>
              <a:buChar char="■"/>
              <a:defRPr sz="1200">
                <a:latin typeface="Archivo"/>
                <a:ea typeface="Archivo"/>
                <a:cs typeface="Archivo"/>
                <a:sym typeface="Archivo"/>
              </a:defRPr>
            </a:lvl3pPr>
            <a:lvl4pPr marL="914400" lvl="3" indent="-190500">
              <a:spcBef>
                <a:spcPts val="0"/>
              </a:spcBef>
              <a:spcAft>
                <a:spcPts val="0"/>
              </a:spcAft>
              <a:buSzPts val="2400"/>
              <a:buFont typeface="Archivo"/>
              <a:buChar char="●"/>
              <a:defRPr sz="1200">
                <a:latin typeface="Archivo"/>
                <a:ea typeface="Archivo"/>
                <a:cs typeface="Archivo"/>
                <a:sym typeface="Archivo"/>
              </a:defRPr>
            </a:lvl4pPr>
            <a:lvl5pPr marL="1143000" lvl="4" indent="-190500">
              <a:spcBef>
                <a:spcPts val="0"/>
              </a:spcBef>
              <a:spcAft>
                <a:spcPts val="0"/>
              </a:spcAft>
              <a:buSzPts val="2400"/>
              <a:buFont typeface="Archivo"/>
              <a:buChar char="○"/>
              <a:defRPr sz="1200">
                <a:latin typeface="Archivo"/>
                <a:ea typeface="Archivo"/>
                <a:cs typeface="Archivo"/>
                <a:sym typeface="Archivo"/>
              </a:defRPr>
            </a:lvl5pPr>
            <a:lvl6pPr marL="1371600" lvl="5" indent="-190500">
              <a:spcBef>
                <a:spcPts val="0"/>
              </a:spcBef>
              <a:spcAft>
                <a:spcPts val="0"/>
              </a:spcAft>
              <a:buSzPts val="2400"/>
              <a:buFont typeface="Archivo"/>
              <a:buChar char="■"/>
              <a:defRPr sz="1200">
                <a:latin typeface="Archivo"/>
                <a:ea typeface="Archivo"/>
                <a:cs typeface="Archivo"/>
                <a:sym typeface="Archivo"/>
              </a:defRPr>
            </a:lvl6pPr>
            <a:lvl7pPr marL="1600200" lvl="6" indent="-190500">
              <a:spcBef>
                <a:spcPts val="0"/>
              </a:spcBef>
              <a:spcAft>
                <a:spcPts val="0"/>
              </a:spcAft>
              <a:buSzPts val="2400"/>
              <a:buFont typeface="Archivo"/>
              <a:buChar char="●"/>
              <a:defRPr sz="1200">
                <a:latin typeface="Archivo"/>
                <a:ea typeface="Archivo"/>
                <a:cs typeface="Archivo"/>
                <a:sym typeface="Archivo"/>
              </a:defRPr>
            </a:lvl7pPr>
            <a:lvl8pPr marL="1828800" lvl="7" indent="-190500">
              <a:spcBef>
                <a:spcPts val="0"/>
              </a:spcBef>
              <a:spcAft>
                <a:spcPts val="0"/>
              </a:spcAft>
              <a:buSzPts val="2400"/>
              <a:buFont typeface="Archivo"/>
              <a:buChar char="○"/>
              <a:defRPr sz="1200">
                <a:latin typeface="Archivo"/>
                <a:ea typeface="Archivo"/>
                <a:cs typeface="Archivo"/>
                <a:sym typeface="Archivo"/>
              </a:defRPr>
            </a:lvl8pPr>
            <a:lvl9pPr marL="2057400" lvl="8" indent="-190500">
              <a:spcBef>
                <a:spcPts val="0"/>
              </a:spcBef>
              <a:spcAft>
                <a:spcPts val="0"/>
              </a:spcAft>
              <a:buSzPts val="2400"/>
              <a:buFont typeface="Archivo"/>
              <a:buChar char="■"/>
              <a:defRPr sz="1200">
                <a:latin typeface="Archivo"/>
                <a:ea typeface="Archivo"/>
                <a:cs typeface="Archivo"/>
                <a:sym typeface="Archivo"/>
              </a:defRPr>
            </a:lvl9pPr>
          </a:lstStyle>
          <a:p>
            <a:endParaRPr/>
          </a:p>
        </p:txBody>
      </p:sp>
      <p:sp>
        <p:nvSpPr>
          <p:cNvPr id="835" name="Google Shape;835;p47"/>
          <p:cNvSpPr txBox="1">
            <a:spLocks noGrp="1"/>
          </p:cNvSpPr>
          <p:nvPr>
            <p:ph type="body" idx="3"/>
          </p:nvPr>
        </p:nvSpPr>
        <p:spPr>
          <a:xfrm>
            <a:off x="5194325" y="2152650"/>
            <a:ext cx="3251400" cy="1552650"/>
          </a:xfrm>
          <a:prstGeom prst="rect">
            <a:avLst/>
          </a:prstGeom>
          <a:noFill/>
          <a:ln>
            <a:noFill/>
          </a:ln>
        </p:spPr>
        <p:txBody>
          <a:bodyPr spcFirstLastPara="1" wrap="square" lIns="0" tIns="91425" rIns="91425" bIns="91425" anchor="t" anchorCtr="0">
            <a:noAutofit/>
          </a:bodyPr>
          <a:lstStyle>
            <a:lvl1pPr marL="228600" lvl="0" indent="-190500">
              <a:spcBef>
                <a:spcPts val="0"/>
              </a:spcBef>
              <a:spcAft>
                <a:spcPts val="0"/>
              </a:spcAft>
              <a:buSzPts val="2400"/>
              <a:buFont typeface="Archivo"/>
              <a:buChar char="■"/>
              <a:defRPr sz="1200">
                <a:latin typeface="Archivo"/>
                <a:ea typeface="Archivo"/>
                <a:cs typeface="Archivo"/>
                <a:sym typeface="Archivo"/>
              </a:defRPr>
            </a:lvl1pPr>
            <a:lvl2pPr marL="457200" lvl="1" indent="-190500">
              <a:spcBef>
                <a:spcPts val="0"/>
              </a:spcBef>
              <a:spcAft>
                <a:spcPts val="0"/>
              </a:spcAft>
              <a:buSzPts val="2400"/>
              <a:buFont typeface="Archivo"/>
              <a:buChar char="○"/>
              <a:defRPr sz="1200">
                <a:latin typeface="Archivo"/>
                <a:ea typeface="Archivo"/>
                <a:cs typeface="Archivo"/>
                <a:sym typeface="Archivo"/>
              </a:defRPr>
            </a:lvl2pPr>
            <a:lvl3pPr marL="685800" lvl="2" indent="-190500">
              <a:spcBef>
                <a:spcPts val="0"/>
              </a:spcBef>
              <a:spcAft>
                <a:spcPts val="0"/>
              </a:spcAft>
              <a:buSzPts val="2400"/>
              <a:buFont typeface="Archivo"/>
              <a:buChar char="■"/>
              <a:defRPr sz="1200">
                <a:latin typeface="Archivo"/>
                <a:ea typeface="Archivo"/>
                <a:cs typeface="Archivo"/>
                <a:sym typeface="Archivo"/>
              </a:defRPr>
            </a:lvl3pPr>
            <a:lvl4pPr marL="914400" lvl="3" indent="-190500">
              <a:spcBef>
                <a:spcPts val="0"/>
              </a:spcBef>
              <a:spcAft>
                <a:spcPts val="0"/>
              </a:spcAft>
              <a:buSzPts val="2400"/>
              <a:buFont typeface="Archivo"/>
              <a:buChar char="●"/>
              <a:defRPr sz="1200">
                <a:latin typeface="Archivo"/>
                <a:ea typeface="Archivo"/>
                <a:cs typeface="Archivo"/>
                <a:sym typeface="Archivo"/>
              </a:defRPr>
            </a:lvl4pPr>
            <a:lvl5pPr marL="1143000" lvl="4" indent="-190500">
              <a:spcBef>
                <a:spcPts val="0"/>
              </a:spcBef>
              <a:spcAft>
                <a:spcPts val="0"/>
              </a:spcAft>
              <a:buSzPts val="2400"/>
              <a:buFont typeface="Archivo"/>
              <a:buChar char="○"/>
              <a:defRPr sz="1200">
                <a:latin typeface="Archivo"/>
                <a:ea typeface="Archivo"/>
                <a:cs typeface="Archivo"/>
                <a:sym typeface="Archivo"/>
              </a:defRPr>
            </a:lvl5pPr>
            <a:lvl6pPr marL="1371600" lvl="5" indent="-190500">
              <a:spcBef>
                <a:spcPts val="0"/>
              </a:spcBef>
              <a:spcAft>
                <a:spcPts val="0"/>
              </a:spcAft>
              <a:buSzPts val="2400"/>
              <a:buFont typeface="Archivo"/>
              <a:buChar char="■"/>
              <a:defRPr sz="1200">
                <a:latin typeface="Archivo"/>
                <a:ea typeface="Archivo"/>
                <a:cs typeface="Archivo"/>
                <a:sym typeface="Archivo"/>
              </a:defRPr>
            </a:lvl6pPr>
            <a:lvl7pPr marL="1600200" lvl="6" indent="-190500">
              <a:spcBef>
                <a:spcPts val="0"/>
              </a:spcBef>
              <a:spcAft>
                <a:spcPts val="0"/>
              </a:spcAft>
              <a:buSzPts val="2400"/>
              <a:buFont typeface="Archivo"/>
              <a:buChar char="●"/>
              <a:defRPr sz="1200">
                <a:latin typeface="Archivo"/>
                <a:ea typeface="Archivo"/>
                <a:cs typeface="Archivo"/>
                <a:sym typeface="Archivo"/>
              </a:defRPr>
            </a:lvl7pPr>
            <a:lvl8pPr marL="1828800" lvl="7" indent="-190500">
              <a:spcBef>
                <a:spcPts val="0"/>
              </a:spcBef>
              <a:spcAft>
                <a:spcPts val="0"/>
              </a:spcAft>
              <a:buSzPts val="2400"/>
              <a:buFont typeface="Archivo"/>
              <a:buChar char="○"/>
              <a:defRPr sz="1200">
                <a:latin typeface="Archivo"/>
                <a:ea typeface="Archivo"/>
                <a:cs typeface="Archivo"/>
                <a:sym typeface="Archivo"/>
              </a:defRPr>
            </a:lvl8pPr>
            <a:lvl9pPr marL="2057400" lvl="8" indent="-190500">
              <a:spcBef>
                <a:spcPts val="0"/>
              </a:spcBef>
              <a:spcAft>
                <a:spcPts val="0"/>
              </a:spcAft>
              <a:buSzPts val="2400"/>
              <a:buFont typeface="Archivo"/>
              <a:buChar char="■"/>
              <a:defRPr sz="1200">
                <a:latin typeface="Archivo"/>
                <a:ea typeface="Archivo"/>
                <a:cs typeface="Archivo"/>
                <a:sym typeface="Archivo"/>
              </a:defRPr>
            </a:lvl9pPr>
          </a:lstStyle>
          <a:p>
            <a:endParaRPr/>
          </a:p>
        </p:txBody>
      </p:sp>
    </p:spTree>
    <p:extLst>
      <p:ext uri="{BB962C8B-B14F-4D97-AF65-F5344CB8AC3E}">
        <p14:creationId xmlns:p14="http://schemas.microsoft.com/office/powerpoint/2010/main" val="282898199"/>
      </p:ext>
    </p:extLst>
  </p:cSld>
  <p:clrMapOvr>
    <a:masterClrMapping/>
  </p:clrMapOvr>
  <p:extLst>
    <p:ext uri="{DCECCB84-F9BA-43D5-87BE-67443E8EF086}">
      <p15:sldGuideLst xmlns:p15="http://schemas.microsoft.com/office/powerpoint/2012/main">
        <p15:guide id="1" orient="horz" pos="2098">
          <p15:clr>
            <a:srgbClr val="FA7B17"/>
          </p15:clr>
        </p15:guide>
        <p15:guide id="2" orient="horz" pos="2891">
          <p15:clr>
            <a:srgbClr val="FA7B17"/>
          </p15:clr>
        </p15:guide>
        <p15:guide id="3" pos="980">
          <p15:clr>
            <a:srgbClr val="FA7B17"/>
          </p15:clr>
        </p15:guide>
        <p15:guide id="4" pos="5076">
          <p15:clr>
            <a:srgbClr val="FA7B17"/>
          </p15:clr>
        </p15:guide>
        <p15:guide id="5" pos="6444">
          <p15:clr>
            <a:srgbClr val="FA7B17"/>
          </p15:clr>
        </p15:guide>
        <p15:guide id="6" pos="10540">
          <p15:clr>
            <a:srgbClr val="FA7B17"/>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836"/>
        <p:cNvGrpSpPr/>
        <p:nvPr/>
      </p:nvGrpSpPr>
      <p:grpSpPr>
        <a:xfrm>
          <a:off x="0" y="0"/>
          <a:ext cx="0" cy="0"/>
          <a:chOff x="0" y="0"/>
          <a:chExt cx="0" cy="0"/>
        </a:xfrm>
      </p:grpSpPr>
    </p:spTree>
    <p:extLst>
      <p:ext uri="{BB962C8B-B14F-4D97-AF65-F5344CB8AC3E}">
        <p14:creationId xmlns:p14="http://schemas.microsoft.com/office/powerpoint/2010/main" val="39914991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slide 1 1 1">
  <p:cSld name="Title slide 1 1 1">
    <p:spTree>
      <p:nvGrpSpPr>
        <p:cNvPr id="1" name="Shape 837"/>
        <p:cNvGrpSpPr/>
        <p:nvPr/>
      </p:nvGrpSpPr>
      <p:grpSpPr>
        <a:xfrm>
          <a:off x="0" y="0"/>
          <a:ext cx="0" cy="0"/>
          <a:chOff x="0" y="0"/>
          <a:chExt cx="0" cy="0"/>
        </a:xfrm>
      </p:grpSpPr>
      <p:pic>
        <p:nvPicPr>
          <p:cNvPr id="838" name="Google Shape;838;p49"/>
          <p:cNvPicPr preferRelativeResize="0"/>
          <p:nvPr/>
        </p:nvPicPr>
        <p:blipFill>
          <a:blip r:embed="rId2">
            <a:alphaModFix/>
          </a:blip>
          <a:stretch>
            <a:fillRect/>
          </a:stretch>
        </p:blipFill>
        <p:spPr>
          <a:xfrm>
            <a:off x="0" y="0"/>
            <a:ext cx="9144000" cy="5143503"/>
          </a:xfrm>
          <a:prstGeom prst="rect">
            <a:avLst/>
          </a:prstGeom>
          <a:noFill/>
          <a:ln>
            <a:noFill/>
          </a:ln>
        </p:spPr>
      </p:pic>
    </p:spTree>
    <p:extLst>
      <p:ext uri="{BB962C8B-B14F-4D97-AF65-F5344CB8AC3E}">
        <p14:creationId xmlns:p14="http://schemas.microsoft.com/office/powerpoint/2010/main" val="1528150694"/>
      </p:ext>
    </p:extLst>
  </p:cSld>
  <p:clrMapOvr>
    <a:masterClrMapping/>
  </p:clrMapOvr>
  <p:extLst>
    <p:ext uri="{DCECCB84-F9BA-43D5-87BE-67443E8EF086}">
      <p15:sldGuideLst xmlns:p15="http://schemas.microsoft.com/office/powerpoint/2012/main">
        <p15:guide id="1" pos="11066">
          <p15:clr>
            <a:srgbClr val="F9AD4C"/>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Diseño personalizado 1">
  <p:cSld name="Diseño personalizado 1">
    <p:spTree>
      <p:nvGrpSpPr>
        <p:cNvPr id="1" name="Shape 840"/>
        <p:cNvGrpSpPr/>
        <p:nvPr/>
      </p:nvGrpSpPr>
      <p:grpSpPr>
        <a:xfrm>
          <a:off x="0" y="0"/>
          <a:ext cx="0" cy="0"/>
          <a:chOff x="0" y="0"/>
          <a:chExt cx="0" cy="0"/>
        </a:xfrm>
      </p:grpSpPr>
    </p:spTree>
    <p:extLst>
      <p:ext uri="{BB962C8B-B14F-4D97-AF65-F5344CB8AC3E}">
        <p14:creationId xmlns:p14="http://schemas.microsoft.com/office/powerpoint/2010/main" val="14574160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841"/>
        <p:cNvGrpSpPr/>
        <p:nvPr/>
      </p:nvGrpSpPr>
      <p:grpSpPr>
        <a:xfrm>
          <a:off x="0" y="0"/>
          <a:ext cx="0" cy="0"/>
          <a:chOff x="0" y="0"/>
          <a:chExt cx="0" cy="0"/>
        </a:xfrm>
      </p:grpSpPr>
      <p:sp>
        <p:nvSpPr>
          <p:cNvPr id="842" name="Google Shape;842;p52"/>
          <p:cNvSpPr txBox="1">
            <a:spLocks noGrp="1"/>
          </p:cNvSpPr>
          <p:nvPr>
            <p:ph type="sldNum" idx="12"/>
          </p:nvPr>
        </p:nvSpPr>
        <p:spPr>
          <a:xfrm>
            <a:off x="8472458" y="4663217"/>
            <a:ext cx="548700" cy="393600"/>
          </a:xfrm>
          <a:prstGeom prst="rect">
            <a:avLst/>
          </a:prstGeom>
          <a:noFill/>
          <a:ln>
            <a:noFill/>
          </a:ln>
        </p:spPr>
        <p:txBody>
          <a:bodyPr spcFirstLastPara="1" wrap="square" lIns="182850" tIns="182850" rIns="182850" bIns="182850" anchor="ctr" anchorCtr="0">
            <a:noAutofit/>
          </a:bodyPr>
          <a:lstStyle>
            <a:lvl1pPr lvl="0">
              <a:buNone/>
              <a:defRPr sz="1400"/>
            </a:lvl1pPr>
            <a:lvl2pPr lvl="1">
              <a:buNone/>
              <a:defRPr sz="1400"/>
            </a:lvl2pPr>
            <a:lvl3pPr lvl="2">
              <a:buNone/>
              <a:defRPr sz="1400"/>
            </a:lvl3pPr>
            <a:lvl4pPr lvl="3">
              <a:buNone/>
              <a:defRPr sz="1400"/>
            </a:lvl4pPr>
            <a:lvl5pPr lvl="4">
              <a:buNone/>
              <a:defRPr sz="1400"/>
            </a:lvl5pPr>
            <a:lvl6pPr lvl="5">
              <a:buNone/>
              <a:defRPr sz="1400"/>
            </a:lvl6pPr>
            <a:lvl7pPr lvl="6">
              <a:buNone/>
              <a:defRPr sz="1400"/>
            </a:lvl7pPr>
            <a:lvl8pPr lvl="7">
              <a:buNone/>
              <a:defRPr sz="1400"/>
            </a:lvl8pPr>
            <a:lvl9pPr lvl="8">
              <a:buNone/>
              <a:defRPr sz="1400"/>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65257041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lank" type="blank">
  <p:cSld name="1_Blank">
    <p:spTree>
      <p:nvGrpSpPr>
        <p:cNvPr id="1" name="Shape 843"/>
        <p:cNvGrpSpPr/>
        <p:nvPr/>
      </p:nvGrpSpPr>
      <p:grpSpPr>
        <a:xfrm>
          <a:off x="0" y="0"/>
          <a:ext cx="0" cy="0"/>
          <a:chOff x="0" y="0"/>
          <a:chExt cx="0" cy="0"/>
        </a:xfrm>
      </p:grpSpPr>
      <p:sp>
        <p:nvSpPr>
          <p:cNvPr id="844" name="Google Shape;844;p53"/>
          <p:cNvSpPr txBox="1">
            <a:spLocks noGrp="1"/>
          </p:cNvSpPr>
          <p:nvPr>
            <p:ph type="sldNum" idx="12"/>
          </p:nvPr>
        </p:nvSpPr>
        <p:spPr>
          <a:xfrm>
            <a:off x="8472458" y="4663217"/>
            <a:ext cx="548700" cy="393600"/>
          </a:xfrm>
          <a:prstGeom prst="rect">
            <a:avLst/>
          </a:prstGeom>
          <a:noFill/>
          <a:ln>
            <a:noFill/>
          </a:ln>
        </p:spPr>
        <p:txBody>
          <a:bodyPr spcFirstLastPara="1" wrap="square" lIns="182850" tIns="182850" rIns="182850" bIns="182850" anchor="ctr" anchorCtr="0">
            <a:noAutofit/>
          </a:bodyPr>
          <a:lstStyle>
            <a:lvl1pPr lvl="0">
              <a:buNone/>
              <a:defRPr sz="1400"/>
            </a:lvl1pPr>
            <a:lvl2pPr lvl="1">
              <a:buNone/>
              <a:defRPr sz="1400"/>
            </a:lvl2pPr>
            <a:lvl3pPr lvl="2">
              <a:buNone/>
              <a:defRPr sz="1400"/>
            </a:lvl3pPr>
            <a:lvl4pPr lvl="3">
              <a:buNone/>
              <a:defRPr sz="1400"/>
            </a:lvl4pPr>
            <a:lvl5pPr lvl="4">
              <a:buNone/>
              <a:defRPr sz="1400"/>
            </a:lvl5pPr>
            <a:lvl6pPr lvl="5">
              <a:buNone/>
              <a:defRPr sz="1400"/>
            </a:lvl6pPr>
            <a:lvl7pPr lvl="6">
              <a:buNone/>
              <a:defRPr sz="1400"/>
            </a:lvl7pPr>
            <a:lvl8pPr lvl="7">
              <a:buNone/>
              <a:defRPr sz="1400"/>
            </a:lvl8pPr>
            <a:lvl9pPr lvl="8">
              <a:buNone/>
              <a:defRPr sz="1400"/>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3561327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lur 1 1 2">
  <p:cSld name="Blur 1 1 2">
    <p:spTree>
      <p:nvGrpSpPr>
        <p:cNvPr id="1" name="Shape 845"/>
        <p:cNvGrpSpPr/>
        <p:nvPr/>
      </p:nvGrpSpPr>
      <p:grpSpPr>
        <a:xfrm>
          <a:off x="0" y="0"/>
          <a:ext cx="0" cy="0"/>
          <a:chOff x="0" y="0"/>
          <a:chExt cx="0" cy="0"/>
        </a:xfrm>
      </p:grpSpPr>
      <p:pic>
        <p:nvPicPr>
          <p:cNvPr id="846" name="Google Shape;846;p54"/>
          <p:cNvPicPr preferRelativeResize="0"/>
          <p:nvPr/>
        </p:nvPicPr>
        <p:blipFill rotWithShape="1">
          <a:blip r:embed="rId2">
            <a:alphaModFix/>
          </a:blip>
          <a:srcRect/>
          <a:stretch/>
        </p:blipFill>
        <p:spPr>
          <a:xfrm>
            <a:off x="0" y="0"/>
            <a:ext cx="9143998" cy="5143476"/>
          </a:xfrm>
          <a:prstGeom prst="rect">
            <a:avLst/>
          </a:prstGeom>
          <a:noFill/>
          <a:ln>
            <a:noFill/>
          </a:ln>
        </p:spPr>
      </p:pic>
    </p:spTree>
    <p:extLst>
      <p:ext uri="{BB962C8B-B14F-4D97-AF65-F5344CB8AC3E}">
        <p14:creationId xmlns:p14="http://schemas.microsoft.com/office/powerpoint/2010/main" val="324429239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rudo con isologo">
  <p:cSld name="Crudo con isologo">
    <p:bg>
      <p:bgPr>
        <a:solidFill>
          <a:srgbClr val="F7F2F0"/>
        </a:solidFill>
        <a:effectLst/>
      </p:bgPr>
    </p:bg>
    <p:spTree>
      <p:nvGrpSpPr>
        <p:cNvPr id="1" name="Shape 19"/>
        <p:cNvGrpSpPr/>
        <p:nvPr/>
      </p:nvGrpSpPr>
      <p:grpSpPr>
        <a:xfrm>
          <a:off x="0" y="0"/>
          <a:ext cx="0" cy="0"/>
          <a:chOff x="0" y="0"/>
          <a:chExt cx="0" cy="0"/>
        </a:xfrm>
      </p:grpSpPr>
      <p:grpSp>
        <p:nvGrpSpPr>
          <p:cNvPr id="20" name="Google Shape;20;p6"/>
          <p:cNvGrpSpPr/>
          <p:nvPr/>
        </p:nvGrpSpPr>
        <p:grpSpPr>
          <a:xfrm>
            <a:off x="8617052" y="4607071"/>
            <a:ext cx="275347" cy="275179"/>
            <a:chOff x="9062143" y="5945606"/>
            <a:chExt cx="239682" cy="239682"/>
          </a:xfrm>
        </p:grpSpPr>
        <p:sp>
          <p:nvSpPr>
            <p:cNvPr id="21" name="Google Shape;21;p6"/>
            <p:cNvSpPr/>
            <p:nvPr/>
          </p:nvSpPr>
          <p:spPr>
            <a:xfrm flipH="1">
              <a:off x="9062143" y="5945606"/>
              <a:ext cx="239682" cy="239682"/>
            </a:xfrm>
            <a:custGeom>
              <a:avLst/>
              <a:gdLst/>
              <a:ahLst/>
              <a:cxnLst/>
              <a:rect l="l" t="t" r="r" b="b"/>
              <a:pathLst>
                <a:path w="1624964" h="1624964" extrusionOk="0">
                  <a:moveTo>
                    <a:pt x="812483" y="0"/>
                  </a:moveTo>
                  <a:cubicBezTo>
                    <a:pt x="363855" y="0"/>
                    <a:pt x="0" y="363855"/>
                    <a:pt x="0" y="812483"/>
                  </a:cubicBezTo>
                  <a:cubicBezTo>
                    <a:pt x="0" y="1261110"/>
                    <a:pt x="363855" y="1624965"/>
                    <a:pt x="812483" y="1624965"/>
                  </a:cubicBezTo>
                  <a:cubicBezTo>
                    <a:pt x="1261110" y="1624965"/>
                    <a:pt x="1624965" y="1261110"/>
                    <a:pt x="1624965" y="812483"/>
                  </a:cubicBezTo>
                  <a:cubicBezTo>
                    <a:pt x="1624965" y="363855"/>
                    <a:pt x="1261110" y="0"/>
                    <a:pt x="812483" y="0"/>
                  </a:cubicBezTo>
                  <a:close/>
                </a:path>
              </a:pathLst>
            </a:custGeom>
            <a:solidFill>
              <a:srgbClr val="FA64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 name="Google Shape;22;p6"/>
            <p:cNvSpPr/>
            <p:nvPr/>
          </p:nvSpPr>
          <p:spPr>
            <a:xfrm flipH="1">
              <a:off x="9130547" y="5965180"/>
              <a:ext cx="102701" cy="205683"/>
            </a:xfrm>
            <a:custGeom>
              <a:avLst/>
              <a:gdLst/>
              <a:ahLst/>
              <a:cxnLst/>
              <a:rect l="l" t="t" r="r" b="b"/>
              <a:pathLst>
                <a:path w="696277" h="1394459" extrusionOk="0">
                  <a:moveTo>
                    <a:pt x="617220" y="420053"/>
                  </a:moveTo>
                  <a:cubicBezTo>
                    <a:pt x="618172" y="420053"/>
                    <a:pt x="619125" y="421005"/>
                    <a:pt x="621030" y="421005"/>
                  </a:cubicBezTo>
                  <a:cubicBezTo>
                    <a:pt x="662940" y="421005"/>
                    <a:pt x="696278" y="386715"/>
                    <a:pt x="696278" y="345758"/>
                  </a:cubicBezTo>
                  <a:cubicBezTo>
                    <a:pt x="696278" y="304800"/>
                    <a:pt x="661988" y="270510"/>
                    <a:pt x="621030" y="270510"/>
                  </a:cubicBezTo>
                  <a:cubicBezTo>
                    <a:pt x="580073" y="270510"/>
                    <a:pt x="618172" y="270510"/>
                    <a:pt x="617220" y="271463"/>
                  </a:cubicBezTo>
                  <a:cubicBezTo>
                    <a:pt x="614363" y="273368"/>
                    <a:pt x="600075" y="280988"/>
                    <a:pt x="570548" y="290513"/>
                  </a:cubicBezTo>
                  <a:cubicBezTo>
                    <a:pt x="535305" y="300990"/>
                    <a:pt x="472440" y="314325"/>
                    <a:pt x="377190" y="317183"/>
                  </a:cubicBezTo>
                  <a:cubicBezTo>
                    <a:pt x="380048" y="221933"/>
                    <a:pt x="393383" y="160020"/>
                    <a:pt x="403860" y="124777"/>
                  </a:cubicBezTo>
                  <a:cubicBezTo>
                    <a:pt x="413385" y="93345"/>
                    <a:pt x="421958" y="80010"/>
                    <a:pt x="421958" y="79057"/>
                  </a:cubicBezTo>
                  <a:cubicBezTo>
                    <a:pt x="421958" y="78105"/>
                    <a:pt x="422910" y="76200"/>
                    <a:pt x="422910" y="74295"/>
                  </a:cubicBezTo>
                  <a:cubicBezTo>
                    <a:pt x="422910" y="44768"/>
                    <a:pt x="406717" y="18098"/>
                    <a:pt x="381953" y="7620"/>
                  </a:cubicBezTo>
                  <a:cubicBezTo>
                    <a:pt x="370523" y="2857"/>
                    <a:pt x="359092" y="0"/>
                    <a:pt x="348615" y="0"/>
                  </a:cubicBezTo>
                  <a:cubicBezTo>
                    <a:pt x="328613" y="0"/>
                    <a:pt x="309563" y="7620"/>
                    <a:pt x="295275" y="21907"/>
                  </a:cubicBezTo>
                  <a:cubicBezTo>
                    <a:pt x="280988" y="36195"/>
                    <a:pt x="273367" y="54293"/>
                    <a:pt x="273367" y="73343"/>
                  </a:cubicBezTo>
                  <a:cubicBezTo>
                    <a:pt x="273367" y="75248"/>
                    <a:pt x="273367" y="77152"/>
                    <a:pt x="273367" y="78105"/>
                  </a:cubicBezTo>
                  <a:cubicBezTo>
                    <a:pt x="275273" y="80963"/>
                    <a:pt x="282892" y="95250"/>
                    <a:pt x="292417" y="123825"/>
                  </a:cubicBezTo>
                  <a:cubicBezTo>
                    <a:pt x="302895" y="159068"/>
                    <a:pt x="316230" y="220980"/>
                    <a:pt x="319088" y="316230"/>
                  </a:cubicBezTo>
                  <a:cubicBezTo>
                    <a:pt x="223838" y="314325"/>
                    <a:pt x="160973" y="300990"/>
                    <a:pt x="125730" y="289560"/>
                  </a:cubicBezTo>
                  <a:cubicBezTo>
                    <a:pt x="93345" y="280035"/>
                    <a:pt x="80010" y="270510"/>
                    <a:pt x="79058" y="270510"/>
                  </a:cubicBezTo>
                  <a:cubicBezTo>
                    <a:pt x="79058" y="270510"/>
                    <a:pt x="77152" y="270510"/>
                    <a:pt x="76200" y="270510"/>
                  </a:cubicBezTo>
                  <a:cubicBezTo>
                    <a:pt x="76200" y="270510"/>
                    <a:pt x="76200" y="270510"/>
                    <a:pt x="75248" y="270510"/>
                  </a:cubicBezTo>
                  <a:cubicBezTo>
                    <a:pt x="33338" y="270510"/>
                    <a:pt x="0" y="304800"/>
                    <a:pt x="0" y="345758"/>
                  </a:cubicBezTo>
                  <a:cubicBezTo>
                    <a:pt x="0" y="386715"/>
                    <a:pt x="34290" y="421005"/>
                    <a:pt x="75248" y="421005"/>
                  </a:cubicBezTo>
                  <a:cubicBezTo>
                    <a:pt x="116205" y="421005"/>
                    <a:pt x="76200" y="421005"/>
                    <a:pt x="77152" y="421005"/>
                  </a:cubicBezTo>
                  <a:cubicBezTo>
                    <a:pt x="77152" y="421005"/>
                    <a:pt x="79058" y="421005"/>
                    <a:pt x="79058" y="421005"/>
                  </a:cubicBezTo>
                  <a:cubicBezTo>
                    <a:pt x="79058" y="421005"/>
                    <a:pt x="93345" y="411480"/>
                    <a:pt x="125730" y="401955"/>
                  </a:cubicBezTo>
                  <a:cubicBezTo>
                    <a:pt x="160973" y="391478"/>
                    <a:pt x="222885" y="378142"/>
                    <a:pt x="318135" y="375285"/>
                  </a:cubicBezTo>
                  <a:cubicBezTo>
                    <a:pt x="312420" y="479108"/>
                    <a:pt x="293370" y="539115"/>
                    <a:pt x="282892" y="564833"/>
                  </a:cubicBezTo>
                  <a:cubicBezTo>
                    <a:pt x="277178" y="579120"/>
                    <a:pt x="260033" y="611505"/>
                    <a:pt x="234315" y="619125"/>
                  </a:cubicBezTo>
                  <a:cubicBezTo>
                    <a:pt x="232410" y="619125"/>
                    <a:pt x="230505" y="621030"/>
                    <a:pt x="230505" y="622935"/>
                  </a:cubicBezTo>
                  <a:cubicBezTo>
                    <a:pt x="230505" y="623888"/>
                    <a:pt x="230505" y="625793"/>
                    <a:pt x="230505" y="626745"/>
                  </a:cubicBezTo>
                  <a:lnTo>
                    <a:pt x="342900" y="1388745"/>
                  </a:lnTo>
                  <a:cubicBezTo>
                    <a:pt x="342900" y="1391603"/>
                    <a:pt x="345758" y="1394460"/>
                    <a:pt x="349567" y="1394460"/>
                  </a:cubicBezTo>
                  <a:cubicBezTo>
                    <a:pt x="353378" y="1394460"/>
                    <a:pt x="355283" y="1391603"/>
                    <a:pt x="356235" y="1388745"/>
                  </a:cubicBezTo>
                  <a:lnTo>
                    <a:pt x="468630" y="626745"/>
                  </a:lnTo>
                  <a:cubicBezTo>
                    <a:pt x="468630" y="625793"/>
                    <a:pt x="468630" y="624840"/>
                    <a:pt x="468630" y="623888"/>
                  </a:cubicBezTo>
                  <a:cubicBezTo>
                    <a:pt x="468630" y="621983"/>
                    <a:pt x="466725" y="620078"/>
                    <a:pt x="464820" y="619125"/>
                  </a:cubicBezTo>
                  <a:cubicBezTo>
                    <a:pt x="438150" y="611505"/>
                    <a:pt x="421958" y="578168"/>
                    <a:pt x="416242" y="563880"/>
                  </a:cubicBezTo>
                  <a:lnTo>
                    <a:pt x="416242" y="561023"/>
                  </a:lnTo>
                  <a:cubicBezTo>
                    <a:pt x="404813" y="535305"/>
                    <a:pt x="386715" y="476250"/>
                    <a:pt x="381000" y="375285"/>
                  </a:cubicBezTo>
                  <a:cubicBezTo>
                    <a:pt x="476250" y="377190"/>
                    <a:pt x="538163" y="390525"/>
                    <a:pt x="573405" y="401955"/>
                  </a:cubicBezTo>
                  <a:cubicBezTo>
                    <a:pt x="601980" y="410528"/>
                    <a:pt x="616268" y="419100"/>
                    <a:pt x="620078" y="42100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158696086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67741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836"/>
        <p:cNvGrpSpPr/>
        <p:nvPr/>
      </p:nvGrpSpPr>
      <p:grpSpPr>
        <a:xfrm>
          <a:off x="0" y="0"/>
          <a:ext cx="0" cy="0"/>
          <a:chOff x="0" y="0"/>
          <a:chExt cx="0" cy="0"/>
        </a:xfrm>
      </p:grpSpPr>
    </p:spTree>
    <p:extLst>
      <p:ext uri="{BB962C8B-B14F-4D97-AF65-F5344CB8AC3E}">
        <p14:creationId xmlns:p14="http://schemas.microsoft.com/office/powerpoint/2010/main" val="399373080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Crudo con isologo">
  <p:cSld name="Crudo con isologo">
    <p:bg>
      <p:bgPr>
        <a:solidFill>
          <a:srgbClr val="F7F2F0"/>
        </a:solidFill>
        <a:effectLst/>
      </p:bgPr>
    </p:bg>
    <p:spTree>
      <p:nvGrpSpPr>
        <p:cNvPr id="1" name="Shape 19"/>
        <p:cNvGrpSpPr/>
        <p:nvPr/>
      </p:nvGrpSpPr>
      <p:grpSpPr>
        <a:xfrm>
          <a:off x="0" y="0"/>
          <a:ext cx="0" cy="0"/>
          <a:chOff x="0" y="0"/>
          <a:chExt cx="0" cy="0"/>
        </a:xfrm>
      </p:grpSpPr>
      <p:grpSp>
        <p:nvGrpSpPr>
          <p:cNvPr id="20" name="Google Shape;20;p6"/>
          <p:cNvGrpSpPr/>
          <p:nvPr/>
        </p:nvGrpSpPr>
        <p:grpSpPr>
          <a:xfrm>
            <a:off x="8617052" y="4607071"/>
            <a:ext cx="275347" cy="275179"/>
            <a:chOff x="9062143" y="5945606"/>
            <a:chExt cx="239682" cy="239682"/>
          </a:xfrm>
        </p:grpSpPr>
        <p:sp>
          <p:nvSpPr>
            <p:cNvPr id="21" name="Google Shape;21;p6"/>
            <p:cNvSpPr/>
            <p:nvPr/>
          </p:nvSpPr>
          <p:spPr>
            <a:xfrm flipH="1">
              <a:off x="9062143" y="5945606"/>
              <a:ext cx="239682" cy="239682"/>
            </a:xfrm>
            <a:custGeom>
              <a:avLst/>
              <a:gdLst/>
              <a:ahLst/>
              <a:cxnLst/>
              <a:rect l="l" t="t" r="r" b="b"/>
              <a:pathLst>
                <a:path w="1624964" h="1624964" extrusionOk="0">
                  <a:moveTo>
                    <a:pt x="812483" y="0"/>
                  </a:moveTo>
                  <a:cubicBezTo>
                    <a:pt x="363855" y="0"/>
                    <a:pt x="0" y="363855"/>
                    <a:pt x="0" y="812483"/>
                  </a:cubicBezTo>
                  <a:cubicBezTo>
                    <a:pt x="0" y="1261110"/>
                    <a:pt x="363855" y="1624965"/>
                    <a:pt x="812483" y="1624965"/>
                  </a:cubicBezTo>
                  <a:cubicBezTo>
                    <a:pt x="1261110" y="1624965"/>
                    <a:pt x="1624965" y="1261110"/>
                    <a:pt x="1624965" y="812483"/>
                  </a:cubicBezTo>
                  <a:cubicBezTo>
                    <a:pt x="1624965" y="363855"/>
                    <a:pt x="1261110" y="0"/>
                    <a:pt x="812483" y="0"/>
                  </a:cubicBezTo>
                  <a:close/>
                </a:path>
              </a:pathLst>
            </a:custGeom>
            <a:solidFill>
              <a:srgbClr val="FA64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 name="Google Shape;22;p6"/>
            <p:cNvSpPr/>
            <p:nvPr/>
          </p:nvSpPr>
          <p:spPr>
            <a:xfrm flipH="1">
              <a:off x="9130547" y="5965180"/>
              <a:ext cx="102701" cy="205683"/>
            </a:xfrm>
            <a:custGeom>
              <a:avLst/>
              <a:gdLst/>
              <a:ahLst/>
              <a:cxnLst/>
              <a:rect l="l" t="t" r="r" b="b"/>
              <a:pathLst>
                <a:path w="696277" h="1394459" extrusionOk="0">
                  <a:moveTo>
                    <a:pt x="617220" y="420053"/>
                  </a:moveTo>
                  <a:cubicBezTo>
                    <a:pt x="618172" y="420053"/>
                    <a:pt x="619125" y="421005"/>
                    <a:pt x="621030" y="421005"/>
                  </a:cubicBezTo>
                  <a:cubicBezTo>
                    <a:pt x="662940" y="421005"/>
                    <a:pt x="696278" y="386715"/>
                    <a:pt x="696278" y="345758"/>
                  </a:cubicBezTo>
                  <a:cubicBezTo>
                    <a:pt x="696278" y="304800"/>
                    <a:pt x="661988" y="270510"/>
                    <a:pt x="621030" y="270510"/>
                  </a:cubicBezTo>
                  <a:cubicBezTo>
                    <a:pt x="580073" y="270510"/>
                    <a:pt x="618172" y="270510"/>
                    <a:pt x="617220" y="271463"/>
                  </a:cubicBezTo>
                  <a:cubicBezTo>
                    <a:pt x="614363" y="273368"/>
                    <a:pt x="600075" y="280988"/>
                    <a:pt x="570548" y="290513"/>
                  </a:cubicBezTo>
                  <a:cubicBezTo>
                    <a:pt x="535305" y="300990"/>
                    <a:pt x="472440" y="314325"/>
                    <a:pt x="377190" y="317183"/>
                  </a:cubicBezTo>
                  <a:cubicBezTo>
                    <a:pt x="380048" y="221933"/>
                    <a:pt x="393383" y="160020"/>
                    <a:pt x="403860" y="124777"/>
                  </a:cubicBezTo>
                  <a:cubicBezTo>
                    <a:pt x="413385" y="93345"/>
                    <a:pt x="421958" y="80010"/>
                    <a:pt x="421958" y="79057"/>
                  </a:cubicBezTo>
                  <a:cubicBezTo>
                    <a:pt x="421958" y="78105"/>
                    <a:pt x="422910" y="76200"/>
                    <a:pt x="422910" y="74295"/>
                  </a:cubicBezTo>
                  <a:cubicBezTo>
                    <a:pt x="422910" y="44768"/>
                    <a:pt x="406717" y="18098"/>
                    <a:pt x="381953" y="7620"/>
                  </a:cubicBezTo>
                  <a:cubicBezTo>
                    <a:pt x="370523" y="2857"/>
                    <a:pt x="359092" y="0"/>
                    <a:pt x="348615" y="0"/>
                  </a:cubicBezTo>
                  <a:cubicBezTo>
                    <a:pt x="328613" y="0"/>
                    <a:pt x="309563" y="7620"/>
                    <a:pt x="295275" y="21907"/>
                  </a:cubicBezTo>
                  <a:cubicBezTo>
                    <a:pt x="280988" y="36195"/>
                    <a:pt x="273367" y="54293"/>
                    <a:pt x="273367" y="73343"/>
                  </a:cubicBezTo>
                  <a:cubicBezTo>
                    <a:pt x="273367" y="75248"/>
                    <a:pt x="273367" y="77152"/>
                    <a:pt x="273367" y="78105"/>
                  </a:cubicBezTo>
                  <a:cubicBezTo>
                    <a:pt x="275273" y="80963"/>
                    <a:pt x="282892" y="95250"/>
                    <a:pt x="292417" y="123825"/>
                  </a:cubicBezTo>
                  <a:cubicBezTo>
                    <a:pt x="302895" y="159068"/>
                    <a:pt x="316230" y="220980"/>
                    <a:pt x="319088" y="316230"/>
                  </a:cubicBezTo>
                  <a:cubicBezTo>
                    <a:pt x="223838" y="314325"/>
                    <a:pt x="160973" y="300990"/>
                    <a:pt x="125730" y="289560"/>
                  </a:cubicBezTo>
                  <a:cubicBezTo>
                    <a:pt x="93345" y="280035"/>
                    <a:pt x="80010" y="270510"/>
                    <a:pt x="79058" y="270510"/>
                  </a:cubicBezTo>
                  <a:cubicBezTo>
                    <a:pt x="79058" y="270510"/>
                    <a:pt x="77152" y="270510"/>
                    <a:pt x="76200" y="270510"/>
                  </a:cubicBezTo>
                  <a:cubicBezTo>
                    <a:pt x="76200" y="270510"/>
                    <a:pt x="76200" y="270510"/>
                    <a:pt x="75248" y="270510"/>
                  </a:cubicBezTo>
                  <a:cubicBezTo>
                    <a:pt x="33338" y="270510"/>
                    <a:pt x="0" y="304800"/>
                    <a:pt x="0" y="345758"/>
                  </a:cubicBezTo>
                  <a:cubicBezTo>
                    <a:pt x="0" y="386715"/>
                    <a:pt x="34290" y="421005"/>
                    <a:pt x="75248" y="421005"/>
                  </a:cubicBezTo>
                  <a:cubicBezTo>
                    <a:pt x="116205" y="421005"/>
                    <a:pt x="76200" y="421005"/>
                    <a:pt x="77152" y="421005"/>
                  </a:cubicBezTo>
                  <a:cubicBezTo>
                    <a:pt x="77152" y="421005"/>
                    <a:pt x="79058" y="421005"/>
                    <a:pt x="79058" y="421005"/>
                  </a:cubicBezTo>
                  <a:cubicBezTo>
                    <a:pt x="79058" y="421005"/>
                    <a:pt x="93345" y="411480"/>
                    <a:pt x="125730" y="401955"/>
                  </a:cubicBezTo>
                  <a:cubicBezTo>
                    <a:pt x="160973" y="391478"/>
                    <a:pt x="222885" y="378142"/>
                    <a:pt x="318135" y="375285"/>
                  </a:cubicBezTo>
                  <a:cubicBezTo>
                    <a:pt x="312420" y="479108"/>
                    <a:pt x="293370" y="539115"/>
                    <a:pt x="282892" y="564833"/>
                  </a:cubicBezTo>
                  <a:cubicBezTo>
                    <a:pt x="277178" y="579120"/>
                    <a:pt x="260033" y="611505"/>
                    <a:pt x="234315" y="619125"/>
                  </a:cubicBezTo>
                  <a:cubicBezTo>
                    <a:pt x="232410" y="619125"/>
                    <a:pt x="230505" y="621030"/>
                    <a:pt x="230505" y="622935"/>
                  </a:cubicBezTo>
                  <a:cubicBezTo>
                    <a:pt x="230505" y="623888"/>
                    <a:pt x="230505" y="625793"/>
                    <a:pt x="230505" y="626745"/>
                  </a:cubicBezTo>
                  <a:lnTo>
                    <a:pt x="342900" y="1388745"/>
                  </a:lnTo>
                  <a:cubicBezTo>
                    <a:pt x="342900" y="1391603"/>
                    <a:pt x="345758" y="1394460"/>
                    <a:pt x="349567" y="1394460"/>
                  </a:cubicBezTo>
                  <a:cubicBezTo>
                    <a:pt x="353378" y="1394460"/>
                    <a:pt x="355283" y="1391603"/>
                    <a:pt x="356235" y="1388745"/>
                  </a:cubicBezTo>
                  <a:lnTo>
                    <a:pt x="468630" y="626745"/>
                  </a:lnTo>
                  <a:cubicBezTo>
                    <a:pt x="468630" y="625793"/>
                    <a:pt x="468630" y="624840"/>
                    <a:pt x="468630" y="623888"/>
                  </a:cubicBezTo>
                  <a:cubicBezTo>
                    <a:pt x="468630" y="621983"/>
                    <a:pt x="466725" y="620078"/>
                    <a:pt x="464820" y="619125"/>
                  </a:cubicBezTo>
                  <a:cubicBezTo>
                    <a:pt x="438150" y="611505"/>
                    <a:pt x="421958" y="578168"/>
                    <a:pt x="416242" y="563880"/>
                  </a:cubicBezTo>
                  <a:lnTo>
                    <a:pt x="416242" y="561023"/>
                  </a:lnTo>
                  <a:cubicBezTo>
                    <a:pt x="404813" y="535305"/>
                    <a:pt x="386715" y="476250"/>
                    <a:pt x="381000" y="375285"/>
                  </a:cubicBezTo>
                  <a:cubicBezTo>
                    <a:pt x="476250" y="377190"/>
                    <a:pt x="538163" y="390525"/>
                    <a:pt x="573405" y="401955"/>
                  </a:cubicBezTo>
                  <a:cubicBezTo>
                    <a:pt x="601980" y="410528"/>
                    <a:pt x="616268" y="419100"/>
                    <a:pt x="620078" y="42100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237138629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lur 1 1 2">
  <p:cSld name="Blur 1 1 2">
    <p:spTree>
      <p:nvGrpSpPr>
        <p:cNvPr id="1" name="Shape 845"/>
        <p:cNvGrpSpPr/>
        <p:nvPr/>
      </p:nvGrpSpPr>
      <p:grpSpPr>
        <a:xfrm>
          <a:off x="0" y="0"/>
          <a:ext cx="0" cy="0"/>
          <a:chOff x="0" y="0"/>
          <a:chExt cx="0" cy="0"/>
        </a:xfrm>
      </p:grpSpPr>
      <p:pic>
        <p:nvPicPr>
          <p:cNvPr id="846" name="Google Shape;846;p54"/>
          <p:cNvPicPr preferRelativeResize="0"/>
          <p:nvPr/>
        </p:nvPicPr>
        <p:blipFill rotWithShape="1">
          <a:blip r:embed="rId2">
            <a:alphaModFix/>
          </a:blip>
          <a:srcRect/>
          <a:stretch/>
        </p:blipFill>
        <p:spPr>
          <a:xfrm>
            <a:off x="0" y="0"/>
            <a:ext cx="9143998" cy="5143476"/>
          </a:xfrm>
          <a:prstGeom prst="rect">
            <a:avLst/>
          </a:prstGeom>
          <a:noFill/>
          <a:ln>
            <a:noFill/>
          </a:ln>
        </p:spPr>
      </p:pic>
    </p:spTree>
    <p:extLst>
      <p:ext uri="{BB962C8B-B14F-4D97-AF65-F5344CB8AC3E}">
        <p14:creationId xmlns:p14="http://schemas.microsoft.com/office/powerpoint/2010/main" val="15362390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slideLayout" Target="../slideLayouts/slideLayout27.xml"/><Relationship Id="rId15" Type="http://schemas.openxmlformats.org/officeDocument/2006/relationships/slideLayout" Target="../slideLayouts/slideLayout28.xml"/><Relationship Id="rId16" Type="http://schemas.openxmlformats.org/officeDocument/2006/relationships/slideLayout" Target="../slideLayouts/slideLayout29.xml"/><Relationship Id="rId17" Type="http://schemas.openxmlformats.org/officeDocument/2006/relationships/slideLayout" Target="../slideLayouts/slideLayout30.xml"/><Relationship Id="rId18" Type="http://schemas.openxmlformats.org/officeDocument/2006/relationships/slideLayout" Target="../slideLayouts/slideLayout31.xml"/><Relationship Id="rId19" Type="http://schemas.openxmlformats.org/officeDocument/2006/relationships/slideLayout" Target="../slideLayouts/slideLayout32.xml"/><Relationship Id="rId20" Type="http://schemas.openxmlformats.org/officeDocument/2006/relationships/slideLayout" Target="../slideLayouts/slideLayout33.xml"/><Relationship Id="rId21" Type="http://schemas.openxmlformats.org/officeDocument/2006/relationships/slideLayout" Target="../slideLayouts/slideLayout34.xml"/><Relationship Id="rId22" Type="http://schemas.openxmlformats.org/officeDocument/2006/relationships/slideLayout" Target="../slideLayouts/slideLayout35.xml"/><Relationship Id="rId23" Type="http://schemas.openxmlformats.org/officeDocument/2006/relationships/slideLayout" Target="../slideLayouts/slideLayout36.xml"/><Relationship Id="rId24" Type="http://schemas.openxmlformats.org/officeDocument/2006/relationships/slideLayout" Target="../slideLayouts/slideLayout37.xml"/><Relationship Id="rId25" Type="http://schemas.openxmlformats.org/officeDocument/2006/relationships/slideLayout" Target="../slideLayouts/slideLayout38.xml"/><Relationship Id="rId26" Type="http://schemas.openxmlformats.org/officeDocument/2006/relationships/slideLayout" Target="../slideLayouts/slideLayout39.xml"/><Relationship Id="rId27" Type="http://schemas.openxmlformats.org/officeDocument/2006/relationships/slideLayout" Target="../slideLayouts/slideLayout40.xml"/><Relationship Id="rId28" Type="http://schemas.openxmlformats.org/officeDocument/2006/relationships/slideLayout" Target="../slideLayouts/slideLayout41.xml"/><Relationship Id="rId2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slideLayout" Target="../slideLayouts/slideLayout43.xml"/><Relationship Id="rId3" Type="http://schemas.openxmlformats.org/officeDocument/2006/relationships/slideLayout" Target="../slideLayouts/slideLayout44.xml"/><Relationship Id="rId4" Type="http://schemas.openxmlformats.org/officeDocument/2006/relationships/slideLayout" Target="../slideLayouts/slideLayout45.xml"/><Relationship Id="rId5"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3"/>
        <p:cNvGrpSpPr/>
        <p:nvPr/>
      </p:nvGrpSpPr>
      <p:grpSpPr>
        <a:xfrm>
          <a:off x="0" y="0"/>
          <a:ext cx="0" cy="0"/>
          <a:chOff x="0" y="0"/>
          <a:chExt cx="0" cy="0"/>
        </a:xfrm>
      </p:grpSpPr>
      <p:grpSp>
        <p:nvGrpSpPr>
          <p:cNvPr id="424" name="Google Shape;424;p26"/>
          <p:cNvGrpSpPr/>
          <p:nvPr/>
        </p:nvGrpSpPr>
        <p:grpSpPr>
          <a:xfrm>
            <a:off x="8746619" y="4870045"/>
            <a:ext cx="214804" cy="89154"/>
            <a:chOff x="1207700" y="4333950"/>
            <a:chExt cx="334325" cy="138750"/>
          </a:xfrm>
        </p:grpSpPr>
        <p:sp>
          <p:nvSpPr>
            <p:cNvPr id="425" name="Google Shape;425;p26"/>
            <p:cNvSpPr/>
            <p:nvPr/>
          </p:nvSpPr>
          <p:spPr>
            <a:xfrm>
              <a:off x="1207700" y="4333950"/>
              <a:ext cx="139850" cy="138750"/>
            </a:xfrm>
            <a:custGeom>
              <a:avLst/>
              <a:gdLst/>
              <a:ahLst/>
              <a:cxnLst/>
              <a:rect l="l" t="t" r="r" b="b"/>
              <a:pathLst>
                <a:path w="5594" h="5550" extrusionOk="0">
                  <a:moveTo>
                    <a:pt x="3390" y="438"/>
                  </a:moveTo>
                  <a:cubicBezTo>
                    <a:pt x="4363" y="438"/>
                    <a:pt x="5148" y="1232"/>
                    <a:pt x="5148" y="2196"/>
                  </a:cubicBezTo>
                  <a:lnTo>
                    <a:pt x="5148" y="3346"/>
                  </a:lnTo>
                  <a:cubicBezTo>
                    <a:pt x="5148" y="4319"/>
                    <a:pt x="4363" y="5104"/>
                    <a:pt x="3390" y="5104"/>
                  </a:cubicBezTo>
                  <a:lnTo>
                    <a:pt x="437" y="5104"/>
                  </a:lnTo>
                  <a:lnTo>
                    <a:pt x="437" y="438"/>
                  </a:lnTo>
                  <a:close/>
                  <a:moveTo>
                    <a:pt x="0" y="1"/>
                  </a:moveTo>
                  <a:lnTo>
                    <a:pt x="0" y="5550"/>
                  </a:lnTo>
                  <a:lnTo>
                    <a:pt x="3390" y="5550"/>
                  </a:lnTo>
                  <a:cubicBezTo>
                    <a:pt x="4604" y="5550"/>
                    <a:pt x="5594" y="4560"/>
                    <a:pt x="5594" y="3346"/>
                  </a:cubicBezTo>
                  <a:lnTo>
                    <a:pt x="5594" y="2196"/>
                  </a:lnTo>
                  <a:cubicBezTo>
                    <a:pt x="5594" y="982"/>
                    <a:pt x="4604" y="1"/>
                    <a:pt x="339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sp>
          <p:nvSpPr>
            <p:cNvPr id="426" name="Google Shape;426;p26"/>
            <p:cNvSpPr/>
            <p:nvPr/>
          </p:nvSpPr>
          <p:spPr>
            <a:xfrm>
              <a:off x="1403300" y="4333950"/>
              <a:ext cx="138725" cy="138750"/>
            </a:xfrm>
            <a:custGeom>
              <a:avLst/>
              <a:gdLst/>
              <a:ahLst/>
              <a:cxnLst/>
              <a:rect l="l" t="t" r="r" b="b"/>
              <a:pathLst>
                <a:path w="5549" h="5550" extrusionOk="0">
                  <a:moveTo>
                    <a:pt x="0" y="1"/>
                  </a:moveTo>
                  <a:lnTo>
                    <a:pt x="0" y="5550"/>
                  </a:lnTo>
                  <a:lnTo>
                    <a:pt x="5549" y="5550"/>
                  </a:lnTo>
                  <a:lnTo>
                    <a:pt x="554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p>
          </p:txBody>
        </p:sp>
      </p:grpSp>
    </p:spTree>
    <p:extLst>
      <p:ext uri="{BB962C8B-B14F-4D97-AF65-F5344CB8AC3E}">
        <p14:creationId xmlns:p14="http://schemas.microsoft.com/office/powerpoint/2010/main" val="2404664800"/>
      </p:ext>
    </p:extLst>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 id="2147483685" r:id="rId22"/>
    <p:sldLayoutId id="2147483686" r:id="rId23"/>
    <p:sldLayoutId id="2147483688" r:id="rId24"/>
    <p:sldLayoutId id="2147483689" r:id="rId25"/>
    <p:sldLayoutId id="2147483690" r:id="rId26"/>
    <p:sldLayoutId id="2147483691" r:id="rId27"/>
    <p:sldLayoutId id="2147483696" r:id="rId2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240">
          <p15:clr>
            <a:srgbClr val="EA4335"/>
          </p15:clr>
        </p15:guide>
        <p15:guide id="2" pos="5480">
          <p15:clr>
            <a:srgbClr val="EA4335"/>
          </p15:clr>
        </p15:guide>
        <p15:guide id="3" pos="576">
          <p15:clr>
            <a:srgbClr val="EA4335"/>
          </p15:clr>
        </p15:guide>
        <p15:guide id="4" pos="10944">
          <p15:clr>
            <a:srgbClr val="EA4335"/>
          </p15:clr>
        </p15:guide>
        <p15:guide id="5" orient="horz" pos="850">
          <p15:clr>
            <a:srgbClr val="EA4335"/>
          </p15:clr>
        </p15:guide>
        <p15:guide id="6" orient="horz" pos="5953">
          <p15:clr>
            <a:srgbClr val="EA4335"/>
          </p15:clr>
        </p15:guide>
        <p15:guide id="7" pos="6039">
          <p15:clr>
            <a:srgbClr val="EA4335"/>
          </p15:clr>
        </p15:guide>
        <p15:guide id="8" pos="5760">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8522185"/>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7"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34.xml"/></Relationships>
</file>

<file path=ppt/slides/_rels/slide90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7.png"/><Relationship Id="rId8" Type="http://schemas.openxmlformats.org/officeDocument/2006/relationships/image" Target="../media/image11.png"/></Relationships>
</file>

<file path=ppt/slides/_rels/slide90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jpg"/><Relationship Id="rId5" Type="http://schemas.openxmlformats.org/officeDocument/2006/relationships/notesSlide" Target="../notesSlides/notesSlide2.xml"/></Relationships>
</file>

<file path=ppt/slides/_rels/slide90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36.xml"/></Relationships>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D14"/>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REVISIÓN DE PROCESOS</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FFFFFF"/>
                </a:solidFill>
                <a:latin typeface="Calibri"/>
              </a:rPr>
              <a:t>Revisión de </a:t>
            </a:r>
            <a:r>
              <a:rPr sz="3200" b="1" i="0">
                <a:solidFill>
                  <a:srgbClr val="A48AFB"/>
                </a:solidFill>
                <a:latin typeface="Calibri"/>
              </a:rPr>
              <a:t>procesos</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8888A8"/>
                </a:solidFill>
                <a:latin typeface="Calibri"/>
              </a:rPr>
              <a:t>3</a:t>
            </a:r>
          </a:p>
        </p:txBody>
      </p:sp>
      <p:sp>
        <p:nvSpPr>
          <p:cNvPr id="7" name="Rounded Rectangle 6"/>
          <p:cNvSpPr/>
          <p:nvPr/>
        </p:nvSpPr>
        <p:spPr>
          <a:xfrm>
            <a:off x="457200" y="1325880"/>
            <a:ext cx="1463040" cy="1097280"/>
          </a:xfrm>
          <a:prstGeom prst="roundRect">
            <a:avLst>
              <a:gd name="adj" fmla="val 7500"/>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325880"/>
            <a:ext cx="1316736" cy="1097280"/>
          </a:xfrm>
          <a:prstGeom prst="rect">
            <a:avLst/>
          </a:prstGeom>
          <a:noFill/>
        </p:spPr>
        <p:txBody>
          <a:bodyPr wrap="square" lIns="0" rIns="0" tIns="0" bIns="0" anchor="ctr">
            <a:spAutoFit/>
          </a:bodyPr>
          <a:lstStyle/>
          <a:p>
            <a:pPr algn="ctr">
              <a:spcAft>
                <a:spcPts val="0"/>
              </a:spcAft>
            </a:pPr>
            <a:r>
              <a:rPr sz="1350" b="1" i="0">
                <a:solidFill>
                  <a:srgbClr val="F0F0F8"/>
                </a:solidFill>
                <a:latin typeface="Calibri"/>
              </a:rPr>
              <a:t>Fuentes</a:t>
            </a:r>
          </a:p>
          <a:p>
            <a:pPr algn="ctr">
              <a:spcAft>
                <a:spcPts val="0"/>
              </a:spcAft>
            </a:pPr>
            <a:r>
              <a:rPr sz="1350" b="1" i="0">
                <a:solidFill>
                  <a:srgbClr val="F0F0F8"/>
                </a:solidFill>
                <a:latin typeface="Calibri"/>
              </a:rPr>
              <a:t>Sistemas, archivos, API</a:t>
            </a:r>
          </a:p>
        </p:txBody>
      </p:sp>
      <p:cxnSp>
        <p:nvCxnSpPr>
          <p:cNvPr id="9" name="Connector 8"/>
          <p:cNvCxnSpPr/>
          <p:nvPr/>
        </p:nvCxnSpPr>
        <p:spPr>
          <a:xfrm>
            <a:off x="1920240" y="1874519"/>
            <a:ext cx="228600" cy="0"/>
          </a:xfrm>
          <a:prstGeom prst="line">
            <a:avLst/>
          </a:prstGeom>
          <a:ln w="19050">
            <a:solidFill>
              <a:srgbClr val="8888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148840" y="1325880"/>
            <a:ext cx="1463040" cy="1097280"/>
          </a:xfrm>
          <a:prstGeom prst="roundRect">
            <a:avLst>
              <a:gd name="adj" fmla="val 7500"/>
            </a:avLst>
          </a:prstGeom>
          <a:solidFill>
            <a:srgbClr val="1E1650"/>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21992" y="1325880"/>
            <a:ext cx="1316736" cy="1097280"/>
          </a:xfrm>
          <a:prstGeom prst="rect">
            <a:avLst/>
          </a:prstGeom>
          <a:noFill/>
        </p:spPr>
        <p:txBody>
          <a:bodyPr wrap="square" lIns="0" rIns="0" tIns="0" bIns="0" anchor="ctr">
            <a:spAutoFit/>
          </a:bodyPr>
          <a:lstStyle/>
          <a:p>
            <a:pPr algn="ctr">
              <a:spcAft>
                <a:spcPts val="0"/>
              </a:spcAft>
            </a:pPr>
            <a:r>
              <a:rPr sz="1350" b="1" i="0">
                <a:solidFill>
                  <a:srgbClr val="F0F0F8"/>
                </a:solidFill>
                <a:latin typeface="Calibri"/>
              </a:rPr>
              <a:t>Ingesta</a:t>
            </a:r>
          </a:p>
          <a:p>
            <a:pPr algn="ctr">
              <a:spcAft>
                <a:spcPts val="0"/>
              </a:spcAft>
            </a:pPr>
            <a:r>
              <a:rPr sz="1350" b="1" i="0">
                <a:solidFill>
                  <a:srgbClr val="F0F0F8"/>
                </a:solidFill>
                <a:latin typeface="Calibri"/>
              </a:rPr>
              <a:t>Clase 3 · NiFi</a:t>
            </a:r>
          </a:p>
        </p:txBody>
      </p:sp>
      <p:cxnSp>
        <p:nvCxnSpPr>
          <p:cNvPr id="12" name="Connector 11"/>
          <p:cNvCxnSpPr/>
          <p:nvPr/>
        </p:nvCxnSpPr>
        <p:spPr>
          <a:xfrm>
            <a:off x="3611880" y="1874519"/>
            <a:ext cx="228600" cy="0"/>
          </a:xfrm>
          <a:prstGeom prst="line">
            <a:avLst/>
          </a:prstGeom>
          <a:ln w="19050">
            <a:solidFill>
              <a:srgbClr val="8888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840480" y="1325880"/>
            <a:ext cx="1463040" cy="1097280"/>
          </a:xfrm>
          <a:prstGeom prst="roundRect">
            <a:avLst>
              <a:gd name="adj" fmla="val 7500"/>
            </a:avLst>
          </a:prstGeom>
          <a:solidFill>
            <a:srgbClr val="1E1650"/>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13632" y="1325880"/>
            <a:ext cx="1316736" cy="1097280"/>
          </a:xfrm>
          <a:prstGeom prst="rect">
            <a:avLst/>
          </a:prstGeom>
          <a:noFill/>
        </p:spPr>
        <p:txBody>
          <a:bodyPr wrap="square" lIns="0" rIns="0" tIns="0" bIns="0" anchor="ctr">
            <a:spAutoFit/>
          </a:bodyPr>
          <a:lstStyle/>
          <a:p>
            <a:pPr algn="ctr">
              <a:spcAft>
                <a:spcPts val="0"/>
              </a:spcAft>
            </a:pPr>
            <a:r>
              <a:rPr sz="1350" b="1" i="0">
                <a:solidFill>
                  <a:srgbClr val="F0F0F8"/>
                </a:solidFill>
                <a:latin typeface="Calibri"/>
              </a:rPr>
              <a:t>Procesamiento</a:t>
            </a:r>
          </a:p>
          <a:p>
            <a:pPr algn="ctr">
              <a:spcAft>
                <a:spcPts val="0"/>
              </a:spcAft>
            </a:pPr>
            <a:r>
              <a:rPr sz="1350" b="1" i="0">
                <a:solidFill>
                  <a:srgbClr val="F0F0F8"/>
                </a:solidFill>
                <a:latin typeface="Calibri"/>
              </a:rPr>
              <a:t>Clase 2 · PL/SQL</a:t>
            </a:r>
          </a:p>
        </p:txBody>
      </p:sp>
      <p:cxnSp>
        <p:nvCxnSpPr>
          <p:cNvPr id="15" name="Connector 14"/>
          <p:cNvCxnSpPr/>
          <p:nvPr/>
        </p:nvCxnSpPr>
        <p:spPr>
          <a:xfrm>
            <a:off x="5303520" y="1874519"/>
            <a:ext cx="228600" cy="0"/>
          </a:xfrm>
          <a:prstGeom prst="line">
            <a:avLst/>
          </a:prstGeom>
          <a:ln w="19050">
            <a:solidFill>
              <a:srgbClr val="8888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532120" y="1325880"/>
            <a:ext cx="1463040" cy="1097280"/>
          </a:xfrm>
          <a:prstGeom prst="roundRect">
            <a:avLst>
              <a:gd name="adj" fmla="val 7500"/>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05272" y="1325880"/>
            <a:ext cx="1316736" cy="1097280"/>
          </a:xfrm>
          <a:prstGeom prst="rect">
            <a:avLst/>
          </a:prstGeom>
          <a:noFill/>
        </p:spPr>
        <p:txBody>
          <a:bodyPr wrap="square" lIns="0" rIns="0" tIns="0" bIns="0" anchor="ctr">
            <a:spAutoFit/>
          </a:bodyPr>
          <a:lstStyle/>
          <a:p>
            <a:pPr algn="ctr">
              <a:spcAft>
                <a:spcPts val="0"/>
              </a:spcAft>
            </a:pPr>
            <a:r>
              <a:rPr sz="1350" b="1" i="0">
                <a:solidFill>
                  <a:srgbClr val="F0F0F8"/>
                </a:solidFill>
                <a:latin typeface="Calibri"/>
              </a:rPr>
              <a:t>Almacenamiento y modelo</a:t>
            </a:r>
          </a:p>
          <a:p>
            <a:pPr algn="ctr">
              <a:spcAft>
                <a:spcPts val="0"/>
              </a:spcAft>
            </a:pPr>
            <a:r>
              <a:rPr sz="1350" b="1" i="0">
                <a:solidFill>
                  <a:srgbClr val="F0F0F8"/>
                </a:solidFill>
                <a:latin typeface="Calibri"/>
              </a:rPr>
              <a:t>Clase 1</a:t>
            </a:r>
          </a:p>
        </p:txBody>
      </p:sp>
      <p:cxnSp>
        <p:nvCxnSpPr>
          <p:cNvPr id="18" name="Connector 17"/>
          <p:cNvCxnSpPr/>
          <p:nvPr/>
        </p:nvCxnSpPr>
        <p:spPr>
          <a:xfrm>
            <a:off x="6995160" y="1874519"/>
            <a:ext cx="228600" cy="0"/>
          </a:xfrm>
          <a:prstGeom prst="line">
            <a:avLst/>
          </a:prstGeom>
          <a:ln w="19050">
            <a:solidFill>
              <a:srgbClr val="8888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223760" y="1325880"/>
            <a:ext cx="1463040" cy="1097280"/>
          </a:xfrm>
          <a:prstGeom prst="roundRect">
            <a:avLst>
              <a:gd name="adj" fmla="val 7500"/>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96912" y="1325880"/>
            <a:ext cx="1316736" cy="1097280"/>
          </a:xfrm>
          <a:prstGeom prst="rect">
            <a:avLst/>
          </a:prstGeom>
          <a:noFill/>
        </p:spPr>
        <p:txBody>
          <a:bodyPr wrap="square" lIns="0" rIns="0" tIns="0" bIns="0" anchor="ctr">
            <a:spAutoFit/>
          </a:bodyPr>
          <a:lstStyle/>
          <a:p>
            <a:pPr algn="ctr">
              <a:spcAft>
                <a:spcPts val="0"/>
              </a:spcAft>
            </a:pPr>
            <a:r>
              <a:rPr sz="1350" b="1" i="0">
                <a:solidFill>
                  <a:srgbClr val="F0F0F8"/>
                </a:solidFill>
                <a:latin typeface="Calibri"/>
              </a:rPr>
              <a:t>Consumo</a:t>
            </a:r>
          </a:p>
          <a:p>
            <a:pPr algn="ctr">
              <a:spcAft>
                <a:spcPts val="0"/>
              </a:spcAft>
            </a:pPr>
            <a:r>
              <a:rPr sz="1350" b="1" i="0">
                <a:solidFill>
                  <a:srgbClr val="F0F0F8"/>
                </a:solidFill>
                <a:latin typeface="Calibri"/>
              </a:rPr>
              <a:t>Indicadores y alertas</a:t>
            </a:r>
          </a:p>
        </p:txBody>
      </p:sp>
      <p:sp>
        <p:nvSpPr>
          <p:cNvPr id="21" name="Rounded Rectangle 20"/>
          <p:cNvSpPr/>
          <p:nvPr/>
        </p:nvSpPr>
        <p:spPr>
          <a:xfrm>
            <a:off x="457200" y="2834640"/>
            <a:ext cx="4023360" cy="1371600"/>
          </a:xfrm>
          <a:prstGeom prst="roundRect">
            <a:avLst>
              <a:gd name="adj" fmla="val 6000"/>
            </a:avLst>
          </a:prstGeom>
          <a:solidFill>
            <a:srgbClr val="0A2820"/>
          </a:solidFill>
          <a:ln w="15875">
            <a:solidFill>
              <a:srgbClr val="10D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2834640"/>
            <a:ext cx="3877056" cy="1371600"/>
          </a:xfrm>
          <a:prstGeom prst="rect">
            <a:avLst/>
          </a:prstGeom>
          <a:noFill/>
        </p:spPr>
        <p:txBody>
          <a:bodyPr wrap="square" lIns="0" rIns="0" tIns="0" bIns="0" anchor="ctr">
            <a:spAutoFit/>
          </a:bodyPr>
          <a:lstStyle/>
          <a:p>
            <a:pPr algn="ctr">
              <a:spcAft>
                <a:spcPts val="0"/>
              </a:spcAft>
            </a:pPr>
            <a:r>
              <a:rPr sz="1500" b="1" i="0">
                <a:solidFill>
                  <a:srgbClr val="F0F0F8"/>
                </a:solidFill>
                <a:latin typeface="Calibri"/>
              </a:rPr>
              <a:t>¿Quién coordina cuándo corre cada cosa y qué hace si falla?</a:t>
            </a:r>
          </a:p>
          <a:p>
            <a:pPr algn="ctr">
              <a:spcAft>
                <a:spcPts val="0"/>
              </a:spcAft>
            </a:pPr>
            <a:r>
              <a:rPr sz="1500" b="1" i="0">
                <a:solidFill>
                  <a:srgbClr val="F0F0F8"/>
                </a:solidFill>
                <a:latin typeface="Calibri"/>
              </a:rPr>
              <a:t>→ Orquestación</a:t>
            </a:r>
          </a:p>
        </p:txBody>
      </p:sp>
      <p:sp>
        <p:nvSpPr>
          <p:cNvPr id="23" name="Rounded Rectangle 22"/>
          <p:cNvSpPr/>
          <p:nvPr/>
        </p:nvSpPr>
        <p:spPr>
          <a:xfrm>
            <a:off x="4663440" y="2834640"/>
            <a:ext cx="4023360" cy="1371600"/>
          </a:xfrm>
          <a:prstGeom prst="roundRect">
            <a:avLst>
              <a:gd name="adj" fmla="val 6000"/>
            </a:avLst>
          </a:prstGeom>
          <a:solidFill>
            <a:srgbClr val="2A1E0A"/>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36592" y="2834640"/>
            <a:ext cx="3877056" cy="1371600"/>
          </a:xfrm>
          <a:prstGeom prst="rect">
            <a:avLst/>
          </a:prstGeom>
          <a:noFill/>
        </p:spPr>
        <p:txBody>
          <a:bodyPr wrap="square" lIns="0" rIns="0" tIns="0" bIns="0" anchor="ctr">
            <a:spAutoFit/>
          </a:bodyPr>
          <a:lstStyle/>
          <a:p>
            <a:pPr algn="ctr">
              <a:spcAft>
                <a:spcPts val="0"/>
              </a:spcAft>
            </a:pPr>
            <a:r>
              <a:rPr sz="1500" b="1" i="0">
                <a:solidFill>
                  <a:srgbClr val="F0F0F8"/>
                </a:solidFill>
                <a:latin typeface="Calibri"/>
              </a:rPr>
              <a:t>¿Quién responde por el dato y cómo sabemos que está bien?</a:t>
            </a:r>
          </a:p>
          <a:p>
            <a:pPr algn="ctr">
              <a:spcAft>
                <a:spcPts val="0"/>
              </a:spcAft>
            </a:pPr>
            <a:r>
              <a:rPr sz="1500" b="1" i="0">
                <a:solidFill>
                  <a:srgbClr val="F0F0F8"/>
                </a:solidFill>
                <a:latin typeface="Calibri"/>
              </a:rPr>
              <a:t>→ Gobierno y calidad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2F0"/>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QUÉ VAMOS A LOGRAR</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2B2B2B"/>
                </a:solidFill>
                <a:latin typeface="Calibri"/>
              </a:rPr>
              <a:t>Qué vamos </a:t>
            </a:r>
            <a:r>
              <a:rPr sz="3200" b="1" i="0">
                <a:solidFill>
                  <a:srgbClr val="6B4CE6"/>
                </a:solidFill>
                <a:latin typeface="Calibri"/>
              </a:rPr>
              <a:t>a lograr hoy</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6B6B85"/>
                </a:solidFill>
                <a:latin typeface="Calibri"/>
              </a:rPr>
              <a:t>4</a:t>
            </a:r>
          </a:p>
        </p:txBody>
      </p:sp>
      <p:sp>
        <p:nvSpPr>
          <p:cNvPr id="7" name="Rounded Rectangle 6"/>
          <p:cNvSpPr/>
          <p:nvPr/>
        </p:nvSpPr>
        <p:spPr>
          <a:xfrm>
            <a:off x="457200" y="1325880"/>
            <a:ext cx="4023360" cy="1737360"/>
          </a:xfrm>
          <a:prstGeom prst="roundRect">
            <a:avLst>
              <a:gd name="adj" fmla="val 4736"/>
            </a:avLst>
          </a:prstGeom>
          <a:solidFill>
            <a:srgbClr val="E9E2FF"/>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325880"/>
            <a:ext cx="3877056" cy="1737360"/>
          </a:xfrm>
          <a:prstGeom prst="rect">
            <a:avLst/>
          </a:prstGeom>
          <a:noFill/>
        </p:spPr>
        <p:txBody>
          <a:bodyPr wrap="square" lIns="0" rIns="0" tIns="0" bIns="0" anchor="ctr">
            <a:spAutoFit/>
          </a:bodyPr>
          <a:lstStyle/>
          <a:p>
            <a:pPr algn="ctr">
              <a:spcAft>
                <a:spcPts val="0"/>
              </a:spcAft>
            </a:pPr>
            <a:r>
              <a:rPr sz="1500" b="0" i="0">
                <a:solidFill>
                  <a:srgbClr val="2B2B2B"/>
                </a:solidFill>
                <a:latin typeface="Calibri"/>
              </a:rPr>
              <a:t/>
            </a:r>
          </a:p>
        </p:txBody>
      </p:sp>
      <p:sp>
        <p:nvSpPr>
          <p:cNvPr id="9" name="TextBox 8"/>
          <p:cNvSpPr txBox="1"/>
          <p:nvPr/>
        </p:nvSpPr>
        <p:spPr>
          <a:xfrm>
            <a:off x="640080" y="1417320"/>
            <a:ext cx="3657600" cy="201168"/>
          </a:xfrm>
          <a:prstGeom prst="rect">
            <a:avLst/>
          </a:prstGeom>
          <a:noFill/>
        </p:spPr>
        <p:txBody>
          <a:bodyPr wrap="square" lIns="0" rIns="0" tIns="0" bIns="0" anchor="t">
            <a:spAutoFit/>
          </a:bodyPr>
          <a:lstStyle/>
          <a:p>
            <a:pPr algn="l">
              <a:spcAft>
                <a:spcPts val="0"/>
              </a:spcAft>
            </a:pPr>
            <a:r>
              <a:rPr sz="1350" b="1" i="0" spc="120">
                <a:solidFill>
                  <a:srgbClr val="6B4CE6"/>
                </a:solidFill>
                <a:latin typeface="Calibri"/>
              </a:rPr>
              <a:t>PROPÓSITO</a:t>
            </a:r>
          </a:p>
        </p:txBody>
      </p:sp>
      <p:sp>
        <p:nvSpPr>
          <p:cNvPr id="10" name="TextBox 9"/>
          <p:cNvSpPr txBox="1"/>
          <p:nvPr/>
        </p:nvSpPr>
        <p:spPr>
          <a:xfrm>
            <a:off x="640080" y="1737360"/>
            <a:ext cx="3657600" cy="1280160"/>
          </a:xfrm>
          <a:prstGeom prst="rect">
            <a:avLst/>
          </a:prstGeom>
          <a:noFill/>
        </p:spPr>
        <p:txBody>
          <a:bodyPr wrap="square" lIns="0" rIns="0" tIns="0" bIns="0" anchor="t">
            <a:spAutoFit/>
          </a:bodyPr>
          <a:lstStyle/>
          <a:p>
            <a:pPr algn="l">
              <a:spcAft>
                <a:spcPts val="0"/>
              </a:spcAft>
            </a:pPr>
            <a:r>
              <a:rPr sz="1800" b="1" i="0">
                <a:solidFill>
                  <a:srgbClr val="2B2B2B"/>
                </a:solidFill>
                <a:latin typeface="Calibri"/>
              </a:rPr>
              <a:t>Integrar una DAG con contratos de calidad, responsables y criterios de recuperación.</a:t>
            </a:r>
          </a:p>
        </p:txBody>
      </p:sp>
      <p:sp>
        <p:nvSpPr>
          <p:cNvPr id="11" name="Rounded Rectangle 10"/>
          <p:cNvSpPr/>
          <p:nvPr/>
        </p:nvSpPr>
        <p:spPr>
          <a:xfrm>
            <a:off x="4663440" y="1325880"/>
            <a:ext cx="4023360" cy="1737360"/>
          </a:xfrm>
          <a:prstGeom prst="roundRect">
            <a:avLst>
              <a:gd name="adj" fmla="val 4736"/>
            </a:avLst>
          </a:prstGeom>
          <a:solidFill>
            <a:srgbClr val="E4F6EF"/>
          </a:solidFill>
          <a:ln w="15875">
            <a:solidFill>
              <a:srgbClr val="0B8F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36592" y="1325880"/>
            <a:ext cx="3877056" cy="1737360"/>
          </a:xfrm>
          <a:prstGeom prst="rect">
            <a:avLst/>
          </a:prstGeom>
          <a:noFill/>
        </p:spPr>
        <p:txBody>
          <a:bodyPr wrap="square" lIns="0" rIns="0" tIns="0" bIns="0" anchor="ctr">
            <a:spAutoFit/>
          </a:bodyPr>
          <a:lstStyle/>
          <a:p>
            <a:pPr algn="ctr">
              <a:spcAft>
                <a:spcPts val="0"/>
              </a:spcAft>
            </a:pPr>
            <a:r>
              <a:rPr sz="1500" b="0" i="0">
                <a:solidFill>
                  <a:srgbClr val="2B2B2B"/>
                </a:solidFill>
                <a:latin typeface="Calibri"/>
              </a:rPr>
              <a:t/>
            </a:r>
          </a:p>
        </p:txBody>
      </p:sp>
      <p:sp>
        <p:nvSpPr>
          <p:cNvPr id="13" name="TextBox 12"/>
          <p:cNvSpPr txBox="1"/>
          <p:nvPr/>
        </p:nvSpPr>
        <p:spPr>
          <a:xfrm>
            <a:off x="4846320" y="1417320"/>
            <a:ext cx="3657600" cy="201168"/>
          </a:xfrm>
          <a:prstGeom prst="rect">
            <a:avLst/>
          </a:prstGeom>
          <a:noFill/>
        </p:spPr>
        <p:txBody>
          <a:bodyPr wrap="square" lIns="0" rIns="0" tIns="0" bIns="0" anchor="t">
            <a:spAutoFit/>
          </a:bodyPr>
          <a:lstStyle/>
          <a:p>
            <a:pPr algn="l">
              <a:spcAft>
                <a:spcPts val="0"/>
              </a:spcAft>
            </a:pPr>
            <a:r>
              <a:rPr sz="1350" b="1" i="0" spc="120">
                <a:solidFill>
                  <a:srgbClr val="0B8F6A"/>
                </a:solidFill>
                <a:latin typeface="Calibri"/>
              </a:rPr>
              <a:t>RESULTADO OBSERVABLE</a:t>
            </a:r>
          </a:p>
        </p:txBody>
      </p:sp>
      <p:sp>
        <p:nvSpPr>
          <p:cNvPr id="14" name="TextBox 13"/>
          <p:cNvSpPr txBox="1"/>
          <p:nvPr/>
        </p:nvSpPr>
        <p:spPr>
          <a:xfrm>
            <a:off x="4846320" y="1737360"/>
            <a:ext cx="3657600" cy="1280160"/>
          </a:xfrm>
          <a:prstGeom prst="rect">
            <a:avLst/>
          </a:prstGeom>
          <a:noFill/>
        </p:spPr>
        <p:txBody>
          <a:bodyPr wrap="square" lIns="0" rIns="0" tIns="0" bIns="0" anchor="t">
            <a:spAutoFit/>
          </a:bodyPr>
          <a:lstStyle/>
          <a:p>
            <a:pPr algn="l">
              <a:spcAft>
                <a:spcPts val="0"/>
              </a:spcAft>
            </a:pPr>
            <a:r>
              <a:rPr sz="1725" b="0" i="0">
                <a:solidFill>
                  <a:srgbClr val="2B2B2B"/>
                </a:solidFill>
                <a:latin typeface="Calibri"/>
              </a:rPr>
              <a:t>Una DAG comentada, una matriz RACI breve y controles bloqueantes y no bloqueantes.</a:t>
            </a:r>
          </a:p>
        </p:txBody>
      </p:sp>
      <p:sp>
        <p:nvSpPr>
          <p:cNvPr id="15" name="Rounded Rectangle 14"/>
          <p:cNvSpPr/>
          <p:nvPr/>
        </p:nvSpPr>
        <p:spPr>
          <a:xfrm>
            <a:off x="457200" y="3337560"/>
            <a:ext cx="8229600" cy="731520"/>
          </a:xfrm>
          <a:prstGeom prst="roundRect">
            <a:avLst>
              <a:gd name="adj" fmla="val 11249"/>
            </a:avLst>
          </a:prstGeom>
          <a:solidFill>
            <a:srgbClr val="E9E2FF"/>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3337560"/>
            <a:ext cx="8083296" cy="731520"/>
          </a:xfrm>
          <a:prstGeom prst="rect">
            <a:avLst/>
          </a:prstGeom>
          <a:noFill/>
        </p:spPr>
        <p:txBody>
          <a:bodyPr wrap="square" lIns="0" rIns="0" tIns="0" bIns="0" anchor="ctr">
            <a:spAutoFit/>
          </a:bodyPr>
          <a:lstStyle/>
          <a:p>
            <a:pPr algn="ctr">
              <a:spcAft>
                <a:spcPts val="0"/>
              </a:spcAft>
            </a:pPr>
            <a:r>
              <a:rPr sz="1800" b="1" i="0">
                <a:solidFill>
                  <a:srgbClr val="2B2B2B"/>
                </a:solidFill>
                <a:latin typeface="Calibri"/>
              </a:rPr>
              <a:t>Siete equipos, siete desafíos: cada uno integra todos los temas de hoy.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D14"/>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PARA EMPEZAR</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FFFFFF"/>
                </a:solidFill>
                <a:latin typeface="Calibri"/>
              </a:rPr>
              <a:t>Qué decisión sería </a:t>
            </a:r>
            <a:r>
              <a:rPr sz="3200" b="1" i="0">
                <a:solidFill>
                  <a:srgbClr val="A48AFB"/>
                </a:solidFill>
                <a:latin typeface="Calibri"/>
              </a:rPr>
              <a:t>más costosa</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8888A8"/>
                </a:solidFill>
                <a:latin typeface="Calibri"/>
              </a:rPr>
              <a:t>5</a:t>
            </a:r>
          </a:p>
        </p:txBody>
      </p:sp>
      <p:sp>
        <p:nvSpPr>
          <p:cNvPr id="7" name="Rounded Rectangle 6"/>
          <p:cNvSpPr/>
          <p:nvPr/>
        </p:nvSpPr>
        <p:spPr>
          <a:xfrm>
            <a:off x="457200" y="1280160"/>
            <a:ext cx="8229600" cy="1188720"/>
          </a:xfrm>
          <a:prstGeom prst="roundRect">
            <a:avLst>
              <a:gd name="adj" fmla="val 6923"/>
            </a:avLst>
          </a:prstGeom>
          <a:solidFill>
            <a:srgbClr val="1E1650"/>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280160"/>
            <a:ext cx="8083296" cy="1188720"/>
          </a:xfrm>
          <a:prstGeom prst="rect">
            <a:avLst/>
          </a:prstGeom>
          <a:noFill/>
        </p:spPr>
        <p:txBody>
          <a:bodyPr wrap="square" lIns="0" rIns="0" tIns="0" bIns="0" anchor="ctr">
            <a:spAutoFit/>
          </a:bodyPr>
          <a:lstStyle/>
          <a:p>
            <a:pPr algn="ctr">
              <a:spcAft>
                <a:spcPts val="0"/>
              </a:spcAft>
            </a:pPr>
            <a:r>
              <a:rPr sz="2250" b="1" i="0">
                <a:solidFill>
                  <a:srgbClr val="F0F0F8"/>
                </a:solidFill>
                <a:latin typeface="Calibri"/>
              </a:rPr>
              <a:t>¿Qué decisión de tu propuesta sería más costosa de revertir dentro de un año?</a:t>
            </a:r>
          </a:p>
        </p:txBody>
      </p:sp>
      <p:sp>
        <p:nvSpPr>
          <p:cNvPr id="9" name="Rounded Rectangle 8"/>
          <p:cNvSpPr/>
          <p:nvPr/>
        </p:nvSpPr>
        <p:spPr>
          <a:xfrm>
            <a:off x="457200" y="2743200"/>
            <a:ext cx="1554480" cy="822960"/>
          </a:xfrm>
          <a:prstGeom prst="roundRect">
            <a:avLst>
              <a:gd name="adj" fmla="val 10000"/>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2743200"/>
            <a:ext cx="1408176" cy="822960"/>
          </a:xfrm>
          <a:prstGeom prst="rect">
            <a:avLst/>
          </a:prstGeom>
          <a:noFill/>
        </p:spPr>
        <p:txBody>
          <a:bodyPr wrap="square" lIns="0" rIns="0" tIns="0" bIns="0" anchor="ctr">
            <a:spAutoFit/>
          </a:bodyPr>
          <a:lstStyle/>
          <a:p>
            <a:pPr algn="ctr">
              <a:spcAft>
                <a:spcPts val="0"/>
              </a:spcAft>
            </a:pPr>
            <a:r>
              <a:rPr sz="1500" b="1" i="0">
                <a:solidFill>
                  <a:srgbClr val="F0F0F8"/>
                </a:solidFill>
                <a:latin typeface="Calibri"/>
              </a:rPr>
              <a:t>Costo</a:t>
            </a:r>
          </a:p>
        </p:txBody>
      </p:sp>
      <p:sp>
        <p:nvSpPr>
          <p:cNvPr id="11" name="Rounded Rectangle 10"/>
          <p:cNvSpPr/>
          <p:nvPr/>
        </p:nvSpPr>
        <p:spPr>
          <a:xfrm>
            <a:off x="2121408" y="2743200"/>
            <a:ext cx="1554480" cy="822960"/>
          </a:xfrm>
          <a:prstGeom prst="roundRect">
            <a:avLst>
              <a:gd name="adj" fmla="val 10000"/>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94560" y="2743200"/>
            <a:ext cx="1408176" cy="822960"/>
          </a:xfrm>
          <a:prstGeom prst="rect">
            <a:avLst/>
          </a:prstGeom>
          <a:noFill/>
        </p:spPr>
        <p:txBody>
          <a:bodyPr wrap="square" lIns="0" rIns="0" tIns="0" bIns="0" anchor="ctr">
            <a:spAutoFit/>
          </a:bodyPr>
          <a:lstStyle/>
          <a:p>
            <a:pPr algn="ctr">
              <a:spcAft>
                <a:spcPts val="0"/>
              </a:spcAft>
            </a:pPr>
            <a:r>
              <a:rPr sz="1500" b="1" i="0">
                <a:solidFill>
                  <a:srgbClr val="F0F0F8"/>
                </a:solidFill>
                <a:latin typeface="Calibri"/>
              </a:rPr>
              <a:t>Seguridad</a:t>
            </a:r>
          </a:p>
        </p:txBody>
      </p:sp>
      <p:sp>
        <p:nvSpPr>
          <p:cNvPr id="13" name="Rounded Rectangle 12"/>
          <p:cNvSpPr/>
          <p:nvPr/>
        </p:nvSpPr>
        <p:spPr>
          <a:xfrm>
            <a:off x="3785616" y="2743200"/>
            <a:ext cx="1554480" cy="822960"/>
          </a:xfrm>
          <a:prstGeom prst="roundRect">
            <a:avLst>
              <a:gd name="adj" fmla="val 10000"/>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58768" y="2743200"/>
            <a:ext cx="1408176" cy="822960"/>
          </a:xfrm>
          <a:prstGeom prst="rect">
            <a:avLst/>
          </a:prstGeom>
          <a:noFill/>
        </p:spPr>
        <p:txBody>
          <a:bodyPr wrap="square" lIns="0" rIns="0" tIns="0" bIns="0" anchor="ctr">
            <a:spAutoFit/>
          </a:bodyPr>
          <a:lstStyle/>
          <a:p>
            <a:pPr algn="ctr">
              <a:spcAft>
                <a:spcPts val="0"/>
              </a:spcAft>
            </a:pPr>
            <a:r>
              <a:rPr sz="1500" b="1" i="0">
                <a:solidFill>
                  <a:srgbClr val="F0F0F8"/>
                </a:solidFill>
                <a:latin typeface="Calibri"/>
              </a:rPr>
              <a:t>Calidad</a:t>
            </a:r>
          </a:p>
        </p:txBody>
      </p:sp>
      <p:sp>
        <p:nvSpPr>
          <p:cNvPr id="15" name="Rounded Rectangle 14"/>
          <p:cNvSpPr/>
          <p:nvPr/>
        </p:nvSpPr>
        <p:spPr>
          <a:xfrm>
            <a:off x="5449824" y="2743200"/>
            <a:ext cx="1554480" cy="822960"/>
          </a:xfrm>
          <a:prstGeom prst="roundRect">
            <a:avLst>
              <a:gd name="adj" fmla="val 10000"/>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22976" y="2743200"/>
            <a:ext cx="1408176" cy="822960"/>
          </a:xfrm>
          <a:prstGeom prst="rect">
            <a:avLst/>
          </a:prstGeom>
          <a:noFill/>
        </p:spPr>
        <p:txBody>
          <a:bodyPr wrap="square" lIns="0" rIns="0" tIns="0" bIns="0" anchor="ctr">
            <a:spAutoFit/>
          </a:bodyPr>
          <a:lstStyle/>
          <a:p>
            <a:pPr algn="ctr">
              <a:spcAft>
                <a:spcPts val="0"/>
              </a:spcAft>
            </a:pPr>
            <a:r>
              <a:rPr sz="1500" b="1" i="0">
                <a:solidFill>
                  <a:srgbClr val="F0F0F8"/>
                </a:solidFill>
                <a:latin typeface="Calibri"/>
              </a:rPr>
              <a:t>Operación</a:t>
            </a:r>
          </a:p>
        </p:txBody>
      </p:sp>
      <p:sp>
        <p:nvSpPr>
          <p:cNvPr id="17" name="Rounded Rectangle 16"/>
          <p:cNvSpPr/>
          <p:nvPr/>
        </p:nvSpPr>
        <p:spPr>
          <a:xfrm>
            <a:off x="7114032" y="2743200"/>
            <a:ext cx="1554480" cy="822960"/>
          </a:xfrm>
          <a:prstGeom prst="roundRect">
            <a:avLst>
              <a:gd name="adj" fmla="val 10000"/>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87184" y="2743200"/>
            <a:ext cx="1408176" cy="822960"/>
          </a:xfrm>
          <a:prstGeom prst="rect">
            <a:avLst/>
          </a:prstGeom>
          <a:noFill/>
        </p:spPr>
        <p:txBody>
          <a:bodyPr wrap="square" lIns="0" rIns="0" tIns="0" bIns="0" anchor="ctr">
            <a:spAutoFit/>
          </a:bodyPr>
          <a:lstStyle/>
          <a:p>
            <a:pPr algn="ctr">
              <a:spcAft>
                <a:spcPts val="0"/>
              </a:spcAft>
            </a:pPr>
            <a:r>
              <a:rPr sz="1500" b="1" i="0">
                <a:solidFill>
                  <a:srgbClr val="F0F0F8"/>
                </a:solidFill>
                <a:latin typeface="Calibri"/>
              </a:rPr>
              <a:t>Dependencia tecnológica</a:t>
            </a:r>
          </a:p>
        </p:txBody>
      </p:sp>
      <p:sp>
        <p:nvSpPr>
          <p:cNvPr id="19" name="Rounded Rectangle 18"/>
          <p:cNvSpPr/>
          <p:nvPr/>
        </p:nvSpPr>
        <p:spPr>
          <a:xfrm>
            <a:off x="457200" y="3840480"/>
            <a:ext cx="8229600" cy="640080"/>
          </a:xfrm>
          <a:prstGeom prst="roundRect">
            <a:avLst>
              <a:gd name="adj" fmla="val 12857"/>
            </a:avLst>
          </a:prstGeom>
          <a:solidFill>
            <a:srgbClr val="1E1650"/>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3840480"/>
            <a:ext cx="8083296" cy="640080"/>
          </a:xfrm>
          <a:prstGeom prst="rect">
            <a:avLst/>
          </a:prstGeom>
          <a:noFill/>
        </p:spPr>
        <p:txBody>
          <a:bodyPr wrap="square" lIns="0" rIns="0" tIns="0" bIns="0" anchor="ctr">
            <a:spAutoFit/>
          </a:bodyPr>
          <a:lstStyle/>
          <a:p>
            <a:pPr algn="ctr">
              <a:spcAft>
                <a:spcPts val="0"/>
              </a:spcAft>
            </a:pPr>
            <a:r>
              <a:rPr sz="1650" b="1" i="0">
                <a:solidFill>
                  <a:srgbClr val="F0F0F8"/>
                </a:solidFill>
                <a:latin typeface="Calibri"/>
              </a:rPr>
              <a:t>No buscamos la arquitectura perfecta: buscamos una decisión defendible.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2F0"/>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EL CASO</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2B2B2B"/>
                </a:solidFill>
                <a:latin typeface="Calibri"/>
              </a:rPr>
              <a:t>NexoServicios, </a:t>
            </a:r>
            <a:r>
              <a:rPr sz="3200" b="1" i="0">
                <a:solidFill>
                  <a:srgbClr val="6B4CE6"/>
                </a:solidFill>
                <a:latin typeface="Calibri"/>
              </a:rPr>
              <a:t>versión incompleta</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6B6B85"/>
                </a:solidFill>
                <a:latin typeface="Calibri"/>
              </a:rPr>
              <a:t>6</a:t>
            </a:r>
          </a:p>
        </p:txBody>
      </p:sp>
      <p:sp>
        <p:nvSpPr>
          <p:cNvPr id="7" name="Rounded Rectangle 6"/>
          <p:cNvSpPr/>
          <p:nvPr/>
        </p:nvSpPr>
        <p:spPr>
          <a:xfrm>
            <a:off x="457200" y="1280160"/>
            <a:ext cx="2011680" cy="530352"/>
          </a:xfrm>
          <a:prstGeom prst="roundRect">
            <a:avLst>
              <a:gd name="adj" fmla="val 15517"/>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280160"/>
            <a:ext cx="1865376" cy="530352"/>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Operaciones</a:t>
            </a:r>
          </a:p>
        </p:txBody>
      </p:sp>
      <p:cxnSp>
        <p:nvCxnSpPr>
          <p:cNvPr id="9" name="Connector 8"/>
          <p:cNvCxnSpPr/>
          <p:nvPr/>
        </p:nvCxnSpPr>
        <p:spPr>
          <a:xfrm>
            <a:off x="2468880" y="1545336"/>
            <a:ext cx="731520" cy="740664"/>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57200" y="1920239"/>
            <a:ext cx="2011680" cy="530352"/>
          </a:xfrm>
          <a:prstGeom prst="roundRect">
            <a:avLst>
              <a:gd name="adj" fmla="val 15517"/>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1920239"/>
            <a:ext cx="1865376" cy="530352"/>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CRM</a:t>
            </a:r>
          </a:p>
        </p:txBody>
      </p:sp>
      <p:cxnSp>
        <p:nvCxnSpPr>
          <p:cNvPr id="12" name="Connector 11"/>
          <p:cNvCxnSpPr/>
          <p:nvPr/>
        </p:nvCxnSpPr>
        <p:spPr>
          <a:xfrm>
            <a:off x="2468880" y="2185415"/>
            <a:ext cx="731520" cy="100585"/>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57200" y="2560320"/>
            <a:ext cx="2011680" cy="530352"/>
          </a:xfrm>
          <a:prstGeom prst="roundRect">
            <a:avLst>
              <a:gd name="adj" fmla="val 15517"/>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 y="2560320"/>
            <a:ext cx="1865376" cy="530352"/>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Archivos externos</a:t>
            </a:r>
          </a:p>
        </p:txBody>
      </p:sp>
      <p:cxnSp>
        <p:nvCxnSpPr>
          <p:cNvPr id="15" name="Connector 14"/>
          <p:cNvCxnSpPr/>
          <p:nvPr/>
        </p:nvCxnSpPr>
        <p:spPr>
          <a:xfrm flipV="1">
            <a:off x="2468880" y="2286000"/>
            <a:ext cx="731520" cy="539496"/>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57200" y="3200399"/>
            <a:ext cx="2011680" cy="530352"/>
          </a:xfrm>
          <a:prstGeom prst="roundRect">
            <a:avLst>
              <a:gd name="adj" fmla="val 15517"/>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 y="3200399"/>
            <a:ext cx="1865376" cy="530352"/>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API</a:t>
            </a:r>
          </a:p>
        </p:txBody>
      </p:sp>
      <p:cxnSp>
        <p:nvCxnSpPr>
          <p:cNvPr id="18" name="Connector 17"/>
          <p:cNvCxnSpPr/>
          <p:nvPr/>
        </p:nvCxnSpPr>
        <p:spPr>
          <a:xfrm flipV="1">
            <a:off x="2468880" y="2286000"/>
            <a:ext cx="731520" cy="1179575"/>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200400" y="1737360"/>
            <a:ext cx="2377440" cy="1188720"/>
          </a:xfrm>
          <a:prstGeom prst="roundRect">
            <a:avLst>
              <a:gd name="adj" fmla="val 6923"/>
            </a:avLst>
          </a:prstGeom>
          <a:solidFill>
            <a:srgbClr val="E9E2FF"/>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73552" y="1737360"/>
            <a:ext cx="2231136" cy="1188720"/>
          </a:xfrm>
          <a:prstGeom prst="rect">
            <a:avLst/>
          </a:prstGeom>
          <a:noFill/>
        </p:spPr>
        <p:txBody>
          <a:bodyPr wrap="square" lIns="0" rIns="0" tIns="0" bIns="0" anchor="ctr">
            <a:spAutoFit/>
          </a:bodyPr>
          <a:lstStyle/>
          <a:p>
            <a:pPr algn="ctr">
              <a:spcAft>
                <a:spcPts val="0"/>
              </a:spcAft>
            </a:pPr>
            <a:r>
              <a:rPr sz="1650" b="1" i="0">
                <a:solidFill>
                  <a:srgbClr val="2B2B2B"/>
                </a:solidFill>
                <a:latin typeface="Calibri"/>
              </a:rPr>
              <a:t>¿Qué pipeline?</a:t>
            </a:r>
          </a:p>
          <a:p>
            <a:pPr algn="ctr">
              <a:spcAft>
                <a:spcPts val="0"/>
              </a:spcAft>
            </a:pPr>
            <a:r>
              <a:rPr sz="1650" b="1" i="0">
                <a:solidFill>
                  <a:srgbClr val="2B2B2B"/>
                </a:solidFill>
                <a:latin typeface="Calibri"/>
              </a:rPr>
              <a:t>(falta diseñarlo)</a:t>
            </a:r>
          </a:p>
        </p:txBody>
      </p:sp>
      <p:cxnSp>
        <p:nvCxnSpPr>
          <p:cNvPr id="21" name="Connector 20"/>
          <p:cNvCxnSpPr/>
          <p:nvPr/>
        </p:nvCxnSpPr>
        <p:spPr>
          <a:xfrm flipV="1">
            <a:off x="5577840" y="1691640"/>
            <a:ext cx="731520" cy="50292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577840" y="2468880"/>
            <a:ext cx="731520" cy="45720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309360" y="1280160"/>
            <a:ext cx="2377440" cy="822960"/>
          </a:xfrm>
          <a:prstGeom prst="roundRect">
            <a:avLst>
              <a:gd name="adj" fmla="val 10000"/>
            </a:avLst>
          </a:prstGeom>
          <a:solidFill>
            <a:srgbClr val="E4F6EF"/>
          </a:solidFill>
          <a:ln w="15875">
            <a:solidFill>
              <a:srgbClr val="0B8F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82512" y="1280160"/>
            <a:ext cx="2231136" cy="822960"/>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Dirección</a:t>
            </a:r>
          </a:p>
          <a:p>
            <a:pPr algn="ctr">
              <a:spcAft>
                <a:spcPts val="0"/>
              </a:spcAft>
            </a:pPr>
            <a:r>
              <a:rPr sz="1350" b="1" i="0">
                <a:solidFill>
                  <a:srgbClr val="2B2B2B"/>
                </a:solidFill>
                <a:latin typeface="Calibri"/>
              </a:rPr>
              <a:t>indicadores diarios</a:t>
            </a:r>
          </a:p>
        </p:txBody>
      </p:sp>
      <p:sp>
        <p:nvSpPr>
          <p:cNvPr id="25" name="Rounded Rectangle 24"/>
          <p:cNvSpPr/>
          <p:nvPr/>
        </p:nvSpPr>
        <p:spPr>
          <a:xfrm>
            <a:off x="6309360" y="2560320"/>
            <a:ext cx="2377440" cy="822960"/>
          </a:xfrm>
          <a:prstGeom prst="roundRect">
            <a:avLst>
              <a:gd name="adj" fmla="val 10000"/>
            </a:avLst>
          </a:prstGeom>
          <a:solidFill>
            <a:srgbClr val="E4F6EF"/>
          </a:solidFill>
          <a:ln w="15875">
            <a:solidFill>
              <a:srgbClr val="0B8F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82512" y="2560320"/>
            <a:ext cx="2231136" cy="822960"/>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Operaciones</a:t>
            </a:r>
          </a:p>
          <a:p>
            <a:pPr algn="ctr">
              <a:spcAft>
                <a:spcPts val="0"/>
              </a:spcAft>
            </a:pPr>
            <a:r>
              <a:rPr sz="1350" b="1" i="0">
                <a:solidFill>
                  <a:srgbClr val="2B2B2B"/>
                </a:solidFill>
                <a:latin typeface="Calibri"/>
              </a:rPr>
              <a:t>alertas durante el día</a:t>
            </a:r>
          </a:p>
        </p:txBody>
      </p:sp>
      <p:sp>
        <p:nvSpPr>
          <p:cNvPr id="27" name="Rounded Rectangle 26"/>
          <p:cNvSpPr/>
          <p:nvPr/>
        </p:nvSpPr>
        <p:spPr>
          <a:xfrm>
            <a:off x="457200" y="3931920"/>
            <a:ext cx="4023360" cy="548640"/>
          </a:xfrm>
          <a:prstGeom prst="roundRect">
            <a:avLst>
              <a:gd name="adj" fmla="val 15000"/>
            </a:avLst>
          </a:prstGeom>
          <a:solidFill>
            <a:srgbClr val="FDF0DD"/>
          </a:solidFill>
          <a:ln w="15875">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 y="3931920"/>
            <a:ext cx="3877056" cy="548640"/>
          </a:xfrm>
          <a:prstGeom prst="rect">
            <a:avLst/>
          </a:prstGeom>
          <a:noFill/>
        </p:spPr>
        <p:txBody>
          <a:bodyPr wrap="square" lIns="0" rIns="0" tIns="0" bIns="0" anchor="ctr">
            <a:spAutoFit/>
          </a:bodyPr>
          <a:lstStyle/>
          <a:p>
            <a:pPr algn="ctr">
              <a:spcAft>
                <a:spcPts val="0"/>
              </a:spcAft>
            </a:pPr>
            <a:r>
              <a:rPr sz="1500" b="1" i="0">
                <a:solidFill>
                  <a:srgbClr val="2B2B2B"/>
                </a:solidFill>
                <a:latin typeface="Calibri"/>
              </a:rPr>
              <a:t>Hay información sensible</a:t>
            </a:r>
          </a:p>
        </p:txBody>
      </p:sp>
      <p:sp>
        <p:nvSpPr>
          <p:cNvPr id="29" name="Rounded Rectangle 28"/>
          <p:cNvSpPr/>
          <p:nvPr/>
        </p:nvSpPr>
        <p:spPr>
          <a:xfrm>
            <a:off x="4663440" y="3931920"/>
            <a:ext cx="4023360" cy="548640"/>
          </a:xfrm>
          <a:prstGeom prst="roundRect">
            <a:avLst>
              <a:gd name="adj" fmla="val 15000"/>
            </a:avLst>
          </a:prstGeom>
          <a:solidFill>
            <a:srgbClr val="FDF0DD"/>
          </a:solidFill>
          <a:ln w="15875">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36592" y="3931920"/>
            <a:ext cx="3877056" cy="548640"/>
          </a:xfrm>
          <a:prstGeom prst="rect">
            <a:avLst/>
          </a:prstGeom>
          <a:noFill/>
        </p:spPr>
        <p:txBody>
          <a:bodyPr wrap="square" lIns="0" rIns="0" tIns="0" bIns="0" anchor="ctr">
            <a:spAutoFit/>
          </a:bodyPr>
          <a:lstStyle/>
          <a:p>
            <a:pPr algn="ctr">
              <a:spcAft>
                <a:spcPts val="0"/>
              </a:spcAft>
            </a:pPr>
            <a:r>
              <a:rPr sz="1500" b="1" i="0">
                <a:solidFill>
                  <a:srgbClr val="2B2B2B"/>
                </a:solidFill>
                <a:latin typeface="Calibri"/>
              </a:rPr>
              <a:t>El equipo es pequeño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D14"/>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DIAGNÓSTICO</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FFFFFF"/>
                </a:solidFill>
                <a:latin typeface="Calibri"/>
              </a:rPr>
              <a:t>Hasta siete preguntas </a:t>
            </a:r>
            <a:r>
              <a:rPr sz="3200" b="1" i="0">
                <a:solidFill>
                  <a:srgbClr val="A48AFB"/>
                </a:solidFill>
                <a:latin typeface="Calibri"/>
              </a:rPr>
              <a:t>antes de implementar</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8888A8"/>
                </a:solidFill>
                <a:latin typeface="Calibri"/>
              </a:rPr>
              <a:t>7</a:t>
            </a:r>
          </a:p>
        </p:txBody>
      </p:sp>
      <p:sp>
        <p:nvSpPr>
          <p:cNvPr id="7" name="Rounded Rectangle 6"/>
          <p:cNvSpPr/>
          <p:nvPr/>
        </p:nvSpPr>
        <p:spPr>
          <a:xfrm>
            <a:off x="457200" y="1234440"/>
            <a:ext cx="2651760" cy="1325880"/>
          </a:xfrm>
          <a:prstGeom prst="roundRect">
            <a:avLst>
              <a:gd name="adj" fmla="val 620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48640" y="1325880"/>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25880"/>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1</a:t>
            </a:r>
          </a:p>
        </p:txBody>
      </p:sp>
      <p:sp>
        <p:nvSpPr>
          <p:cNvPr id="10" name="TextBox 9"/>
          <p:cNvSpPr txBox="1"/>
          <p:nvPr/>
        </p:nvSpPr>
        <p:spPr>
          <a:xfrm>
            <a:off x="914400" y="1298448"/>
            <a:ext cx="2121408" cy="411480"/>
          </a:xfrm>
          <a:prstGeom prst="rect">
            <a:avLst/>
          </a:prstGeom>
          <a:noFill/>
        </p:spPr>
        <p:txBody>
          <a:bodyPr wrap="square" lIns="0" rIns="0" tIns="0" bIns="0" anchor="ctr">
            <a:spAutoFit/>
          </a:bodyPr>
          <a:lstStyle/>
          <a:p>
            <a:pPr algn="l">
              <a:spcAft>
                <a:spcPts val="0"/>
              </a:spcAft>
            </a:pPr>
            <a:r>
              <a:rPr sz="1425" b="1" i="0">
                <a:solidFill>
                  <a:srgbClr val="A48AFB"/>
                </a:solidFill>
                <a:latin typeface="Calibri"/>
              </a:rPr>
              <a:t>Volumen o latencia</a:t>
            </a:r>
          </a:p>
        </p:txBody>
      </p:sp>
      <p:sp>
        <p:nvSpPr>
          <p:cNvPr id="11" name="TextBox 10"/>
          <p:cNvSpPr txBox="1"/>
          <p:nvPr/>
        </p:nvSpPr>
        <p:spPr>
          <a:xfrm>
            <a:off x="566928" y="1764792"/>
            <a:ext cx="2432304" cy="758952"/>
          </a:xfrm>
          <a:prstGeom prst="rect">
            <a:avLst/>
          </a:prstGeom>
          <a:noFill/>
        </p:spPr>
        <p:txBody>
          <a:bodyPr wrap="square" lIns="0" rIns="0" tIns="0" bIns="0" anchor="t">
            <a:spAutoFit/>
          </a:bodyPr>
          <a:lstStyle/>
          <a:p>
            <a:pPr algn="l">
              <a:spcAft>
                <a:spcPts val="0"/>
              </a:spcAft>
            </a:pPr>
            <a:r>
              <a:rPr sz="1350" b="0" i="0">
                <a:solidFill>
                  <a:srgbClr val="F0F0F8"/>
                </a:solidFill>
                <a:latin typeface="Calibri"/>
              </a:rPr>
              <a:t>¿Cada cuánto se consulta y en qué ventana hay que tenerlo?</a:t>
            </a:r>
          </a:p>
        </p:txBody>
      </p:sp>
      <p:sp>
        <p:nvSpPr>
          <p:cNvPr id="12" name="Rounded Rectangle 11"/>
          <p:cNvSpPr/>
          <p:nvPr/>
        </p:nvSpPr>
        <p:spPr>
          <a:xfrm>
            <a:off x="3246120" y="1234440"/>
            <a:ext cx="2651760" cy="1325880"/>
          </a:xfrm>
          <a:prstGeom prst="roundRect">
            <a:avLst>
              <a:gd name="adj" fmla="val 620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337560" y="1325880"/>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1325880"/>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2</a:t>
            </a:r>
          </a:p>
        </p:txBody>
      </p:sp>
      <p:sp>
        <p:nvSpPr>
          <p:cNvPr id="15" name="TextBox 14"/>
          <p:cNvSpPr txBox="1"/>
          <p:nvPr/>
        </p:nvSpPr>
        <p:spPr>
          <a:xfrm>
            <a:off x="3703320" y="1298448"/>
            <a:ext cx="2121408" cy="411480"/>
          </a:xfrm>
          <a:prstGeom prst="rect">
            <a:avLst/>
          </a:prstGeom>
          <a:noFill/>
        </p:spPr>
        <p:txBody>
          <a:bodyPr wrap="square" lIns="0" rIns="0" tIns="0" bIns="0" anchor="ctr">
            <a:spAutoFit/>
          </a:bodyPr>
          <a:lstStyle/>
          <a:p>
            <a:pPr algn="l">
              <a:spcAft>
                <a:spcPts val="0"/>
              </a:spcAft>
            </a:pPr>
            <a:r>
              <a:rPr sz="1425" b="1" i="0">
                <a:solidFill>
                  <a:srgbClr val="A48AFB"/>
                </a:solidFill>
                <a:latin typeface="Calibri"/>
              </a:rPr>
              <a:t>Seguridad</a:t>
            </a:r>
          </a:p>
        </p:txBody>
      </p:sp>
      <p:sp>
        <p:nvSpPr>
          <p:cNvPr id="16" name="TextBox 15"/>
          <p:cNvSpPr txBox="1"/>
          <p:nvPr/>
        </p:nvSpPr>
        <p:spPr>
          <a:xfrm>
            <a:off x="3355848" y="1764792"/>
            <a:ext cx="2432304" cy="758952"/>
          </a:xfrm>
          <a:prstGeom prst="rect">
            <a:avLst/>
          </a:prstGeom>
          <a:noFill/>
        </p:spPr>
        <p:txBody>
          <a:bodyPr wrap="square" lIns="0" rIns="0" tIns="0" bIns="0" anchor="t">
            <a:spAutoFit/>
          </a:bodyPr>
          <a:lstStyle/>
          <a:p>
            <a:pPr algn="l">
              <a:spcAft>
                <a:spcPts val="0"/>
              </a:spcAft>
            </a:pPr>
            <a:r>
              <a:rPr sz="1350" b="0" i="0">
                <a:solidFill>
                  <a:srgbClr val="F0F0F8"/>
                </a:solidFill>
                <a:latin typeface="Calibri"/>
              </a:rPr>
              <a:t>¿Qué datos son sensibles y quién puede verlos?</a:t>
            </a:r>
          </a:p>
        </p:txBody>
      </p:sp>
      <p:sp>
        <p:nvSpPr>
          <p:cNvPr id="17" name="Rounded Rectangle 16"/>
          <p:cNvSpPr/>
          <p:nvPr/>
        </p:nvSpPr>
        <p:spPr>
          <a:xfrm>
            <a:off x="6035040" y="1234440"/>
            <a:ext cx="2651760" cy="1325880"/>
          </a:xfrm>
          <a:prstGeom prst="roundRect">
            <a:avLst>
              <a:gd name="adj" fmla="val 620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9" y="1325880"/>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79" y="1325880"/>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3</a:t>
            </a:r>
          </a:p>
        </p:txBody>
      </p:sp>
      <p:sp>
        <p:nvSpPr>
          <p:cNvPr id="20" name="TextBox 19"/>
          <p:cNvSpPr txBox="1"/>
          <p:nvPr/>
        </p:nvSpPr>
        <p:spPr>
          <a:xfrm>
            <a:off x="6492240" y="1298448"/>
            <a:ext cx="2121408" cy="411480"/>
          </a:xfrm>
          <a:prstGeom prst="rect">
            <a:avLst/>
          </a:prstGeom>
          <a:noFill/>
        </p:spPr>
        <p:txBody>
          <a:bodyPr wrap="square" lIns="0" rIns="0" tIns="0" bIns="0" anchor="ctr">
            <a:spAutoFit/>
          </a:bodyPr>
          <a:lstStyle/>
          <a:p>
            <a:pPr algn="l">
              <a:spcAft>
                <a:spcPts val="0"/>
              </a:spcAft>
            </a:pPr>
            <a:r>
              <a:rPr sz="1425" b="1" i="0">
                <a:solidFill>
                  <a:srgbClr val="A48AFB"/>
                </a:solidFill>
                <a:latin typeface="Calibri"/>
              </a:rPr>
              <a:t>Calidad</a:t>
            </a:r>
          </a:p>
        </p:txBody>
      </p:sp>
      <p:sp>
        <p:nvSpPr>
          <p:cNvPr id="21" name="TextBox 20"/>
          <p:cNvSpPr txBox="1"/>
          <p:nvPr/>
        </p:nvSpPr>
        <p:spPr>
          <a:xfrm>
            <a:off x="6144768" y="1764792"/>
            <a:ext cx="2432304" cy="758952"/>
          </a:xfrm>
          <a:prstGeom prst="rect">
            <a:avLst/>
          </a:prstGeom>
          <a:noFill/>
        </p:spPr>
        <p:txBody>
          <a:bodyPr wrap="square" lIns="0" rIns="0" tIns="0" bIns="0" anchor="t">
            <a:spAutoFit/>
          </a:bodyPr>
          <a:lstStyle/>
          <a:p>
            <a:pPr algn="l">
              <a:spcAft>
                <a:spcPts val="0"/>
              </a:spcAft>
            </a:pPr>
            <a:r>
              <a:rPr sz="1350" b="0" i="0">
                <a:solidFill>
                  <a:srgbClr val="F0F0F8"/>
                </a:solidFill>
                <a:latin typeface="Calibri"/>
              </a:rPr>
              <a:t>¿Qué es «dato correcto» y cómo se mide?</a:t>
            </a:r>
          </a:p>
        </p:txBody>
      </p:sp>
      <p:sp>
        <p:nvSpPr>
          <p:cNvPr id="22" name="Rounded Rectangle 21"/>
          <p:cNvSpPr/>
          <p:nvPr/>
        </p:nvSpPr>
        <p:spPr>
          <a:xfrm>
            <a:off x="1851660" y="2697480"/>
            <a:ext cx="2651760" cy="1325880"/>
          </a:xfrm>
          <a:prstGeom prst="roundRect">
            <a:avLst>
              <a:gd name="adj" fmla="val 620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943100" y="2788920"/>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943100" y="2788920"/>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4</a:t>
            </a:r>
          </a:p>
        </p:txBody>
      </p:sp>
      <p:sp>
        <p:nvSpPr>
          <p:cNvPr id="25" name="TextBox 24"/>
          <p:cNvSpPr txBox="1"/>
          <p:nvPr/>
        </p:nvSpPr>
        <p:spPr>
          <a:xfrm>
            <a:off x="2308860" y="2761488"/>
            <a:ext cx="2121408" cy="411480"/>
          </a:xfrm>
          <a:prstGeom prst="rect">
            <a:avLst/>
          </a:prstGeom>
          <a:noFill/>
        </p:spPr>
        <p:txBody>
          <a:bodyPr wrap="square" lIns="0" rIns="0" tIns="0" bIns="0" anchor="ctr">
            <a:spAutoFit/>
          </a:bodyPr>
          <a:lstStyle/>
          <a:p>
            <a:pPr algn="l">
              <a:spcAft>
                <a:spcPts val="0"/>
              </a:spcAft>
            </a:pPr>
            <a:r>
              <a:rPr sz="1425" b="1" i="0">
                <a:solidFill>
                  <a:srgbClr val="A48AFB"/>
                </a:solidFill>
                <a:latin typeface="Calibri"/>
              </a:rPr>
              <a:t>Recuperación</a:t>
            </a:r>
          </a:p>
        </p:txBody>
      </p:sp>
      <p:sp>
        <p:nvSpPr>
          <p:cNvPr id="26" name="TextBox 25"/>
          <p:cNvSpPr txBox="1"/>
          <p:nvPr/>
        </p:nvSpPr>
        <p:spPr>
          <a:xfrm>
            <a:off x="1961388" y="3227832"/>
            <a:ext cx="2432304" cy="758952"/>
          </a:xfrm>
          <a:prstGeom prst="rect">
            <a:avLst/>
          </a:prstGeom>
          <a:noFill/>
        </p:spPr>
        <p:txBody>
          <a:bodyPr wrap="square" lIns="0" rIns="0" tIns="0" bIns="0" anchor="t">
            <a:spAutoFit/>
          </a:bodyPr>
          <a:lstStyle/>
          <a:p>
            <a:pPr algn="l">
              <a:spcAft>
                <a:spcPts val="0"/>
              </a:spcAft>
            </a:pPr>
            <a:r>
              <a:rPr sz="1350" b="0" i="0">
                <a:solidFill>
                  <a:srgbClr val="F0F0F8"/>
                </a:solidFill>
                <a:latin typeface="Calibri"/>
              </a:rPr>
              <a:t>Si un día falla, ¿se reejecuta, desde dónde y quién decide?</a:t>
            </a:r>
          </a:p>
        </p:txBody>
      </p:sp>
      <p:sp>
        <p:nvSpPr>
          <p:cNvPr id="27" name="Rounded Rectangle 26"/>
          <p:cNvSpPr/>
          <p:nvPr/>
        </p:nvSpPr>
        <p:spPr>
          <a:xfrm>
            <a:off x="4640579" y="2697480"/>
            <a:ext cx="2651760" cy="1325880"/>
          </a:xfrm>
          <a:prstGeom prst="roundRect">
            <a:avLst>
              <a:gd name="adj" fmla="val 620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732019" y="2788920"/>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32019" y="2788920"/>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5</a:t>
            </a:r>
          </a:p>
        </p:txBody>
      </p:sp>
      <p:sp>
        <p:nvSpPr>
          <p:cNvPr id="30" name="TextBox 29"/>
          <p:cNvSpPr txBox="1"/>
          <p:nvPr/>
        </p:nvSpPr>
        <p:spPr>
          <a:xfrm>
            <a:off x="5097779" y="2761488"/>
            <a:ext cx="2121408" cy="411480"/>
          </a:xfrm>
          <a:prstGeom prst="rect">
            <a:avLst/>
          </a:prstGeom>
          <a:noFill/>
        </p:spPr>
        <p:txBody>
          <a:bodyPr wrap="square" lIns="0" rIns="0" tIns="0" bIns="0" anchor="ctr">
            <a:spAutoFit/>
          </a:bodyPr>
          <a:lstStyle/>
          <a:p>
            <a:pPr algn="l">
              <a:spcAft>
                <a:spcPts val="0"/>
              </a:spcAft>
            </a:pPr>
            <a:r>
              <a:rPr sz="1425" b="1" i="0">
                <a:solidFill>
                  <a:srgbClr val="A48AFB"/>
                </a:solidFill>
                <a:latin typeface="Calibri"/>
              </a:rPr>
              <a:t>Responsabilidad humana</a:t>
            </a:r>
          </a:p>
        </p:txBody>
      </p:sp>
      <p:sp>
        <p:nvSpPr>
          <p:cNvPr id="31" name="TextBox 30"/>
          <p:cNvSpPr txBox="1"/>
          <p:nvPr/>
        </p:nvSpPr>
        <p:spPr>
          <a:xfrm>
            <a:off x="4750307" y="3227832"/>
            <a:ext cx="2432304" cy="758952"/>
          </a:xfrm>
          <a:prstGeom prst="rect">
            <a:avLst/>
          </a:prstGeom>
          <a:noFill/>
        </p:spPr>
        <p:txBody>
          <a:bodyPr wrap="square" lIns="0" rIns="0" tIns="0" bIns="0" anchor="t">
            <a:spAutoFit/>
          </a:bodyPr>
          <a:lstStyle/>
          <a:p>
            <a:pPr algn="l">
              <a:spcAft>
                <a:spcPts val="0"/>
              </a:spcAft>
            </a:pPr>
            <a:r>
              <a:rPr sz="1350" b="0" i="0">
                <a:solidFill>
                  <a:srgbClr val="F0F0F8"/>
                </a:solidFill>
                <a:latin typeface="Calibri"/>
              </a:rPr>
              <a:t>¿Quién es dueño de cada fuente y quién responde si falla?</a:t>
            </a:r>
          </a:p>
        </p:txBody>
      </p:sp>
      <p:sp>
        <p:nvSpPr>
          <p:cNvPr id="32" name="Rounded Rectangle 31"/>
          <p:cNvSpPr/>
          <p:nvPr/>
        </p:nvSpPr>
        <p:spPr>
          <a:xfrm>
            <a:off x="457200" y="4160520"/>
            <a:ext cx="8229600" cy="502920"/>
          </a:xfrm>
          <a:prstGeom prst="roundRect">
            <a:avLst>
              <a:gd name="adj" fmla="val 16363"/>
            </a:avLst>
          </a:prstGeom>
          <a:solidFill>
            <a:srgbClr val="1E1650"/>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0352" y="4160520"/>
            <a:ext cx="8083296" cy="502920"/>
          </a:xfrm>
          <a:prstGeom prst="rect">
            <a:avLst/>
          </a:prstGeom>
          <a:noFill/>
        </p:spPr>
        <p:txBody>
          <a:bodyPr wrap="square" lIns="0" rIns="0" tIns="0" bIns="0" anchor="ctr">
            <a:spAutoFit/>
          </a:bodyPr>
          <a:lstStyle/>
          <a:p>
            <a:pPr algn="ctr">
              <a:spcAft>
                <a:spcPts val="0"/>
              </a:spcAft>
            </a:pPr>
            <a:r>
              <a:rPr sz="1650" b="1" i="0">
                <a:solidFill>
                  <a:srgbClr val="F0F0F8"/>
                </a:solidFill>
                <a:latin typeface="Calibri"/>
              </a:rPr>
              <a:t>Una lista de productos o tecnologías todavía no alcanza.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2F0"/>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1 · ORQUESTACIÓN</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2B2B2B"/>
                </a:solidFill>
                <a:latin typeface="Calibri"/>
              </a:rPr>
              <a:t>Qué es un orquestador </a:t>
            </a:r>
            <a:r>
              <a:rPr sz="3200" b="1" i="0">
                <a:solidFill>
                  <a:srgbClr val="6B4CE6"/>
                </a:solidFill>
                <a:latin typeface="Calibri"/>
              </a:rPr>
              <a:t>y una DAG</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6B6B85"/>
                </a:solidFill>
                <a:latin typeface="Calibri"/>
              </a:rPr>
              <a:t>8</a:t>
            </a:r>
          </a:p>
        </p:txBody>
      </p:sp>
      <p:sp>
        <p:nvSpPr>
          <p:cNvPr id="7" name="Rounded Rectangle 6"/>
          <p:cNvSpPr/>
          <p:nvPr/>
        </p:nvSpPr>
        <p:spPr>
          <a:xfrm>
            <a:off x="457200" y="1965960"/>
            <a:ext cx="1280160" cy="640080"/>
          </a:xfrm>
          <a:prstGeom prst="roundRect">
            <a:avLst>
              <a:gd name="adj" fmla="val 12857"/>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965960"/>
            <a:ext cx="1133856" cy="640080"/>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Leer A</a:t>
            </a:r>
          </a:p>
        </p:txBody>
      </p:sp>
      <p:sp>
        <p:nvSpPr>
          <p:cNvPr id="9" name="Rounded Rectangle 8"/>
          <p:cNvSpPr/>
          <p:nvPr/>
        </p:nvSpPr>
        <p:spPr>
          <a:xfrm>
            <a:off x="2103120" y="1325880"/>
            <a:ext cx="1280160" cy="640080"/>
          </a:xfrm>
          <a:prstGeom prst="roundRect">
            <a:avLst>
              <a:gd name="adj" fmla="val 12857"/>
            </a:avLst>
          </a:prstGeom>
          <a:solidFill>
            <a:srgbClr val="E9E2FF"/>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76272" y="1325880"/>
            <a:ext cx="1133856" cy="640080"/>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Controlar</a:t>
            </a:r>
          </a:p>
        </p:txBody>
      </p:sp>
      <p:sp>
        <p:nvSpPr>
          <p:cNvPr id="11" name="Rounded Rectangle 10"/>
          <p:cNvSpPr/>
          <p:nvPr/>
        </p:nvSpPr>
        <p:spPr>
          <a:xfrm>
            <a:off x="2103120" y="2606040"/>
            <a:ext cx="1280160" cy="640080"/>
          </a:xfrm>
          <a:prstGeom prst="roundRect">
            <a:avLst>
              <a:gd name="adj" fmla="val 12857"/>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76272" y="2606040"/>
            <a:ext cx="1133856" cy="640080"/>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Leer B</a:t>
            </a:r>
          </a:p>
        </p:txBody>
      </p:sp>
      <p:sp>
        <p:nvSpPr>
          <p:cNvPr id="13" name="Rounded Rectangle 12"/>
          <p:cNvSpPr/>
          <p:nvPr/>
        </p:nvSpPr>
        <p:spPr>
          <a:xfrm>
            <a:off x="3749039" y="1965960"/>
            <a:ext cx="1280160" cy="640080"/>
          </a:xfrm>
          <a:prstGeom prst="roundRect">
            <a:avLst>
              <a:gd name="adj" fmla="val 12857"/>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22191" y="1965960"/>
            <a:ext cx="1133856" cy="640080"/>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Cargar</a:t>
            </a:r>
          </a:p>
        </p:txBody>
      </p:sp>
      <p:cxnSp>
        <p:nvCxnSpPr>
          <p:cNvPr id="15" name="Connector 14"/>
          <p:cNvCxnSpPr/>
          <p:nvPr/>
        </p:nvCxnSpPr>
        <p:spPr>
          <a:xfrm flipV="1">
            <a:off x="1737360" y="1691640"/>
            <a:ext cx="365760" cy="50292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737360" y="2377440"/>
            <a:ext cx="365760" cy="50292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383280" y="1691640"/>
            <a:ext cx="365759" cy="50292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383280" y="2377440"/>
            <a:ext cx="365759" cy="50292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57200" y="3429000"/>
            <a:ext cx="4572000" cy="365760"/>
          </a:xfrm>
          <a:prstGeom prst="rect">
            <a:avLst/>
          </a:prstGeom>
          <a:noFill/>
        </p:spPr>
        <p:txBody>
          <a:bodyPr wrap="square" lIns="0" rIns="0" tIns="0" bIns="0" anchor="t">
            <a:spAutoFit/>
          </a:bodyPr>
          <a:lstStyle/>
          <a:p>
            <a:pPr algn="l">
              <a:spcAft>
                <a:spcPts val="0"/>
              </a:spcAft>
            </a:pPr>
            <a:r>
              <a:rPr sz="1350" b="0" i="1">
                <a:solidFill>
                  <a:srgbClr val="6B6B85"/>
                </a:solidFill>
                <a:latin typeface="Calibri"/>
              </a:rPr>
              <a:t>Tareas con dependencias, sin ciclos</a:t>
            </a:r>
          </a:p>
        </p:txBody>
      </p:sp>
      <p:sp>
        <p:nvSpPr>
          <p:cNvPr id="20" name="Rounded Rectangle 19"/>
          <p:cNvSpPr/>
          <p:nvPr/>
        </p:nvSpPr>
        <p:spPr>
          <a:xfrm>
            <a:off x="5394960" y="1280160"/>
            <a:ext cx="3291840" cy="749808"/>
          </a:xfrm>
          <a:prstGeom prst="roundRect">
            <a:avLst>
              <a:gd name="adj" fmla="val 10975"/>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68112" y="1280160"/>
            <a:ext cx="3145536" cy="749808"/>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Cuándo: Programación y horarios</a:t>
            </a:r>
          </a:p>
        </p:txBody>
      </p:sp>
      <p:sp>
        <p:nvSpPr>
          <p:cNvPr id="22" name="Rounded Rectangle 21"/>
          <p:cNvSpPr/>
          <p:nvPr/>
        </p:nvSpPr>
        <p:spPr>
          <a:xfrm>
            <a:off x="5394960" y="2148839"/>
            <a:ext cx="3291840" cy="749808"/>
          </a:xfrm>
          <a:prstGeom prst="roundRect">
            <a:avLst>
              <a:gd name="adj" fmla="val 10975"/>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68112" y="2148839"/>
            <a:ext cx="3145536" cy="749808"/>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En qué orden: Dependencias entre tareas</a:t>
            </a:r>
          </a:p>
        </p:txBody>
      </p:sp>
      <p:sp>
        <p:nvSpPr>
          <p:cNvPr id="24" name="Rounded Rectangle 23"/>
          <p:cNvSpPr/>
          <p:nvPr/>
        </p:nvSpPr>
        <p:spPr>
          <a:xfrm>
            <a:off x="5394960" y="3017520"/>
            <a:ext cx="3291840" cy="749808"/>
          </a:xfrm>
          <a:prstGeom prst="roundRect">
            <a:avLst>
              <a:gd name="adj" fmla="val 10975"/>
            </a:avLst>
          </a:prstGeom>
          <a:solidFill>
            <a:srgbClr val="E4F6EF"/>
          </a:solidFill>
          <a:ln w="15875">
            <a:solidFill>
              <a:srgbClr val="0B8F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68112" y="3017520"/>
            <a:ext cx="3145536" cy="749808"/>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Qué hace si falla: Reintentos, avisos y reproceso</a:t>
            </a:r>
          </a:p>
        </p:txBody>
      </p:sp>
      <p:sp>
        <p:nvSpPr>
          <p:cNvPr id="26" name="Rounded Rectangle 25"/>
          <p:cNvSpPr/>
          <p:nvPr/>
        </p:nvSpPr>
        <p:spPr>
          <a:xfrm>
            <a:off x="457200" y="4023360"/>
            <a:ext cx="8229600" cy="548640"/>
          </a:xfrm>
          <a:prstGeom prst="roundRect">
            <a:avLst>
              <a:gd name="adj" fmla="val 15000"/>
            </a:avLst>
          </a:prstGeom>
          <a:solidFill>
            <a:srgbClr val="E9E2FF"/>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0352" y="4023360"/>
            <a:ext cx="8083296" cy="548640"/>
          </a:xfrm>
          <a:prstGeom prst="rect">
            <a:avLst/>
          </a:prstGeom>
          <a:noFill/>
        </p:spPr>
        <p:txBody>
          <a:bodyPr wrap="square" lIns="0" rIns="0" tIns="0" bIns="0" anchor="ctr">
            <a:spAutoFit/>
          </a:bodyPr>
          <a:lstStyle/>
          <a:p>
            <a:pPr algn="ctr">
              <a:spcAft>
                <a:spcPts val="0"/>
              </a:spcAft>
            </a:pPr>
            <a:r>
              <a:rPr sz="1575" b="1" i="0">
                <a:solidFill>
                  <a:srgbClr val="2B2B2B"/>
                </a:solidFill>
                <a:latin typeface="Calibri"/>
              </a:rPr>
              <a:t>Coordina, no transforma: el cálculo pesado se hace en la base de datos.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0D14"/>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1 · CONCEPTOS DE AIRFLOW</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FFFFFF"/>
                </a:solidFill>
                <a:latin typeface="Calibri"/>
              </a:rPr>
              <a:t>Los siete conceptos </a:t>
            </a:r>
            <a:r>
              <a:rPr sz="3200" b="1" i="0">
                <a:solidFill>
                  <a:srgbClr val="A48AFB"/>
                </a:solidFill>
                <a:latin typeface="Calibri"/>
              </a:rPr>
              <a:t>para leer una DAG</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8888A8"/>
                </a:solidFill>
                <a:latin typeface="Calibri"/>
              </a:rPr>
              <a:t>9</a:t>
            </a:r>
          </a:p>
        </p:txBody>
      </p:sp>
      <p:sp>
        <p:nvSpPr>
          <p:cNvPr id="7" name="Rectangle 6"/>
          <p:cNvSpPr/>
          <p:nvPr/>
        </p:nvSpPr>
        <p:spPr>
          <a:xfrm>
            <a:off x="457200" y="1188720"/>
            <a:ext cx="8229600" cy="310896"/>
          </a:xfrm>
          <a:prstGeom prst="rect">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188720"/>
            <a:ext cx="1645919" cy="310896"/>
          </a:xfrm>
          <a:prstGeom prst="rect">
            <a:avLst/>
          </a:prstGeom>
          <a:noFill/>
        </p:spPr>
        <p:txBody>
          <a:bodyPr wrap="square" lIns="0" rIns="0" tIns="0" bIns="0" anchor="ctr">
            <a:spAutoFit/>
          </a:bodyPr>
          <a:lstStyle/>
          <a:p>
            <a:pPr algn="l">
              <a:spcAft>
                <a:spcPts val="0"/>
              </a:spcAft>
            </a:pPr>
            <a:r>
              <a:rPr sz="1500" b="1" i="0">
                <a:solidFill>
                  <a:srgbClr val="FFFFFF"/>
                </a:solidFill>
                <a:latin typeface="Calibri"/>
              </a:rPr>
              <a:t>Concepto</a:t>
            </a:r>
          </a:p>
        </p:txBody>
      </p:sp>
      <p:sp>
        <p:nvSpPr>
          <p:cNvPr id="9" name="TextBox 8"/>
          <p:cNvSpPr txBox="1"/>
          <p:nvPr/>
        </p:nvSpPr>
        <p:spPr>
          <a:xfrm>
            <a:off x="2267712" y="1188720"/>
            <a:ext cx="3200400" cy="310896"/>
          </a:xfrm>
          <a:prstGeom prst="rect">
            <a:avLst/>
          </a:prstGeom>
          <a:noFill/>
        </p:spPr>
        <p:txBody>
          <a:bodyPr wrap="square" lIns="0" rIns="0" tIns="0" bIns="0" anchor="ctr">
            <a:spAutoFit/>
          </a:bodyPr>
          <a:lstStyle/>
          <a:p>
            <a:pPr algn="l">
              <a:spcAft>
                <a:spcPts val="0"/>
              </a:spcAft>
            </a:pPr>
            <a:r>
              <a:rPr sz="1500" b="1" i="0">
                <a:solidFill>
                  <a:srgbClr val="FFFFFF"/>
                </a:solidFill>
                <a:latin typeface="Calibri"/>
              </a:rPr>
              <a:t>Qué es</a:t>
            </a:r>
          </a:p>
        </p:txBody>
      </p:sp>
      <p:sp>
        <p:nvSpPr>
          <p:cNvPr id="10" name="TextBox 9"/>
          <p:cNvSpPr txBox="1"/>
          <p:nvPr/>
        </p:nvSpPr>
        <p:spPr>
          <a:xfrm>
            <a:off x="5559552" y="1188720"/>
            <a:ext cx="3108960" cy="310896"/>
          </a:xfrm>
          <a:prstGeom prst="rect">
            <a:avLst/>
          </a:prstGeom>
          <a:noFill/>
        </p:spPr>
        <p:txBody>
          <a:bodyPr wrap="square" lIns="0" rIns="0" tIns="0" bIns="0" anchor="ctr">
            <a:spAutoFit/>
          </a:bodyPr>
          <a:lstStyle/>
          <a:p>
            <a:pPr algn="l">
              <a:spcAft>
                <a:spcPts val="0"/>
              </a:spcAft>
            </a:pPr>
            <a:r>
              <a:rPr sz="1500" b="1" i="0">
                <a:solidFill>
                  <a:srgbClr val="FFFFFF"/>
                </a:solidFill>
                <a:latin typeface="Calibri"/>
              </a:rPr>
              <a:t>En NexoServicios</a:t>
            </a:r>
          </a:p>
        </p:txBody>
      </p:sp>
      <p:sp>
        <p:nvSpPr>
          <p:cNvPr id="11" name="Rectangle 10"/>
          <p:cNvSpPr/>
          <p:nvPr/>
        </p:nvSpPr>
        <p:spPr>
          <a:xfrm>
            <a:off x="457200" y="1499616"/>
            <a:ext cx="8229600" cy="457200"/>
          </a:xfrm>
          <a:prstGeom prst="rect">
            <a:avLst/>
          </a:prstGeom>
          <a:solidFill>
            <a:srgbClr val="161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1499616"/>
            <a:ext cx="1609343" cy="457200"/>
          </a:xfrm>
          <a:prstGeom prst="rect">
            <a:avLst/>
          </a:prstGeom>
          <a:noFill/>
        </p:spPr>
        <p:txBody>
          <a:bodyPr wrap="square" lIns="0" rIns="0" tIns="0" bIns="0" anchor="ctr">
            <a:spAutoFit/>
          </a:bodyPr>
          <a:lstStyle/>
          <a:p>
            <a:pPr algn="l">
              <a:spcAft>
                <a:spcPts val="0"/>
              </a:spcAft>
            </a:pPr>
            <a:r>
              <a:rPr sz="1275" b="1" i="0">
                <a:solidFill>
                  <a:srgbClr val="A48AFB"/>
                </a:solidFill>
                <a:latin typeface="Calibri"/>
              </a:rPr>
              <a:t>DAG</a:t>
            </a:r>
          </a:p>
        </p:txBody>
      </p:sp>
      <p:sp>
        <p:nvSpPr>
          <p:cNvPr id="13" name="TextBox 12"/>
          <p:cNvSpPr txBox="1"/>
          <p:nvPr/>
        </p:nvSpPr>
        <p:spPr>
          <a:xfrm>
            <a:off x="2267712" y="1499616"/>
            <a:ext cx="3163824" cy="457200"/>
          </a:xfrm>
          <a:prstGeom prst="rect">
            <a:avLst/>
          </a:prstGeom>
          <a:noFill/>
        </p:spPr>
        <p:txBody>
          <a:bodyPr wrap="square" lIns="0" rIns="0" tIns="0" bIns="0" anchor="ctr">
            <a:spAutoFit/>
          </a:bodyPr>
          <a:lstStyle/>
          <a:p>
            <a:pPr algn="l">
              <a:spcAft>
                <a:spcPts val="0"/>
              </a:spcAft>
            </a:pPr>
            <a:r>
              <a:rPr sz="1275" b="0" i="0">
                <a:solidFill>
                  <a:srgbClr val="F0F0F8"/>
                </a:solidFill>
                <a:latin typeface="Calibri"/>
              </a:rPr>
              <a:t>El conjunto de tareas y su orden, sin ciclos</a:t>
            </a:r>
          </a:p>
        </p:txBody>
      </p:sp>
      <p:sp>
        <p:nvSpPr>
          <p:cNvPr id="14" name="TextBox 13"/>
          <p:cNvSpPr txBox="1"/>
          <p:nvPr/>
        </p:nvSpPr>
        <p:spPr>
          <a:xfrm>
            <a:off x="5559552" y="1499616"/>
            <a:ext cx="3072384" cy="457200"/>
          </a:xfrm>
          <a:prstGeom prst="rect">
            <a:avLst/>
          </a:prstGeom>
          <a:noFill/>
        </p:spPr>
        <p:txBody>
          <a:bodyPr wrap="square" lIns="0" rIns="0" tIns="0" bIns="0" anchor="ctr">
            <a:spAutoFit/>
          </a:bodyPr>
          <a:lstStyle/>
          <a:p>
            <a:pPr algn="l">
              <a:spcAft>
                <a:spcPts val="0"/>
              </a:spcAft>
            </a:pPr>
            <a:r>
              <a:rPr sz="1275" b="0" i="0">
                <a:solidFill>
                  <a:srgbClr val="F0F0F8"/>
                </a:solidFill>
                <a:latin typeface="Calibri"/>
              </a:rPr>
              <a:t>Indicadores diarios</a:t>
            </a:r>
          </a:p>
        </p:txBody>
      </p:sp>
      <p:sp>
        <p:nvSpPr>
          <p:cNvPr id="15" name="Rectangle 14"/>
          <p:cNvSpPr/>
          <p:nvPr/>
        </p:nvSpPr>
        <p:spPr>
          <a:xfrm>
            <a:off x="457200" y="1956816"/>
            <a:ext cx="8229600" cy="457200"/>
          </a:xfrm>
          <a:prstGeom prst="rect">
            <a:avLst/>
          </a:prstGeom>
          <a:solidFill>
            <a:srgbClr val="1A18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1956816"/>
            <a:ext cx="1609343" cy="457200"/>
          </a:xfrm>
          <a:prstGeom prst="rect">
            <a:avLst/>
          </a:prstGeom>
          <a:noFill/>
        </p:spPr>
        <p:txBody>
          <a:bodyPr wrap="square" lIns="0" rIns="0" tIns="0" bIns="0" anchor="ctr">
            <a:spAutoFit/>
          </a:bodyPr>
          <a:lstStyle/>
          <a:p>
            <a:pPr algn="l">
              <a:spcAft>
                <a:spcPts val="0"/>
              </a:spcAft>
            </a:pPr>
            <a:r>
              <a:rPr sz="1275" b="1" i="0">
                <a:solidFill>
                  <a:srgbClr val="A48AFB"/>
                </a:solidFill>
                <a:latin typeface="Calibri"/>
              </a:rPr>
              <a:t>Tarea</a:t>
            </a:r>
          </a:p>
        </p:txBody>
      </p:sp>
      <p:sp>
        <p:nvSpPr>
          <p:cNvPr id="17" name="TextBox 16"/>
          <p:cNvSpPr txBox="1"/>
          <p:nvPr/>
        </p:nvSpPr>
        <p:spPr>
          <a:xfrm>
            <a:off x="2267712" y="1956816"/>
            <a:ext cx="3163824" cy="457200"/>
          </a:xfrm>
          <a:prstGeom prst="rect">
            <a:avLst/>
          </a:prstGeom>
          <a:noFill/>
        </p:spPr>
        <p:txBody>
          <a:bodyPr wrap="square" lIns="0" rIns="0" tIns="0" bIns="0" anchor="ctr">
            <a:spAutoFit/>
          </a:bodyPr>
          <a:lstStyle/>
          <a:p>
            <a:pPr algn="l">
              <a:spcAft>
                <a:spcPts val="0"/>
              </a:spcAft>
            </a:pPr>
            <a:r>
              <a:rPr sz="1275" b="0" i="0">
                <a:solidFill>
                  <a:srgbClr val="F0F0F8"/>
                </a:solidFill>
                <a:latin typeface="Calibri"/>
              </a:rPr>
              <a:t>Una unidad de trabajo</a:t>
            </a:r>
          </a:p>
        </p:txBody>
      </p:sp>
      <p:sp>
        <p:nvSpPr>
          <p:cNvPr id="18" name="TextBox 17"/>
          <p:cNvSpPr txBox="1"/>
          <p:nvPr/>
        </p:nvSpPr>
        <p:spPr>
          <a:xfrm>
            <a:off x="5559552" y="1956816"/>
            <a:ext cx="3072384" cy="457200"/>
          </a:xfrm>
          <a:prstGeom prst="rect">
            <a:avLst/>
          </a:prstGeom>
          <a:noFill/>
        </p:spPr>
        <p:txBody>
          <a:bodyPr wrap="square" lIns="0" rIns="0" tIns="0" bIns="0" anchor="ctr">
            <a:spAutoFit/>
          </a:bodyPr>
          <a:lstStyle/>
          <a:p>
            <a:pPr algn="l">
              <a:spcAft>
                <a:spcPts val="0"/>
              </a:spcAft>
            </a:pPr>
            <a:r>
              <a:rPr sz="1275" b="0" i="0">
                <a:solidFill>
                  <a:srgbClr val="F0F0F8"/>
                </a:solidFill>
                <a:latin typeface="Calibri"/>
              </a:rPr>
              <a:t>Leer el CRM</a:t>
            </a:r>
          </a:p>
        </p:txBody>
      </p:sp>
      <p:sp>
        <p:nvSpPr>
          <p:cNvPr id="19" name="Rectangle 18"/>
          <p:cNvSpPr/>
          <p:nvPr/>
        </p:nvSpPr>
        <p:spPr>
          <a:xfrm>
            <a:off x="457200" y="2414016"/>
            <a:ext cx="8229600" cy="457200"/>
          </a:xfrm>
          <a:prstGeom prst="rect">
            <a:avLst/>
          </a:prstGeom>
          <a:solidFill>
            <a:srgbClr val="161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2414016"/>
            <a:ext cx="1609343" cy="457200"/>
          </a:xfrm>
          <a:prstGeom prst="rect">
            <a:avLst/>
          </a:prstGeom>
          <a:noFill/>
        </p:spPr>
        <p:txBody>
          <a:bodyPr wrap="square" lIns="0" rIns="0" tIns="0" bIns="0" anchor="ctr">
            <a:spAutoFit/>
          </a:bodyPr>
          <a:lstStyle/>
          <a:p>
            <a:pPr algn="l">
              <a:spcAft>
                <a:spcPts val="0"/>
              </a:spcAft>
            </a:pPr>
            <a:r>
              <a:rPr sz="1275" b="1" i="0">
                <a:solidFill>
                  <a:srgbClr val="A48AFB"/>
                </a:solidFill>
                <a:latin typeface="Calibri"/>
              </a:rPr>
              <a:t>Dependencia</a:t>
            </a:r>
          </a:p>
        </p:txBody>
      </p:sp>
      <p:sp>
        <p:nvSpPr>
          <p:cNvPr id="21" name="TextBox 20"/>
          <p:cNvSpPr txBox="1"/>
          <p:nvPr/>
        </p:nvSpPr>
        <p:spPr>
          <a:xfrm>
            <a:off x="2267712" y="2414016"/>
            <a:ext cx="3163824" cy="457200"/>
          </a:xfrm>
          <a:prstGeom prst="rect">
            <a:avLst/>
          </a:prstGeom>
          <a:noFill/>
        </p:spPr>
        <p:txBody>
          <a:bodyPr wrap="square" lIns="0" rIns="0" tIns="0" bIns="0" anchor="ctr">
            <a:spAutoFit/>
          </a:bodyPr>
          <a:lstStyle/>
          <a:p>
            <a:pPr algn="l">
              <a:spcAft>
                <a:spcPts val="0"/>
              </a:spcAft>
            </a:pPr>
            <a:r>
              <a:rPr sz="1275" b="0" i="0">
                <a:solidFill>
                  <a:srgbClr val="F0F0F8"/>
                </a:solidFill>
                <a:latin typeface="Calibri"/>
              </a:rPr>
              <a:t>Qué tiene que terminar antes</a:t>
            </a:r>
          </a:p>
        </p:txBody>
      </p:sp>
      <p:sp>
        <p:nvSpPr>
          <p:cNvPr id="22" name="TextBox 21"/>
          <p:cNvSpPr txBox="1"/>
          <p:nvPr/>
        </p:nvSpPr>
        <p:spPr>
          <a:xfrm>
            <a:off x="5559552" y="2414016"/>
            <a:ext cx="3072384" cy="457200"/>
          </a:xfrm>
          <a:prstGeom prst="rect">
            <a:avLst/>
          </a:prstGeom>
          <a:noFill/>
        </p:spPr>
        <p:txBody>
          <a:bodyPr wrap="square" lIns="0" rIns="0" tIns="0" bIns="0" anchor="ctr">
            <a:spAutoFit/>
          </a:bodyPr>
          <a:lstStyle/>
          <a:p>
            <a:pPr algn="l">
              <a:spcAft>
                <a:spcPts val="0"/>
              </a:spcAft>
            </a:pPr>
            <a:r>
              <a:rPr sz="1275" b="0" i="0">
                <a:solidFill>
                  <a:srgbClr val="F0F0F8"/>
                </a:solidFill>
                <a:latin typeface="Calibri"/>
              </a:rPr>
              <a:t>Transformar espera a los controles</a:t>
            </a:r>
          </a:p>
        </p:txBody>
      </p:sp>
      <p:sp>
        <p:nvSpPr>
          <p:cNvPr id="23" name="Rectangle 22"/>
          <p:cNvSpPr/>
          <p:nvPr/>
        </p:nvSpPr>
        <p:spPr>
          <a:xfrm>
            <a:off x="457200" y="2871216"/>
            <a:ext cx="8229600" cy="457200"/>
          </a:xfrm>
          <a:prstGeom prst="rect">
            <a:avLst/>
          </a:prstGeom>
          <a:solidFill>
            <a:srgbClr val="1A18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2871216"/>
            <a:ext cx="1609343" cy="457200"/>
          </a:xfrm>
          <a:prstGeom prst="rect">
            <a:avLst/>
          </a:prstGeom>
          <a:noFill/>
        </p:spPr>
        <p:txBody>
          <a:bodyPr wrap="square" lIns="0" rIns="0" tIns="0" bIns="0" anchor="ctr">
            <a:spAutoFit/>
          </a:bodyPr>
          <a:lstStyle/>
          <a:p>
            <a:pPr algn="l">
              <a:spcAft>
                <a:spcPts val="0"/>
              </a:spcAft>
            </a:pPr>
            <a:r>
              <a:rPr sz="1275" b="1" i="0">
                <a:solidFill>
                  <a:srgbClr val="A48AFB"/>
                </a:solidFill>
                <a:latin typeface="Calibri"/>
              </a:rPr>
              <a:t>Programación</a:t>
            </a:r>
          </a:p>
        </p:txBody>
      </p:sp>
      <p:sp>
        <p:nvSpPr>
          <p:cNvPr id="25" name="TextBox 24"/>
          <p:cNvSpPr txBox="1"/>
          <p:nvPr/>
        </p:nvSpPr>
        <p:spPr>
          <a:xfrm>
            <a:off x="2267712" y="2871216"/>
            <a:ext cx="3163824" cy="457200"/>
          </a:xfrm>
          <a:prstGeom prst="rect">
            <a:avLst/>
          </a:prstGeom>
          <a:noFill/>
        </p:spPr>
        <p:txBody>
          <a:bodyPr wrap="square" lIns="0" rIns="0" tIns="0" bIns="0" anchor="ctr">
            <a:spAutoFit/>
          </a:bodyPr>
          <a:lstStyle/>
          <a:p>
            <a:pPr algn="l">
              <a:spcAft>
                <a:spcPts val="0"/>
              </a:spcAft>
            </a:pPr>
            <a:r>
              <a:rPr sz="1275" b="0" i="0">
                <a:solidFill>
                  <a:srgbClr val="F0F0F8"/>
                </a:solidFill>
                <a:latin typeface="Calibri"/>
              </a:rPr>
              <a:t>Cuándo corre</a:t>
            </a:r>
          </a:p>
        </p:txBody>
      </p:sp>
      <p:sp>
        <p:nvSpPr>
          <p:cNvPr id="26" name="TextBox 25"/>
          <p:cNvSpPr txBox="1"/>
          <p:nvPr/>
        </p:nvSpPr>
        <p:spPr>
          <a:xfrm>
            <a:off x="5559552" y="2871216"/>
            <a:ext cx="3072384" cy="457200"/>
          </a:xfrm>
          <a:prstGeom prst="rect">
            <a:avLst/>
          </a:prstGeom>
          <a:noFill/>
        </p:spPr>
        <p:txBody>
          <a:bodyPr wrap="square" lIns="0" rIns="0" tIns="0" bIns="0" anchor="ctr">
            <a:spAutoFit/>
          </a:bodyPr>
          <a:lstStyle/>
          <a:p>
            <a:pPr algn="l">
              <a:spcAft>
                <a:spcPts val="0"/>
              </a:spcAft>
            </a:pPr>
            <a:r>
              <a:rPr sz="1275" b="0" i="0">
                <a:solidFill>
                  <a:srgbClr val="F0F0F8"/>
                </a:solidFill>
                <a:latin typeface="Calibri"/>
              </a:rPr>
              <a:t>Todos los días a las 6:00</a:t>
            </a:r>
          </a:p>
        </p:txBody>
      </p:sp>
      <p:sp>
        <p:nvSpPr>
          <p:cNvPr id="27" name="Rectangle 26"/>
          <p:cNvSpPr/>
          <p:nvPr/>
        </p:nvSpPr>
        <p:spPr>
          <a:xfrm>
            <a:off x="457200" y="3328416"/>
            <a:ext cx="8229600" cy="457200"/>
          </a:xfrm>
          <a:prstGeom prst="rect">
            <a:avLst/>
          </a:prstGeom>
          <a:solidFill>
            <a:srgbClr val="161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 y="3328416"/>
            <a:ext cx="1609343" cy="457200"/>
          </a:xfrm>
          <a:prstGeom prst="rect">
            <a:avLst/>
          </a:prstGeom>
          <a:noFill/>
        </p:spPr>
        <p:txBody>
          <a:bodyPr wrap="square" lIns="0" rIns="0" tIns="0" bIns="0" anchor="ctr">
            <a:spAutoFit/>
          </a:bodyPr>
          <a:lstStyle/>
          <a:p>
            <a:pPr algn="l">
              <a:spcAft>
                <a:spcPts val="0"/>
              </a:spcAft>
            </a:pPr>
            <a:r>
              <a:rPr sz="1275" b="1" i="0">
                <a:solidFill>
                  <a:srgbClr val="A48AFB"/>
                </a:solidFill>
                <a:latin typeface="Calibri"/>
              </a:rPr>
              <a:t>Reintentos</a:t>
            </a:r>
          </a:p>
        </p:txBody>
      </p:sp>
      <p:sp>
        <p:nvSpPr>
          <p:cNvPr id="29" name="TextBox 28"/>
          <p:cNvSpPr txBox="1"/>
          <p:nvPr/>
        </p:nvSpPr>
        <p:spPr>
          <a:xfrm>
            <a:off x="2267712" y="3328416"/>
            <a:ext cx="3163824" cy="457200"/>
          </a:xfrm>
          <a:prstGeom prst="rect">
            <a:avLst/>
          </a:prstGeom>
          <a:noFill/>
        </p:spPr>
        <p:txBody>
          <a:bodyPr wrap="square" lIns="0" rIns="0" tIns="0" bIns="0" anchor="ctr">
            <a:spAutoFit/>
          </a:bodyPr>
          <a:lstStyle/>
          <a:p>
            <a:pPr algn="l">
              <a:spcAft>
                <a:spcPts val="0"/>
              </a:spcAft>
            </a:pPr>
            <a:r>
              <a:rPr sz="1275" b="0" i="0">
                <a:solidFill>
                  <a:srgbClr val="F0F0F8"/>
                </a:solidFill>
                <a:latin typeface="Calibri"/>
              </a:rPr>
              <a:t>Qué hace si falla</a:t>
            </a:r>
          </a:p>
        </p:txBody>
      </p:sp>
      <p:sp>
        <p:nvSpPr>
          <p:cNvPr id="30" name="TextBox 29"/>
          <p:cNvSpPr txBox="1"/>
          <p:nvPr/>
        </p:nvSpPr>
        <p:spPr>
          <a:xfrm>
            <a:off x="5559552" y="3328416"/>
            <a:ext cx="3072384" cy="457200"/>
          </a:xfrm>
          <a:prstGeom prst="rect">
            <a:avLst/>
          </a:prstGeom>
          <a:noFill/>
        </p:spPr>
        <p:txBody>
          <a:bodyPr wrap="square" lIns="0" rIns="0" tIns="0" bIns="0" anchor="ctr">
            <a:spAutoFit/>
          </a:bodyPr>
          <a:lstStyle/>
          <a:p>
            <a:pPr algn="l">
              <a:spcAft>
                <a:spcPts val="0"/>
              </a:spcAft>
            </a:pPr>
            <a:r>
              <a:rPr sz="1275" b="0" i="0">
                <a:solidFill>
                  <a:srgbClr val="F0F0F8"/>
                </a:solidFill>
                <a:latin typeface="Calibri"/>
              </a:rPr>
              <a:t>Dos, con espera creciente</a:t>
            </a:r>
          </a:p>
        </p:txBody>
      </p:sp>
      <p:sp>
        <p:nvSpPr>
          <p:cNvPr id="31" name="Rectangle 30"/>
          <p:cNvSpPr/>
          <p:nvPr/>
        </p:nvSpPr>
        <p:spPr>
          <a:xfrm>
            <a:off x="457200" y="3785616"/>
            <a:ext cx="8229600" cy="457200"/>
          </a:xfrm>
          <a:prstGeom prst="rect">
            <a:avLst/>
          </a:prstGeom>
          <a:solidFill>
            <a:srgbClr val="1A18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0352" y="3785616"/>
            <a:ext cx="1609343" cy="457200"/>
          </a:xfrm>
          <a:prstGeom prst="rect">
            <a:avLst/>
          </a:prstGeom>
          <a:noFill/>
        </p:spPr>
        <p:txBody>
          <a:bodyPr wrap="square" lIns="0" rIns="0" tIns="0" bIns="0" anchor="ctr">
            <a:spAutoFit/>
          </a:bodyPr>
          <a:lstStyle/>
          <a:p>
            <a:pPr algn="l">
              <a:spcAft>
                <a:spcPts val="0"/>
              </a:spcAft>
            </a:pPr>
            <a:r>
              <a:rPr sz="1275" b="1" i="0">
                <a:solidFill>
                  <a:srgbClr val="A48AFB"/>
                </a:solidFill>
                <a:latin typeface="Calibri"/>
              </a:rPr>
              <a:t>Sensor</a:t>
            </a:r>
          </a:p>
        </p:txBody>
      </p:sp>
      <p:sp>
        <p:nvSpPr>
          <p:cNvPr id="33" name="TextBox 32"/>
          <p:cNvSpPr txBox="1"/>
          <p:nvPr/>
        </p:nvSpPr>
        <p:spPr>
          <a:xfrm>
            <a:off x="2267712" y="3785616"/>
            <a:ext cx="3163824" cy="457200"/>
          </a:xfrm>
          <a:prstGeom prst="rect">
            <a:avLst/>
          </a:prstGeom>
          <a:noFill/>
        </p:spPr>
        <p:txBody>
          <a:bodyPr wrap="square" lIns="0" rIns="0" tIns="0" bIns="0" anchor="ctr">
            <a:spAutoFit/>
          </a:bodyPr>
          <a:lstStyle/>
          <a:p>
            <a:pPr algn="l">
              <a:spcAft>
                <a:spcPts val="0"/>
              </a:spcAft>
            </a:pPr>
            <a:r>
              <a:rPr sz="1275" b="0" i="0">
                <a:solidFill>
                  <a:srgbClr val="F0F0F8"/>
                </a:solidFill>
                <a:latin typeface="Calibri"/>
              </a:rPr>
              <a:t>Espera algo, con plazo</a:t>
            </a:r>
          </a:p>
        </p:txBody>
      </p:sp>
      <p:sp>
        <p:nvSpPr>
          <p:cNvPr id="34" name="TextBox 33"/>
          <p:cNvSpPr txBox="1"/>
          <p:nvPr/>
        </p:nvSpPr>
        <p:spPr>
          <a:xfrm>
            <a:off x="5559552" y="3785616"/>
            <a:ext cx="3072384" cy="457200"/>
          </a:xfrm>
          <a:prstGeom prst="rect">
            <a:avLst/>
          </a:prstGeom>
          <a:noFill/>
        </p:spPr>
        <p:txBody>
          <a:bodyPr wrap="square" lIns="0" rIns="0" tIns="0" bIns="0" anchor="ctr">
            <a:spAutoFit/>
          </a:bodyPr>
          <a:lstStyle/>
          <a:p>
            <a:pPr algn="l">
              <a:spcAft>
                <a:spcPts val="0"/>
              </a:spcAft>
            </a:pPr>
            <a:r>
              <a:rPr sz="1275" b="0" i="0">
                <a:solidFill>
                  <a:srgbClr val="F0F0F8"/>
                </a:solidFill>
                <a:latin typeface="Calibri"/>
              </a:rPr>
              <a:t>El archivo, hasta las 7:30</a:t>
            </a:r>
          </a:p>
        </p:txBody>
      </p:sp>
      <p:sp>
        <p:nvSpPr>
          <p:cNvPr id="35" name="Rectangle 34"/>
          <p:cNvSpPr/>
          <p:nvPr/>
        </p:nvSpPr>
        <p:spPr>
          <a:xfrm>
            <a:off x="457200" y="4242816"/>
            <a:ext cx="8229600" cy="457200"/>
          </a:xfrm>
          <a:prstGeom prst="rect">
            <a:avLst/>
          </a:prstGeom>
          <a:solidFill>
            <a:srgbClr val="161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0352" y="4242816"/>
            <a:ext cx="1609343" cy="457200"/>
          </a:xfrm>
          <a:prstGeom prst="rect">
            <a:avLst/>
          </a:prstGeom>
          <a:noFill/>
        </p:spPr>
        <p:txBody>
          <a:bodyPr wrap="square" lIns="0" rIns="0" tIns="0" bIns="0" anchor="ctr">
            <a:spAutoFit/>
          </a:bodyPr>
          <a:lstStyle/>
          <a:p>
            <a:pPr algn="l">
              <a:spcAft>
                <a:spcPts val="0"/>
              </a:spcAft>
            </a:pPr>
            <a:r>
              <a:rPr sz="1275" b="1" i="0">
                <a:solidFill>
                  <a:srgbClr val="A48AFB"/>
                </a:solidFill>
                <a:latin typeface="Calibri"/>
              </a:rPr>
              <a:t>Backfill</a:t>
            </a:r>
          </a:p>
        </p:txBody>
      </p:sp>
      <p:sp>
        <p:nvSpPr>
          <p:cNvPr id="37" name="TextBox 36"/>
          <p:cNvSpPr txBox="1"/>
          <p:nvPr/>
        </p:nvSpPr>
        <p:spPr>
          <a:xfrm>
            <a:off x="2267712" y="4242816"/>
            <a:ext cx="3163824" cy="457200"/>
          </a:xfrm>
          <a:prstGeom prst="rect">
            <a:avLst/>
          </a:prstGeom>
          <a:noFill/>
        </p:spPr>
        <p:txBody>
          <a:bodyPr wrap="square" lIns="0" rIns="0" tIns="0" bIns="0" anchor="ctr">
            <a:spAutoFit/>
          </a:bodyPr>
          <a:lstStyle/>
          <a:p>
            <a:pPr algn="l">
              <a:spcAft>
                <a:spcPts val="0"/>
              </a:spcAft>
            </a:pPr>
            <a:r>
              <a:rPr sz="1275" b="0" i="0">
                <a:solidFill>
                  <a:srgbClr val="F0F0F8"/>
                </a:solidFill>
                <a:latin typeface="Calibri"/>
              </a:rPr>
              <a:t>Reprocesa fechas pasadas</a:t>
            </a:r>
          </a:p>
        </p:txBody>
      </p:sp>
      <p:sp>
        <p:nvSpPr>
          <p:cNvPr id="38" name="TextBox 37"/>
          <p:cNvSpPr txBox="1"/>
          <p:nvPr/>
        </p:nvSpPr>
        <p:spPr>
          <a:xfrm>
            <a:off x="5559552" y="4242816"/>
            <a:ext cx="3072384" cy="457200"/>
          </a:xfrm>
          <a:prstGeom prst="rect">
            <a:avLst/>
          </a:prstGeom>
          <a:noFill/>
        </p:spPr>
        <p:txBody>
          <a:bodyPr wrap="square" lIns="0" rIns="0" tIns="0" bIns="0" anchor="ctr">
            <a:spAutoFit/>
          </a:bodyPr>
          <a:lstStyle/>
          <a:p>
            <a:pPr algn="l">
              <a:spcAft>
                <a:spcPts val="0"/>
              </a:spcAft>
            </a:pPr>
            <a:r>
              <a:rPr sz="1275" b="0" i="0">
                <a:solidFill>
                  <a:srgbClr val="F0F0F8"/>
                </a:solidFill>
                <a:latin typeface="Calibri"/>
              </a:rPr>
              <a:t>Los últimos siete días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2F0"/>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1 · HERRAMIENTAS PARECIDAS</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2B2B2B"/>
                </a:solidFill>
                <a:latin typeface="Calibri"/>
              </a:rPr>
              <a:t>Alternativas </a:t>
            </a:r>
            <a:r>
              <a:rPr sz="3200" b="1" i="0">
                <a:solidFill>
                  <a:srgbClr val="6B4CE6"/>
                </a:solidFill>
                <a:latin typeface="Calibri"/>
              </a:rPr>
              <a:t>a Airflow</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6B6B85"/>
                </a:solidFill>
                <a:latin typeface="Calibri"/>
              </a:rPr>
              <a:t>10</a:t>
            </a:r>
          </a:p>
        </p:txBody>
      </p:sp>
      <p:sp>
        <p:nvSpPr>
          <p:cNvPr id="7" name="Rectangle 6"/>
          <p:cNvSpPr/>
          <p:nvPr/>
        </p:nvSpPr>
        <p:spPr>
          <a:xfrm>
            <a:off x="457200" y="1143000"/>
            <a:ext cx="8229600" cy="310896"/>
          </a:xfrm>
          <a:prstGeom prst="rect">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143000"/>
            <a:ext cx="1645919" cy="310896"/>
          </a:xfrm>
          <a:prstGeom prst="rect">
            <a:avLst/>
          </a:prstGeom>
          <a:noFill/>
        </p:spPr>
        <p:txBody>
          <a:bodyPr wrap="square" lIns="0" rIns="0" tIns="0" bIns="0" anchor="ctr">
            <a:spAutoFit/>
          </a:bodyPr>
          <a:lstStyle/>
          <a:p>
            <a:pPr algn="l">
              <a:spcAft>
                <a:spcPts val="0"/>
              </a:spcAft>
            </a:pPr>
            <a:r>
              <a:rPr sz="1500" b="1" i="0">
                <a:solidFill>
                  <a:srgbClr val="FFFFFF"/>
                </a:solidFill>
                <a:latin typeface="Calibri"/>
              </a:rPr>
              <a:t>Herramienta</a:t>
            </a:r>
          </a:p>
        </p:txBody>
      </p:sp>
      <p:sp>
        <p:nvSpPr>
          <p:cNvPr id="9" name="TextBox 8"/>
          <p:cNvSpPr txBox="1"/>
          <p:nvPr/>
        </p:nvSpPr>
        <p:spPr>
          <a:xfrm>
            <a:off x="2267712" y="1143000"/>
            <a:ext cx="2286000" cy="310896"/>
          </a:xfrm>
          <a:prstGeom prst="rect">
            <a:avLst/>
          </a:prstGeom>
          <a:noFill/>
        </p:spPr>
        <p:txBody>
          <a:bodyPr wrap="square" lIns="0" rIns="0" tIns="0" bIns="0" anchor="ctr">
            <a:spAutoFit/>
          </a:bodyPr>
          <a:lstStyle/>
          <a:p>
            <a:pPr algn="l">
              <a:spcAft>
                <a:spcPts val="0"/>
              </a:spcAft>
            </a:pPr>
            <a:r>
              <a:rPr sz="1500" b="1" i="0">
                <a:solidFill>
                  <a:srgbClr val="FFFFFF"/>
                </a:solidFill>
                <a:latin typeface="Calibri"/>
              </a:rPr>
              <a:t>Qué es</a:t>
            </a:r>
          </a:p>
        </p:txBody>
      </p:sp>
      <p:sp>
        <p:nvSpPr>
          <p:cNvPr id="10" name="TextBox 9"/>
          <p:cNvSpPr txBox="1"/>
          <p:nvPr/>
        </p:nvSpPr>
        <p:spPr>
          <a:xfrm>
            <a:off x="4645152" y="1143000"/>
            <a:ext cx="1463039" cy="310896"/>
          </a:xfrm>
          <a:prstGeom prst="rect">
            <a:avLst/>
          </a:prstGeom>
          <a:noFill/>
        </p:spPr>
        <p:txBody>
          <a:bodyPr wrap="square" lIns="0" rIns="0" tIns="0" bIns="0" anchor="ctr">
            <a:spAutoFit/>
          </a:bodyPr>
          <a:lstStyle/>
          <a:p>
            <a:pPr algn="l">
              <a:spcAft>
                <a:spcPts val="0"/>
              </a:spcAft>
            </a:pPr>
            <a:r>
              <a:rPr sz="1500" b="1" i="0">
                <a:solidFill>
                  <a:srgbClr val="FFFFFF"/>
                </a:solidFill>
                <a:latin typeface="Calibri"/>
              </a:rPr>
              <a:t>Se define con</a:t>
            </a:r>
          </a:p>
        </p:txBody>
      </p:sp>
      <p:sp>
        <p:nvSpPr>
          <p:cNvPr id="11" name="TextBox 10"/>
          <p:cNvSpPr txBox="1"/>
          <p:nvPr/>
        </p:nvSpPr>
        <p:spPr>
          <a:xfrm>
            <a:off x="6199632" y="1143000"/>
            <a:ext cx="2468879" cy="310896"/>
          </a:xfrm>
          <a:prstGeom prst="rect">
            <a:avLst/>
          </a:prstGeom>
          <a:noFill/>
        </p:spPr>
        <p:txBody>
          <a:bodyPr wrap="square" lIns="0" rIns="0" tIns="0" bIns="0" anchor="ctr">
            <a:spAutoFit/>
          </a:bodyPr>
          <a:lstStyle/>
          <a:p>
            <a:pPr algn="l">
              <a:spcAft>
                <a:spcPts val="0"/>
              </a:spcAft>
            </a:pPr>
            <a:r>
              <a:rPr sz="1500" b="1" i="0">
                <a:solidFill>
                  <a:srgbClr val="FFFFFF"/>
                </a:solidFill>
                <a:latin typeface="Calibri"/>
              </a:rPr>
              <a:t>Conviene cuando</a:t>
            </a:r>
          </a:p>
        </p:txBody>
      </p:sp>
      <p:sp>
        <p:nvSpPr>
          <p:cNvPr id="12" name="Rectangle 11"/>
          <p:cNvSpPr/>
          <p:nvPr/>
        </p:nvSpPr>
        <p:spPr>
          <a:xfrm>
            <a:off x="457200" y="1453896"/>
            <a:ext cx="822960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1453896"/>
            <a:ext cx="1609343" cy="420624"/>
          </a:xfrm>
          <a:prstGeom prst="rect">
            <a:avLst/>
          </a:prstGeom>
          <a:noFill/>
        </p:spPr>
        <p:txBody>
          <a:bodyPr wrap="square" lIns="0" rIns="0" tIns="0" bIns="0" anchor="ctr">
            <a:spAutoFit/>
          </a:bodyPr>
          <a:lstStyle/>
          <a:p>
            <a:pPr algn="l">
              <a:spcAft>
                <a:spcPts val="0"/>
              </a:spcAft>
            </a:pPr>
            <a:r>
              <a:rPr sz="1125" b="1" i="0">
                <a:solidFill>
                  <a:srgbClr val="6B4CE6"/>
                </a:solidFill>
                <a:latin typeface="Calibri"/>
              </a:rPr>
              <a:t>Apache Airflow</a:t>
            </a:r>
          </a:p>
        </p:txBody>
      </p:sp>
      <p:sp>
        <p:nvSpPr>
          <p:cNvPr id="14" name="TextBox 13"/>
          <p:cNvSpPr txBox="1"/>
          <p:nvPr/>
        </p:nvSpPr>
        <p:spPr>
          <a:xfrm>
            <a:off x="2267712" y="1453896"/>
            <a:ext cx="2249424" cy="420624"/>
          </a:xfrm>
          <a:prstGeom prst="rect">
            <a:avLst/>
          </a:prstGeom>
          <a:noFill/>
        </p:spPr>
        <p:txBody>
          <a:bodyPr wrap="square" lIns="0" rIns="0" tIns="0" bIns="0" anchor="ctr">
            <a:spAutoFit/>
          </a:bodyPr>
          <a:lstStyle/>
          <a:p>
            <a:pPr algn="l">
              <a:spcAft>
                <a:spcPts val="0"/>
              </a:spcAft>
            </a:pPr>
            <a:r>
              <a:rPr sz="1125" b="0" i="0">
                <a:solidFill>
                  <a:srgbClr val="2B2B2B"/>
                </a:solidFill>
                <a:latin typeface="Calibri"/>
              </a:rPr>
              <a:t>Orquestador de lotes de código abierto</a:t>
            </a:r>
          </a:p>
        </p:txBody>
      </p:sp>
      <p:sp>
        <p:nvSpPr>
          <p:cNvPr id="15" name="TextBox 14"/>
          <p:cNvSpPr txBox="1"/>
          <p:nvPr/>
        </p:nvSpPr>
        <p:spPr>
          <a:xfrm>
            <a:off x="4645152" y="1453896"/>
            <a:ext cx="1426464" cy="420624"/>
          </a:xfrm>
          <a:prstGeom prst="rect">
            <a:avLst/>
          </a:prstGeom>
          <a:noFill/>
        </p:spPr>
        <p:txBody>
          <a:bodyPr wrap="square" lIns="0" rIns="0" tIns="0" bIns="0" anchor="ctr">
            <a:spAutoFit/>
          </a:bodyPr>
          <a:lstStyle/>
          <a:p>
            <a:pPr algn="l">
              <a:spcAft>
                <a:spcPts val="0"/>
              </a:spcAft>
            </a:pPr>
            <a:r>
              <a:rPr sz="1125" b="0" i="0">
                <a:solidFill>
                  <a:srgbClr val="2B2B2B"/>
                </a:solidFill>
                <a:latin typeface="Calibri"/>
              </a:rPr>
              <a:t>DAGs en Python</a:t>
            </a:r>
          </a:p>
        </p:txBody>
      </p:sp>
      <p:sp>
        <p:nvSpPr>
          <p:cNvPr id="16" name="TextBox 15"/>
          <p:cNvSpPr txBox="1"/>
          <p:nvPr/>
        </p:nvSpPr>
        <p:spPr>
          <a:xfrm>
            <a:off x="6199632" y="1453896"/>
            <a:ext cx="2432303" cy="420624"/>
          </a:xfrm>
          <a:prstGeom prst="rect">
            <a:avLst/>
          </a:prstGeom>
          <a:noFill/>
        </p:spPr>
        <p:txBody>
          <a:bodyPr wrap="square" lIns="0" rIns="0" tIns="0" bIns="0" anchor="ctr">
            <a:spAutoFit/>
          </a:bodyPr>
          <a:lstStyle/>
          <a:p>
            <a:pPr algn="l">
              <a:spcAft>
                <a:spcPts val="0"/>
              </a:spcAft>
            </a:pPr>
            <a:r>
              <a:rPr sz="1125" b="0" i="0">
                <a:solidFill>
                  <a:srgbClr val="2B2B2B"/>
                </a:solidFill>
                <a:latin typeface="Calibri"/>
              </a:rPr>
              <a:t>Hay muchas fuentes y se quiere un ecosistema grande</a:t>
            </a:r>
          </a:p>
        </p:txBody>
      </p:sp>
      <p:sp>
        <p:nvSpPr>
          <p:cNvPr id="17" name="Rectangle 16"/>
          <p:cNvSpPr/>
          <p:nvPr/>
        </p:nvSpPr>
        <p:spPr>
          <a:xfrm>
            <a:off x="457200" y="1874520"/>
            <a:ext cx="8229600" cy="420624"/>
          </a:xfrm>
          <a:prstGeom prst="rect">
            <a:avLst/>
          </a:prstGeom>
          <a:solidFill>
            <a:srgbClr val="EFE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1874520"/>
            <a:ext cx="1609343" cy="420624"/>
          </a:xfrm>
          <a:prstGeom prst="rect">
            <a:avLst/>
          </a:prstGeom>
          <a:noFill/>
        </p:spPr>
        <p:txBody>
          <a:bodyPr wrap="square" lIns="0" rIns="0" tIns="0" bIns="0" anchor="ctr">
            <a:spAutoFit/>
          </a:bodyPr>
          <a:lstStyle/>
          <a:p>
            <a:pPr algn="l">
              <a:spcAft>
                <a:spcPts val="0"/>
              </a:spcAft>
            </a:pPr>
            <a:r>
              <a:rPr sz="1125" b="1" i="0">
                <a:solidFill>
                  <a:srgbClr val="6B4CE6"/>
                </a:solidFill>
                <a:latin typeface="Calibri"/>
              </a:rPr>
              <a:t>Dagster</a:t>
            </a:r>
          </a:p>
        </p:txBody>
      </p:sp>
      <p:sp>
        <p:nvSpPr>
          <p:cNvPr id="19" name="TextBox 18"/>
          <p:cNvSpPr txBox="1"/>
          <p:nvPr/>
        </p:nvSpPr>
        <p:spPr>
          <a:xfrm>
            <a:off x="2267712" y="1874520"/>
            <a:ext cx="2249424" cy="420624"/>
          </a:xfrm>
          <a:prstGeom prst="rect">
            <a:avLst/>
          </a:prstGeom>
          <a:noFill/>
        </p:spPr>
        <p:txBody>
          <a:bodyPr wrap="square" lIns="0" rIns="0" tIns="0" bIns="0" anchor="ctr">
            <a:spAutoFit/>
          </a:bodyPr>
          <a:lstStyle/>
          <a:p>
            <a:pPr algn="l">
              <a:spcAft>
                <a:spcPts val="0"/>
              </a:spcAft>
            </a:pPr>
            <a:r>
              <a:rPr sz="1125" b="0" i="0">
                <a:solidFill>
                  <a:srgbClr val="2B2B2B"/>
                </a:solidFill>
                <a:latin typeface="Calibri"/>
              </a:rPr>
              <a:t>Orquestador centrado en los datos que produce cada paso</a:t>
            </a:r>
          </a:p>
        </p:txBody>
      </p:sp>
      <p:sp>
        <p:nvSpPr>
          <p:cNvPr id="20" name="TextBox 19"/>
          <p:cNvSpPr txBox="1"/>
          <p:nvPr/>
        </p:nvSpPr>
        <p:spPr>
          <a:xfrm>
            <a:off x="4645152" y="1874520"/>
            <a:ext cx="1426464" cy="420624"/>
          </a:xfrm>
          <a:prstGeom prst="rect">
            <a:avLst/>
          </a:prstGeom>
          <a:noFill/>
        </p:spPr>
        <p:txBody>
          <a:bodyPr wrap="square" lIns="0" rIns="0" tIns="0" bIns="0" anchor="ctr">
            <a:spAutoFit/>
          </a:bodyPr>
          <a:lstStyle/>
          <a:p>
            <a:pPr algn="l">
              <a:spcAft>
                <a:spcPts val="0"/>
              </a:spcAft>
            </a:pPr>
            <a:r>
              <a:rPr sz="1125" b="0" i="0">
                <a:solidFill>
                  <a:srgbClr val="2B2B2B"/>
                </a:solidFill>
                <a:latin typeface="Calibri"/>
              </a:rPr>
              <a:t>Python: activos y trabajos</a:t>
            </a:r>
          </a:p>
        </p:txBody>
      </p:sp>
      <p:sp>
        <p:nvSpPr>
          <p:cNvPr id="21" name="TextBox 20"/>
          <p:cNvSpPr txBox="1"/>
          <p:nvPr/>
        </p:nvSpPr>
        <p:spPr>
          <a:xfrm>
            <a:off x="6199632" y="1874520"/>
            <a:ext cx="2432303" cy="420624"/>
          </a:xfrm>
          <a:prstGeom prst="rect">
            <a:avLst/>
          </a:prstGeom>
          <a:noFill/>
        </p:spPr>
        <p:txBody>
          <a:bodyPr wrap="square" lIns="0" rIns="0" tIns="0" bIns="0" anchor="ctr">
            <a:spAutoFit/>
          </a:bodyPr>
          <a:lstStyle/>
          <a:p>
            <a:pPr algn="l">
              <a:spcAft>
                <a:spcPts val="0"/>
              </a:spcAft>
            </a:pPr>
            <a:r>
              <a:rPr sz="1125" b="0" i="0">
                <a:solidFill>
                  <a:srgbClr val="2B2B2B"/>
                </a:solidFill>
                <a:latin typeface="Calibri"/>
              </a:rPr>
              <a:t>Importan el linaje y la calidad como código</a:t>
            </a:r>
          </a:p>
        </p:txBody>
      </p:sp>
      <p:sp>
        <p:nvSpPr>
          <p:cNvPr id="22" name="Rectangle 21"/>
          <p:cNvSpPr/>
          <p:nvPr/>
        </p:nvSpPr>
        <p:spPr>
          <a:xfrm>
            <a:off x="457200" y="2295144"/>
            <a:ext cx="822960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2295144"/>
            <a:ext cx="1609343" cy="420624"/>
          </a:xfrm>
          <a:prstGeom prst="rect">
            <a:avLst/>
          </a:prstGeom>
          <a:noFill/>
        </p:spPr>
        <p:txBody>
          <a:bodyPr wrap="square" lIns="0" rIns="0" tIns="0" bIns="0" anchor="ctr">
            <a:spAutoFit/>
          </a:bodyPr>
          <a:lstStyle/>
          <a:p>
            <a:pPr algn="l">
              <a:spcAft>
                <a:spcPts val="0"/>
              </a:spcAft>
            </a:pPr>
            <a:r>
              <a:rPr sz="1125" b="1" i="0">
                <a:solidFill>
                  <a:srgbClr val="6B4CE6"/>
                </a:solidFill>
                <a:latin typeface="Calibri"/>
              </a:rPr>
              <a:t>Prefect</a:t>
            </a:r>
          </a:p>
        </p:txBody>
      </p:sp>
      <p:sp>
        <p:nvSpPr>
          <p:cNvPr id="24" name="TextBox 23"/>
          <p:cNvSpPr txBox="1"/>
          <p:nvPr/>
        </p:nvSpPr>
        <p:spPr>
          <a:xfrm>
            <a:off x="2267712" y="2295144"/>
            <a:ext cx="2249424" cy="420624"/>
          </a:xfrm>
          <a:prstGeom prst="rect">
            <a:avLst/>
          </a:prstGeom>
          <a:noFill/>
        </p:spPr>
        <p:txBody>
          <a:bodyPr wrap="square" lIns="0" rIns="0" tIns="0" bIns="0" anchor="ctr">
            <a:spAutoFit/>
          </a:bodyPr>
          <a:lstStyle/>
          <a:p>
            <a:pPr algn="l">
              <a:spcAft>
                <a:spcPts val="0"/>
              </a:spcAft>
            </a:pPr>
            <a:r>
              <a:rPr sz="1125" b="0" i="0">
                <a:solidFill>
                  <a:srgbClr val="2B2B2B"/>
                </a:solidFill>
                <a:latin typeface="Calibri"/>
              </a:rPr>
              <a:t>Orquestador en Python con flujos dinámicos</a:t>
            </a:r>
          </a:p>
        </p:txBody>
      </p:sp>
      <p:sp>
        <p:nvSpPr>
          <p:cNvPr id="25" name="TextBox 24"/>
          <p:cNvSpPr txBox="1"/>
          <p:nvPr/>
        </p:nvSpPr>
        <p:spPr>
          <a:xfrm>
            <a:off x="4645152" y="2295144"/>
            <a:ext cx="1426464" cy="420624"/>
          </a:xfrm>
          <a:prstGeom prst="rect">
            <a:avLst/>
          </a:prstGeom>
          <a:noFill/>
        </p:spPr>
        <p:txBody>
          <a:bodyPr wrap="square" lIns="0" rIns="0" tIns="0" bIns="0" anchor="ctr">
            <a:spAutoFit/>
          </a:bodyPr>
          <a:lstStyle/>
          <a:p>
            <a:pPr algn="l">
              <a:spcAft>
                <a:spcPts val="0"/>
              </a:spcAft>
            </a:pPr>
            <a:r>
              <a:rPr sz="1125" b="0" i="0">
                <a:solidFill>
                  <a:srgbClr val="2B2B2B"/>
                </a:solidFill>
                <a:latin typeface="Calibri"/>
              </a:rPr>
              <a:t>Python con decoradores</a:t>
            </a:r>
          </a:p>
        </p:txBody>
      </p:sp>
      <p:sp>
        <p:nvSpPr>
          <p:cNvPr id="26" name="TextBox 25"/>
          <p:cNvSpPr txBox="1"/>
          <p:nvPr/>
        </p:nvSpPr>
        <p:spPr>
          <a:xfrm>
            <a:off x="6199632" y="2295144"/>
            <a:ext cx="2432303" cy="420624"/>
          </a:xfrm>
          <a:prstGeom prst="rect">
            <a:avLst/>
          </a:prstGeom>
          <a:noFill/>
        </p:spPr>
        <p:txBody>
          <a:bodyPr wrap="square" lIns="0" rIns="0" tIns="0" bIns="0" anchor="ctr">
            <a:spAutoFit/>
          </a:bodyPr>
          <a:lstStyle/>
          <a:p>
            <a:pPr algn="l">
              <a:spcAft>
                <a:spcPts val="0"/>
              </a:spcAft>
            </a:pPr>
            <a:r>
              <a:rPr sz="1125" b="0" i="0">
                <a:solidFill>
                  <a:srgbClr val="2B2B2B"/>
                </a:solidFill>
                <a:latin typeface="Calibri"/>
              </a:rPr>
              <a:t>Se quiere arrancar rápido con flujos que cambian</a:t>
            </a:r>
          </a:p>
        </p:txBody>
      </p:sp>
      <p:sp>
        <p:nvSpPr>
          <p:cNvPr id="27" name="Rectangle 26"/>
          <p:cNvSpPr/>
          <p:nvPr/>
        </p:nvSpPr>
        <p:spPr>
          <a:xfrm>
            <a:off x="457200" y="2715768"/>
            <a:ext cx="8229600" cy="420624"/>
          </a:xfrm>
          <a:prstGeom prst="rect">
            <a:avLst/>
          </a:prstGeom>
          <a:solidFill>
            <a:srgbClr val="EFE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 y="2715768"/>
            <a:ext cx="1609343" cy="420624"/>
          </a:xfrm>
          <a:prstGeom prst="rect">
            <a:avLst/>
          </a:prstGeom>
          <a:noFill/>
        </p:spPr>
        <p:txBody>
          <a:bodyPr wrap="square" lIns="0" rIns="0" tIns="0" bIns="0" anchor="ctr">
            <a:spAutoFit/>
          </a:bodyPr>
          <a:lstStyle/>
          <a:p>
            <a:pPr algn="l">
              <a:spcAft>
                <a:spcPts val="0"/>
              </a:spcAft>
            </a:pPr>
            <a:r>
              <a:rPr sz="1125" b="1" i="0">
                <a:solidFill>
                  <a:srgbClr val="6B4CE6"/>
                </a:solidFill>
                <a:latin typeface="Calibri"/>
              </a:rPr>
              <a:t>Luigi</a:t>
            </a:r>
          </a:p>
        </p:txBody>
      </p:sp>
      <p:sp>
        <p:nvSpPr>
          <p:cNvPr id="29" name="TextBox 28"/>
          <p:cNvSpPr txBox="1"/>
          <p:nvPr/>
        </p:nvSpPr>
        <p:spPr>
          <a:xfrm>
            <a:off x="2267712" y="2715768"/>
            <a:ext cx="2249424" cy="420624"/>
          </a:xfrm>
          <a:prstGeom prst="rect">
            <a:avLst/>
          </a:prstGeom>
          <a:noFill/>
        </p:spPr>
        <p:txBody>
          <a:bodyPr wrap="square" lIns="0" rIns="0" tIns="0" bIns="0" anchor="ctr">
            <a:spAutoFit/>
          </a:bodyPr>
          <a:lstStyle/>
          <a:p>
            <a:pPr algn="l">
              <a:spcAft>
                <a:spcPts val="0"/>
              </a:spcAft>
            </a:pPr>
            <a:r>
              <a:rPr sz="1125" b="0" i="0">
                <a:solidFill>
                  <a:srgbClr val="2B2B2B"/>
                </a:solidFill>
                <a:latin typeface="Calibri"/>
              </a:rPr>
              <a:t>Biblioteca de dependencias entre tareas</a:t>
            </a:r>
          </a:p>
        </p:txBody>
      </p:sp>
      <p:sp>
        <p:nvSpPr>
          <p:cNvPr id="30" name="TextBox 29"/>
          <p:cNvSpPr txBox="1"/>
          <p:nvPr/>
        </p:nvSpPr>
        <p:spPr>
          <a:xfrm>
            <a:off x="4645152" y="2715768"/>
            <a:ext cx="1426464" cy="420624"/>
          </a:xfrm>
          <a:prstGeom prst="rect">
            <a:avLst/>
          </a:prstGeom>
          <a:noFill/>
        </p:spPr>
        <p:txBody>
          <a:bodyPr wrap="square" lIns="0" rIns="0" tIns="0" bIns="0" anchor="ctr">
            <a:spAutoFit/>
          </a:bodyPr>
          <a:lstStyle/>
          <a:p>
            <a:pPr algn="l">
              <a:spcAft>
                <a:spcPts val="0"/>
              </a:spcAft>
            </a:pPr>
            <a:r>
              <a:rPr sz="1125" b="0" i="0">
                <a:solidFill>
                  <a:srgbClr val="2B2B2B"/>
                </a:solidFill>
                <a:latin typeface="Calibri"/>
              </a:rPr>
              <a:t>Clases de Python</a:t>
            </a:r>
          </a:p>
        </p:txBody>
      </p:sp>
      <p:sp>
        <p:nvSpPr>
          <p:cNvPr id="31" name="TextBox 30"/>
          <p:cNvSpPr txBox="1"/>
          <p:nvPr/>
        </p:nvSpPr>
        <p:spPr>
          <a:xfrm>
            <a:off x="6199632" y="2715768"/>
            <a:ext cx="2432303" cy="420624"/>
          </a:xfrm>
          <a:prstGeom prst="rect">
            <a:avLst/>
          </a:prstGeom>
          <a:noFill/>
        </p:spPr>
        <p:txBody>
          <a:bodyPr wrap="square" lIns="0" rIns="0" tIns="0" bIns="0" anchor="ctr">
            <a:spAutoFit/>
          </a:bodyPr>
          <a:lstStyle/>
          <a:p>
            <a:pPr algn="l">
              <a:spcAft>
                <a:spcPts val="0"/>
              </a:spcAft>
            </a:pPr>
            <a:r>
              <a:rPr sz="1125" b="0" i="0">
                <a:solidFill>
                  <a:srgbClr val="2B2B2B"/>
                </a:solidFill>
                <a:latin typeface="Calibri"/>
              </a:rPr>
              <a:t>Son cadenas de lotes simples</a:t>
            </a:r>
          </a:p>
        </p:txBody>
      </p:sp>
      <p:sp>
        <p:nvSpPr>
          <p:cNvPr id="32" name="Rectangle 31"/>
          <p:cNvSpPr/>
          <p:nvPr/>
        </p:nvSpPr>
        <p:spPr>
          <a:xfrm>
            <a:off x="457200" y="3136392"/>
            <a:ext cx="822960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0352" y="3136392"/>
            <a:ext cx="1609343" cy="420624"/>
          </a:xfrm>
          <a:prstGeom prst="rect">
            <a:avLst/>
          </a:prstGeom>
          <a:noFill/>
        </p:spPr>
        <p:txBody>
          <a:bodyPr wrap="square" lIns="0" rIns="0" tIns="0" bIns="0" anchor="ctr">
            <a:spAutoFit/>
          </a:bodyPr>
          <a:lstStyle/>
          <a:p>
            <a:pPr algn="l">
              <a:spcAft>
                <a:spcPts val="0"/>
              </a:spcAft>
            </a:pPr>
            <a:r>
              <a:rPr sz="1125" b="1" i="0">
                <a:solidFill>
                  <a:srgbClr val="6B4CE6"/>
                </a:solidFill>
                <a:latin typeface="Calibri"/>
              </a:rPr>
              <a:t>Argo Workflows</a:t>
            </a:r>
          </a:p>
        </p:txBody>
      </p:sp>
      <p:sp>
        <p:nvSpPr>
          <p:cNvPr id="34" name="TextBox 33"/>
          <p:cNvSpPr txBox="1"/>
          <p:nvPr/>
        </p:nvSpPr>
        <p:spPr>
          <a:xfrm>
            <a:off x="2267712" y="3136392"/>
            <a:ext cx="2249424" cy="420624"/>
          </a:xfrm>
          <a:prstGeom prst="rect">
            <a:avLst/>
          </a:prstGeom>
          <a:noFill/>
        </p:spPr>
        <p:txBody>
          <a:bodyPr wrap="square" lIns="0" rIns="0" tIns="0" bIns="0" anchor="ctr">
            <a:spAutoFit/>
          </a:bodyPr>
          <a:lstStyle/>
          <a:p>
            <a:pPr algn="l">
              <a:spcAft>
                <a:spcPts val="0"/>
              </a:spcAft>
            </a:pPr>
            <a:r>
              <a:rPr sz="1125" b="0" i="0">
                <a:solidFill>
                  <a:srgbClr val="2B2B2B"/>
                </a:solidFill>
                <a:latin typeface="Calibri"/>
              </a:rPr>
              <a:t>Orquestador nativo de Kubernetes</a:t>
            </a:r>
          </a:p>
        </p:txBody>
      </p:sp>
      <p:sp>
        <p:nvSpPr>
          <p:cNvPr id="35" name="TextBox 34"/>
          <p:cNvSpPr txBox="1"/>
          <p:nvPr/>
        </p:nvSpPr>
        <p:spPr>
          <a:xfrm>
            <a:off x="4645152" y="3136392"/>
            <a:ext cx="1426464" cy="420624"/>
          </a:xfrm>
          <a:prstGeom prst="rect">
            <a:avLst/>
          </a:prstGeom>
          <a:noFill/>
        </p:spPr>
        <p:txBody>
          <a:bodyPr wrap="square" lIns="0" rIns="0" tIns="0" bIns="0" anchor="ctr">
            <a:spAutoFit/>
          </a:bodyPr>
          <a:lstStyle/>
          <a:p>
            <a:pPr algn="l">
              <a:spcAft>
                <a:spcPts val="0"/>
              </a:spcAft>
            </a:pPr>
            <a:r>
              <a:rPr sz="1125" b="0" i="0">
                <a:solidFill>
                  <a:srgbClr val="2B2B2B"/>
                </a:solidFill>
                <a:latin typeface="Calibri"/>
              </a:rPr>
              <a:t>YAML</a:t>
            </a:r>
          </a:p>
        </p:txBody>
      </p:sp>
      <p:sp>
        <p:nvSpPr>
          <p:cNvPr id="36" name="TextBox 35"/>
          <p:cNvSpPr txBox="1"/>
          <p:nvPr/>
        </p:nvSpPr>
        <p:spPr>
          <a:xfrm>
            <a:off x="6199632" y="3136392"/>
            <a:ext cx="2432303" cy="420624"/>
          </a:xfrm>
          <a:prstGeom prst="rect">
            <a:avLst/>
          </a:prstGeom>
          <a:noFill/>
        </p:spPr>
        <p:txBody>
          <a:bodyPr wrap="square" lIns="0" rIns="0" tIns="0" bIns="0" anchor="ctr">
            <a:spAutoFit/>
          </a:bodyPr>
          <a:lstStyle/>
          <a:p>
            <a:pPr algn="l">
              <a:spcAft>
                <a:spcPts val="0"/>
              </a:spcAft>
            </a:pPr>
            <a:r>
              <a:rPr sz="1125" b="0" i="0">
                <a:solidFill>
                  <a:srgbClr val="2B2B2B"/>
                </a:solidFill>
                <a:latin typeface="Calibri"/>
              </a:rPr>
              <a:t>Todo ya corre en contenedores sobre Kubernetes</a:t>
            </a:r>
          </a:p>
        </p:txBody>
      </p:sp>
      <p:sp>
        <p:nvSpPr>
          <p:cNvPr id="37" name="Rectangle 36"/>
          <p:cNvSpPr/>
          <p:nvPr/>
        </p:nvSpPr>
        <p:spPr>
          <a:xfrm>
            <a:off x="457200" y="3557016"/>
            <a:ext cx="8229600" cy="420624"/>
          </a:xfrm>
          <a:prstGeom prst="rect">
            <a:avLst/>
          </a:prstGeom>
          <a:solidFill>
            <a:srgbClr val="EFE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30352" y="3557016"/>
            <a:ext cx="1609343" cy="420624"/>
          </a:xfrm>
          <a:prstGeom prst="rect">
            <a:avLst/>
          </a:prstGeom>
          <a:noFill/>
        </p:spPr>
        <p:txBody>
          <a:bodyPr wrap="square" lIns="0" rIns="0" tIns="0" bIns="0" anchor="ctr">
            <a:spAutoFit/>
          </a:bodyPr>
          <a:lstStyle/>
          <a:p>
            <a:pPr algn="l">
              <a:spcAft>
                <a:spcPts val="0"/>
              </a:spcAft>
            </a:pPr>
            <a:r>
              <a:rPr sz="1125" b="1" i="0">
                <a:solidFill>
                  <a:srgbClr val="6B4CE6"/>
                </a:solidFill>
                <a:latin typeface="Calibri"/>
              </a:rPr>
              <a:t>Servicios de la nube</a:t>
            </a:r>
          </a:p>
        </p:txBody>
      </p:sp>
      <p:sp>
        <p:nvSpPr>
          <p:cNvPr id="39" name="TextBox 38"/>
          <p:cNvSpPr txBox="1"/>
          <p:nvPr/>
        </p:nvSpPr>
        <p:spPr>
          <a:xfrm>
            <a:off x="2267712" y="3557016"/>
            <a:ext cx="2249424" cy="420624"/>
          </a:xfrm>
          <a:prstGeom prst="rect">
            <a:avLst/>
          </a:prstGeom>
          <a:noFill/>
        </p:spPr>
        <p:txBody>
          <a:bodyPr wrap="square" lIns="0" rIns="0" tIns="0" bIns="0" anchor="ctr">
            <a:spAutoFit/>
          </a:bodyPr>
          <a:lstStyle/>
          <a:p>
            <a:pPr algn="l">
              <a:spcAft>
                <a:spcPts val="0"/>
              </a:spcAft>
            </a:pPr>
            <a:r>
              <a:rPr sz="1125" b="0" i="0">
                <a:solidFill>
                  <a:srgbClr val="2B2B2B"/>
                </a:solidFill>
                <a:latin typeface="Calibri"/>
              </a:rPr>
              <a:t>Azure Data Factory, AWS Step Functions, Cloud Composer</a:t>
            </a:r>
          </a:p>
        </p:txBody>
      </p:sp>
      <p:sp>
        <p:nvSpPr>
          <p:cNvPr id="40" name="TextBox 39"/>
          <p:cNvSpPr txBox="1"/>
          <p:nvPr/>
        </p:nvSpPr>
        <p:spPr>
          <a:xfrm>
            <a:off x="4645152" y="3557016"/>
            <a:ext cx="1426464" cy="420624"/>
          </a:xfrm>
          <a:prstGeom prst="rect">
            <a:avLst/>
          </a:prstGeom>
          <a:noFill/>
        </p:spPr>
        <p:txBody>
          <a:bodyPr wrap="square" lIns="0" rIns="0" tIns="0" bIns="0" anchor="ctr">
            <a:spAutoFit/>
          </a:bodyPr>
          <a:lstStyle/>
          <a:p>
            <a:pPr algn="l">
              <a:spcAft>
                <a:spcPts val="0"/>
              </a:spcAft>
            </a:pPr>
            <a:r>
              <a:rPr sz="1125" b="0" i="0">
                <a:solidFill>
                  <a:srgbClr val="2B2B2B"/>
                </a:solidFill>
                <a:latin typeface="Calibri"/>
              </a:rPr>
              <a:t>Interfaz visual, JSON o DAGs</a:t>
            </a:r>
          </a:p>
        </p:txBody>
      </p:sp>
      <p:sp>
        <p:nvSpPr>
          <p:cNvPr id="41" name="TextBox 40"/>
          <p:cNvSpPr txBox="1"/>
          <p:nvPr/>
        </p:nvSpPr>
        <p:spPr>
          <a:xfrm>
            <a:off x="6199632" y="3557016"/>
            <a:ext cx="2432303" cy="420624"/>
          </a:xfrm>
          <a:prstGeom prst="rect">
            <a:avLst/>
          </a:prstGeom>
          <a:noFill/>
        </p:spPr>
        <p:txBody>
          <a:bodyPr wrap="square" lIns="0" rIns="0" tIns="0" bIns="0" anchor="ctr">
            <a:spAutoFit/>
          </a:bodyPr>
          <a:lstStyle/>
          <a:p>
            <a:pPr algn="l">
              <a:spcAft>
                <a:spcPts val="0"/>
              </a:spcAft>
            </a:pPr>
            <a:r>
              <a:rPr sz="1125" b="0" i="0">
                <a:solidFill>
                  <a:srgbClr val="2B2B2B"/>
                </a:solidFill>
                <a:latin typeface="Calibri"/>
              </a:rPr>
              <a:t>No se quiere operar la plataforma</a:t>
            </a:r>
          </a:p>
        </p:txBody>
      </p:sp>
      <p:sp>
        <p:nvSpPr>
          <p:cNvPr id="42" name="Rectangle 41"/>
          <p:cNvSpPr/>
          <p:nvPr/>
        </p:nvSpPr>
        <p:spPr>
          <a:xfrm>
            <a:off x="457200" y="3977640"/>
            <a:ext cx="822960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30352" y="3977640"/>
            <a:ext cx="1609343" cy="420624"/>
          </a:xfrm>
          <a:prstGeom prst="rect">
            <a:avLst/>
          </a:prstGeom>
          <a:noFill/>
        </p:spPr>
        <p:txBody>
          <a:bodyPr wrap="square" lIns="0" rIns="0" tIns="0" bIns="0" anchor="ctr">
            <a:spAutoFit/>
          </a:bodyPr>
          <a:lstStyle/>
          <a:p>
            <a:pPr algn="l">
              <a:spcAft>
                <a:spcPts val="0"/>
              </a:spcAft>
            </a:pPr>
            <a:r>
              <a:rPr sz="1125" b="1" i="0">
                <a:solidFill>
                  <a:srgbClr val="6B4CE6"/>
                </a:solidFill>
                <a:latin typeface="Calibri"/>
              </a:rPr>
              <a:t>Cron y scripts</a:t>
            </a:r>
          </a:p>
        </p:txBody>
      </p:sp>
      <p:sp>
        <p:nvSpPr>
          <p:cNvPr id="44" name="TextBox 43"/>
          <p:cNvSpPr txBox="1"/>
          <p:nvPr/>
        </p:nvSpPr>
        <p:spPr>
          <a:xfrm>
            <a:off x="2267712" y="3977640"/>
            <a:ext cx="2249424" cy="420624"/>
          </a:xfrm>
          <a:prstGeom prst="rect">
            <a:avLst/>
          </a:prstGeom>
          <a:noFill/>
        </p:spPr>
        <p:txBody>
          <a:bodyPr wrap="square" lIns="0" rIns="0" tIns="0" bIns="0" anchor="ctr">
            <a:spAutoFit/>
          </a:bodyPr>
          <a:lstStyle/>
          <a:p>
            <a:pPr algn="l">
              <a:spcAft>
                <a:spcPts val="0"/>
              </a:spcAft>
            </a:pPr>
            <a:r>
              <a:rPr sz="1125" b="0" i="0">
                <a:solidFill>
                  <a:srgbClr val="2B2B2B"/>
                </a:solidFill>
                <a:latin typeface="Calibri"/>
              </a:rPr>
              <a:t>El programador del sistema</a:t>
            </a:r>
          </a:p>
        </p:txBody>
      </p:sp>
      <p:sp>
        <p:nvSpPr>
          <p:cNvPr id="45" name="TextBox 44"/>
          <p:cNvSpPr txBox="1"/>
          <p:nvPr/>
        </p:nvSpPr>
        <p:spPr>
          <a:xfrm>
            <a:off x="4645152" y="3977640"/>
            <a:ext cx="1426464" cy="420624"/>
          </a:xfrm>
          <a:prstGeom prst="rect">
            <a:avLst/>
          </a:prstGeom>
          <a:noFill/>
        </p:spPr>
        <p:txBody>
          <a:bodyPr wrap="square" lIns="0" rIns="0" tIns="0" bIns="0" anchor="ctr">
            <a:spAutoFit/>
          </a:bodyPr>
          <a:lstStyle/>
          <a:p>
            <a:pPr algn="l">
              <a:spcAft>
                <a:spcPts val="0"/>
              </a:spcAft>
            </a:pPr>
            <a:r>
              <a:rPr sz="1125" b="0" i="0">
                <a:solidFill>
                  <a:srgbClr val="2B2B2B"/>
                </a:solidFill>
                <a:latin typeface="Calibri"/>
              </a:rPr>
              <a:t>Una línea de configuración</a:t>
            </a:r>
          </a:p>
        </p:txBody>
      </p:sp>
      <p:sp>
        <p:nvSpPr>
          <p:cNvPr id="46" name="TextBox 45"/>
          <p:cNvSpPr txBox="1"/>
          <p:nvPr/>
        </p:nvSpPr>
        <p:spPr>
          <a:xfrm>
            <a:off x="6199632" y="3977640"/>
            <a:ext cx="2432303" cy="420624"/>
          </a:xfrm>
          <a:prstGeom prst="rect">
            <a:avLst/>
          </a:prstGeom>
          <a:noFill/>
        </p:spPr>
        <p:txBody>
          <a:bodyPr wrap="square" lIns="0" rIns="0" tIns="0" bIns="0" anchor="ctr">
            <a:spAutoFit/>
          </a:bodyPr>
          <a:lstStyle/>
          <a:p>
            <a:pPr algn="l">
              <a:spcAft>
                <a:spcPts val="0"/>
              </a:spcAft>
            </a:pPr>
            <a:r>
              <a:rPr sz="1125" b="0" i="0">
                <a:solidFill>
                  <a:srgbClr val="2B2B2B"/>
                </a:solidFill>
                <a:latin typeface="Calibri"/>
              </a:rPr>
              <a:t>Una tarea simple con un solo dueño</a:t>
            </a:r>
          </a:p>
        </p:txBody>
      </p:sp>
      <p:sp>
        <p:nvSpPr>
          <p:cNvPr id="47" name="TextBox 46"/>
          <p:cNvSpPr txBox="1"/>
          <p:nvPr/>
        </p:nvSpPr>
        <p:spPr>
          <a:xfrm>
            <a:off x="457200" y="4462272"/>
            <a:ext cx="8229600" cy="274320"/>
          </a:xfrm>
          <a:prstGeom prst="rect">
            <a:avLst/>
          </a:prstGeom>
          <a:noFill/>
        </p:spPr>
        <p:txBody>
          <a:bodyPr wrap="square" lIns="0" rIns="0" tIns="0" bIns="0" anchor="ctr">
            <a:spAutoFit/>
          </a:bodyPr>
          <a:lstStyle/>
          <a:p>
            <a:pPr algn="ctr">
              <a:spcAft>
                <a:spcPts val="0"/>
              </a:spcAft>
            </a:pPr>
            <a:r>
              <a:rPr sz="1350" b="0" i="1">
                <a:solidFill>
                  <a:srgbClr val="6B6B85"/>
                </a:solidFill>
                <a:latin typeface="Calibri"/>
              </a:rPr>
              <a:t>Apache NiFi no es un orquestador: mueve datos con un flujo continuo y se complementa con uno.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0D14"/>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1 · CUÁNDO SÍ</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FFFFFF"/>
                </a:solidFill>
                <a:latin typeface="Calibri"/>
              </a:rPr>
              <a:t>Para qué </a:t>
            </a:r>
            <a:r>
              <a:rPr sz="3200" b="1" i="0">
                <a:solidFill>
                  <a:srgbClr val="A48AFB"/>
                </a:solidFill>
                <a:latin typeface="Calibri"/>
              </a:rPr>
              <a:t>sí usar un orquestador</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8888A8"/>
                </a:solidFill>
                <a:latin typeface="Calibri"/>
              </a:rPr>
              <a:t>11</a:t>
            </a:r>
          </a:p>
        </p:txBody>
      </p:sp>
      <p:sp>
        <p:nvSpPr>
          <p:cNvPr id="7" name="Rounded Rectangle 6"/>
          <p:cNvSpPr/>
          <p:nvPr/>
        </p:nvSpPr>
        <p:spPr>
          <a:xfrm>
            <a:off x="457200" y="1280160"/>
            <a:ext cx="2651760" cy="1371600"/>
          </a:xfrm>
          <a:prstGeom prst="roundRect">
            <a:avLst>
              <a:gd name="adj" fmla="val 6000"/>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344168"/>
            <a:ext cx="2432304" cy="411480"/>
          </a:xfrm>
          <a:prstGeom prst="rect">
            <a:avLst/>
          </a:prstGeom>
          <a:noFill/>
        </p:spPr>
        <p:txBody>
          <a:bodyPr wrap="square" lIns="0" rIns="0" tIns="0" bIns="0" anchor="ctr">
            <a:spAutoFit/>
          </a:bodyPr>
          <a:lstStyle/>
          <a:p>
            <a:pPr algn="l">
              <a:spcAft>
                <a:spcPts val="0"/>
              </a:spcAft>
            </a:pPr>
            <a:r>
              <a:rPr sz="1500" b="1" i="0">
                <a:solidFill>
                  <a:srgbClr val="A48AFB"/>
                </a:solidFill>
                <a:latin typeface="Calibri"/>
              </a:rPr>
              <a:t>Tareas con dependencias</a:t>
            </a:r>
          </a:p>
        </p:txBody>
      </p:sp>
      <p:sp>
        <p:nvSpPr>
          <p:cNvPr id="9" name="TextBox 8"/>
          <p:cNvSpPr txBox="1"/>
          <p:nvPr/>
        </p:nvSpPr>
        <p:spPr>
          <a:xfrm>
            <a:off x="566928" y="1810512"/>
            <a:ext cx="2432304" cy="804672"/>
          </a:xfrm>
          <a:prstGeom prst="rect">
            <a:avLst/>
          </a:prstGeom>
          <a:noFill/>
        </p:spPr>
        <p:txBody>
          <a:bodyPr wrap="square" lIns="0" rIns="0" tIns="0" bIns="0" anchor="t">
            <a:spAutoFit/>
          </a:bodyPr>
          <a:lstStyle/>
          <a:p>
            <a:pPr algn="l">
              <a:spcAft>
                <a:spcPts val="0"/>
              </a:spcAft>
            </a:pPr>
            <a:r>
              <a:rPr sz="1350" b="0" i="0">
                <a:solidFill>
                  <a:srgbClr val="F0F0F8"/>
                </a:solidFill>
                <a:latin typeface="Calibri"/>
              </a:rPr>
              <a:t>Una no puede empezar hasta que otra termine.</a:t>
            </a:r>
          </a:p>
        </p:txBody>
      </p:sp>
      <p:sp>
        <p:nvSpPr>
          <p:cNvPr id="10" name="Rounded Rectangle 9"/>
          <p:cNvSpPr/>
          <p:nvPr/>
        </p:nvSpPr>
        <p:spPr>
          <a:xfrm>
            <a:off x="3246120" y="1280160"/>
            <a:ext cx="2651760" cy="1371600"/>
          </a:xfrm>
          <a:prstGeom prst="roundRect">
            <a:avLst>
              <a:gd name="adj" fmla="val 6000"/>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55848" y="1344168"/>
            <a:ext cx="2432304" cy="411480"/>
          </a:xfrm>
          <a:prstGeom prst="rect">
            <a:avLst/>
          </a:prstGeom>
          <a:noFill/>
        </p:spPr>
        <p:txBody>
          <a:bodyPr wrap="square" lIns="0" rIns="0" tIns="0" bIns="0" anchor="ctr">
            <a:spAutoFit/>
          </a:bodyPr>
          <a:lstStyle/>
          <a:p>
            <a:pPr algn="l">
              <a:spcAft>
                <a:spcPts val="0"/>
              </a:spcAft>
            </a:pPr>
            <a:r>
              <a:rPr sz="1500" b="1" i="0">
                <a:solidFill>
                  <a:srgbClr val="A48AFB"/>
                </a:solidFill>
                <a:latin typeface="Calibri"/>
              </a:rPr>
              <a:t>Horarios y ventanas</a:t>
            </a:r>
          </a:p>
        </p:txBody>
      </p:sp>
      <p:sp>
        <p:nvSpPr>
          <p:cNvPr id="12" name="TextBox 11"/>
          <p:cNvSpPr txBox="1"/>
          <p:nvPr/>
        </p:nvSpPr>
        <p:spPr>
          <a:xfrm>
            <a:off x="3355848" y="1810512"/>
            <a:ext cx="2432304" cy="804672"/>
          </a:xfrm>
          <a:prstGeom prst="rect">
            <a:avLst/>
          </a:prstGeom>
          <a:noFill/>
        </p:spPr>
        <p:txBody>
          <a:bodyPr wrap="square" lIns="0" rIns="0" tIns="0" bIns="0" anchor="t">
            <a:spAutoFit/>
          </a:bodyPr>
          <a:lstStyle/>
          <a:p>
            <a:pPr algn="l">
              <a:spcAft>
                <a:spcPts val="0"/>
              </a:spcAft>
            </a:pPr>
            <a:r>
              <a:rPr sz="1350" b="0" i="0">
                <a:solidFill>
                  <a:srgbClr val="F0F0F8"/>
                </a:solidFill>
                <a:latin typeface="Calibri"/>
              </a:rPr>
              <a:t>Tiene que estar listo antes de una hora.</a:t>
            </a:r>
          </a:p>
        </p:txBody>
      </p:sp>
      <p:sp>
        <p:nvSpPr>
          <p:cNvPr id="13" name="Rounded Rectangle 12"/>
          <p:cNvSpPr/>
          <p:nvPr/>
        </p:nvSpPr>
        <p:spPr>
          <a:xfrm>
            <a:off x="6035040" y="1280160"/>
            <a:ext cx="2651760" cy="1371600"/>
          </a:xfrm>
          <a:prstGeom prst="roundRect">
            <a:avLst>
              <a:gd name="adj" fmla="val 6000"/>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44768" y="1344168"/>
            <a:ext cx="2432304" cy="411480"/>
          </a:xfrm>
          <a:prstGeom prst="rect">
            <a:avLst/>
          </a:prstGeom>
          <a:noFill/>
        </p:spPr>
        <p:txBody>
          <a:bodyPr wrap="square" lIns="0" rIns="0" tIns="0" bIns="0" anchor="ctr">
            <a:spAutoFit/>
          </a:bodyPr>
          <a:lstStyle/>
          <a:p>
            <a:pPr algn="l">
              <a:spcAft>
                <a:spcPts val="0"/>
              </a:spcAft>
            </a:pPr>
            <a:r>
              <a:rPr sz="1500" b="1" i="0">
                <a:solidFill>
                  <a:srgbClr val="A48AFB"/>
                </a:solidFill>
                <a:latin typeface="Calibri"/>
              </a:rPr>
              <a:t>Reintentos y alertas</a:t>
            </a:r>
          </a:p>
        </p:txBody>
      </p:sp>
      <p:sp>
        <p:nvSpPr>
          <p:cNvPr id="15" name="TextBox 14"/>
          <p:cNvSpPr txBox="1"/>
          <p:nvPr/>
        </p:nvSpPr>
        <p:spPr>
          <a:xfrm>
            <a:off x="6144768" y="1810512"/>
            <a:ext cx="2432304" cy="804672"/>
          </a:xfrm>
          <a:prstGeom prst="rect">
            <a:avLst/>
          </a:prstGeom>
          <a:noFill/>
        </p:spPr>
        <p:txBody>
          <a:bodyPr wrap="square" lIns="0" rIns="0" tIns="0" bIns="0" anchor="t">
            <a:spAutoFit/>
          </a:bodyPr>
          <a:lstStyle/>
          <a:p>
            <a:pPr algn="l">
              <a:spcAft>
                <a:spcPts val="0"/>
              </a:spcAft>
            </a:pPr>
            <a:r>
              <a:rPr sz="1350" b="0" i="0">
                <a:solidFill>
                  <a:srgbClr val="F0F0F8"/>
                </a:solidFill>
                <a:latin typeface="Calibri"/>
              </a:rPr>
              <a:t>Las fallas transitorias se absorben y las graves avisan.</a:t>
            </a:r>
          </a:p>
        </p:txBody>
      </p:sp>
      <p:sp>
        <p:nvSpPr>
          <p:cNvPr id="16" name="Rounded Rectangle 15"/>
          <p:cNvSpPr/>
          <p:nvPr/>
        </p:nvSpPr>
        <p:spPr>
          <a:xfrm>
            <a:off x="457200" y="2788920"/>
            <a:ext cx="2651760" cy="1371600"/>
          </a:xfrm>
          <a:prstGeom prst="roundRect">
            <a:avLst>
              <a:gd name="adj" fmla="val 6000"/>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2852927"/>
            <a:ext cx="2432304" cy="411480"/>
          </a:xfrm>
          <a:prstGeom prst="rect">
            <a:avLst/>
          </a:prstGeom>
          <a:noFill/>
        </p:spPr>
        <p:txBody>
          <a:bodyPr wrap="square" lIns="0" rIns="0" tIns="0" bIns="0" anchor="ctr">
            <a:spAutoFit/>
          </a:bodyPr>
          <a:lstStyle/>
          <a:p>
            <a:pPr algn="l">
              <a:spcAft>
                <a:spcPts val="0"/>
              </a:spcAft>
            </a:pPr>
            <a:r>
              <a:rPr sz="1500" b="1" i="0">
                <a:solidFill>
                  <a:srgbClr val="A48AFB"/>
                </a:solidFill>
                <a:latin typeface="Calibri"/>
              </a:rPr>
              <a:t>Reprocesar el pasado</a:t>
            </a:r>
          </a:p>
        </p:txBody>
      </p:sp>
      <p:sp>
        <p:nvSpPr>
          <p:cNvPr id="18" name="TextBox 17"/>
          <p:cNvSpPr txBox="1"/>
          <p:nvPr/>
        </p:nvSpPr>
        <p:spPr>
          <a:xfrm>
            <a:off x="566928" y="3319272"/>
            <a:ext cx="2432304" cy="804672"/>
          </a:xfrm>
          <a:prstGeom prst="rect">
            <a:avLst/>
          </a:prstGeom>
          <a:noFill/>
        </p:spPr>
        <p:txBody>
          <a:bodyPr wrap="square" lIns="0" rIns="0" tIns="0" bIns="0" anchor="t">
            <a:spAutoFit/>
          </a:bodyPr>
          <a:lstStyle/>
          <a:p>
            <a:pPr algn="l">
              <a:spcAft>
                <a:spcPts val="0"/>
              </a:spcAft>
            </a:pPr>
            <a:r>
              <a:rPr sz="1350" b="0" i="0">
                <a:solidFill>
                  <a:srgbClr val="F0F0F8"/>
                </a:solidFill>
                <a:latin typeface="Calibri"/>
              </a:rPr>
              <a:t>Volver a correr fechas sin duplicar.</a:t>
            </a:r>
          </a:p>
        </p:txBody>
      </p:sp>
      <p:sp>
        <p:nvSpPr>
          <p:cNvPr id="19" name="Rounded Rectangle 18"/>
          <p:cNvSpPr/>
          <p:nvPr/>
        </p:nvSpPr>
        <p:spPr>
          <a:xfrm>
            <a:off x="3246120" y="2788920"/>
            <a:ext cx="2651760" cy="1371600"/>
          </a:xfrm>
          <a:prstGeom prst="roundRect">
            <a:avLst>
              <a:gd name="adj" fmla="val 6000"/>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55848" y="2852927"/>
            <a:ext cx="2432304" cy="411480"/>
          </a:xfrm>
          <a:prstGeom prst="rect">
            <a:avLst/>
          </a:prstGeom>
          <a:noFill/>
        </p:spPr>
        <p:txBody>
          <a:bodyPr wrap="square" lIns="0" rIns="0" tIns="0" bIns="0" anchor="ctr">
            <a:spAutoFit/>
          </a:bodyPr>
          <a:lstStyle/>
          <a:p>
            <a:pPr algn="l">
              <a:spcAft>
                <a:spcPts val="0"/>
              </a:spcAft>
            </a:pPr>
            <a:r>
              <a:rPr sz="1500" b="1" i="0">
                <a:solidFill>
                  <a:srgbClr val="A48AFB"/>
                </a:solidFill>
                <a:latin typeface="Calibri"/>
              </a:rPr>
              <a:t>Saber qué pasó</a:t>
            </a:r>
          </a:p>
        </p:txBody>
      </p:sp>
      <p:sp>
        <p:nvSpPr>
          <p:cNvPr id="21" name="TextBox 20"/>
          <p:cNvSpPr txBox="1"/>
          <p:nvPr/>
        </p:nvSpPr>
        <p:spPr>
          <a:xfrm>
            <a:off x="3355848" y="3319272"/>
            <a:ext cx="2432304" cy="804672"/>
          </a:xfrm>
          <a:prstGeom prst="rect">
            <a:avLst/>
          </a:prstGeom>
          <a:noFill/>
        </p:spPr>
        <p:txBody>
          <a:bodyPr wrap="square" lIns="0" rIns="0" tIns="0" bIns="0" anchor="t">
            <a:spAutoFit/>
          </a:bodyPr>
          <a:lstStyle/>
          <a:p>
            <a:pPr algn="l">
              <a:spcAft>
                <a:spcPts val="0"/>
              </a:spcAft>
            </a:pPr>
            <a:r>
              <a:rPr sz="1350" b="0" i="0">
                <a:solidFill>
                  <a:srgbClr val="F0F0F8"/>
                </a:solidFill>
                <a:latin typeface="Calibri"/>
              </a:rPr>
              <a:t>Qué corrió, cuándo y con qué resultado.</a:t>
            </a:r>
          </a:p>
        </p:txBody>
      </p:sp>
      <p:sp>
        <p:nvSpPr>
          <p:cNvPr id="22" name="Rounded Rectangle 21"/>
          <p:cNvSpPr/>
          <p:nvPr/>
        </p:nvSpPr>
        <p:spPr>
          <a:xfrm>
            <a:off x="6035040" y="2788920"/>
            <a:ext cx="2651760" cy="1371600"/>
          </a:xfrm>
          <a:prstGeom prst="roundRect">
            <a:avLst>
              <a:gd name="adj" fmla="val 6000"/>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44768" y="2852927"/>
            <a:ext cx="2432304" cy="411480"/>
          </a:xfrm>
          <a:prstGeom prst="rect">
            <a:avLst/>
          </a:prstGeom>
          <a:noFill/>
        </p:spPr>
        <p:txBody>
          <a:bodyPr wrap="square" lIns="0" rIns="0" tIns="0" bIns="0" anchor="ctr">
            <a:spAutoFit/>
          </a:bodyPr>
          <a:lstStyle/>
          <a:p>
            <a:pPr algn="l">
              <a:spcAft>
                <a:spcPts val="0"/>
              </a:spcAft>
            </a:pPr>
            <a:r>
              <a:rPr sz="1500" b="1" i="0">
                <a:solidFill>
                  <a:srgbClr val="A48AFB"/>
                </a:solidFill>
                <a:latin typeface="Calibri"/>
              </a:rPr>
              <a:t>Varias fuentes o responsables</a:t>
            </a:r>
          </a:p>
        </p:txBody>
      </p:sp>
      <p:sp>
        <p:nvSpPr>
          <p:cNvPr id="24" name="TextBox 23"/>
          <p:cNvSpPr txBox="1"/>
          <p:nvPr/>
        </p:nvSpPr>
        <p:spPr>
          <a:xfrm>
            <a:off x="6144768" y="3319272"/>
            <a:ext cx="2432304" cy="804672"/>
          </a:xfrm>
          <a:prstGeom prst="rect">
            <a:avLst/>
          </a:prstGeom>
          <a:noFill/>
        </p:spPr>
        <p:txBody>
          <a:bodyPr wrap="square" lIns="0" rIns="0" tIns="0" bIns="0" anchor="t">
            <a:spAutoFit/>
          </a:bodyPr>
          <a:lstStyle/>
          <a:p>
            <a:pPr algn="l">
              <a:spcAft>
                <a:spcPts val="0"/>
              </a:spcAft>
            </a:pPr>
            <a:r>
              <a:rPr sz="1350" b="0" i="0">
                <a:solidFill>
                  <a:srgbClr val="F0F0F8"/>
                </a:solidFill>
                <a:latin typeface="Calibri"/>
              </a:rPr>
              <a:t>Hay que coordinar a más de una persona o sistema.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2F0"/>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1 · CUÁNDO NO</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2B2B2B"/>
                </a:solidFill>
                <a:latin typeface="Calibri"/>
              </a:rPr>
              <a:t>Para qué </a:t>
            </a:r>
            <a:r>
              <a:rPr sz="3200" b="1" i="0">
                <a:solidFill>
                  <a:srgbClr val="6B4CE6"/>
                </a:solidFill>
                <a:latin typeface="Calibri"/>
              </a:rPr>
              <a:t>no usarlo</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6B6B85"/>
                </a:solidFill>
                <a:latin typeface="Calibri"/>
              </a:rPr>
              <a:t>12</a:t>
            </a:r>
          </a:p>
        </p:txBody>
      </p:sp>
      <p:sp>
        <p:nvSpPr>
          <p:cNvPr id="7" name="Rounded Rectangle 6"/>
          <p:cNvSpPr/>
          <p:nvPr/>
        </p:nvSpPr>
        <p:spPr>
          <a:xfrm>
            <a:off x="457200" y="1280160"/>
            <a:ext cx="2651760" cy="1371600"/>
          </a:xfrm>
          <a:prstGeom prst="roundRect">
            <a:avLst>
              <a:gd name="adj" fmla="val 6000"/>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344168"/>
            <a:ext cx="2432304" cy="411480"/>
          </a:xfrm>
          <a:prstGeom prst="rect">
            <a:avLst/>
          </a:prstGeom>
          <a:noFill/>
        </p:spPr>
        <p:txBody>
          <a:bodyPr wrap="square" lIns="0" rIns="0" tIns="0" bIns="0" anchor="ctr">
            <a:spAutoFit/>
          </a:bodyPr>
          <a:lstStyle/>
          <a:p>
            <a:pPr algn="l">
              <a:spcAft>
                <a:spcPts val="0"/>
              </a:spcAft>
            </a:pPr>
            <a:r>
              <a:rPr sz="1500" b="1" i="0">
                <a:solidFill>
                  <a:srgbClr val="6B4CE6"/>
                </a:solidFill>
                <a:latin typeface="Calibri"/>
              </a:rPr>
              <a:t>Una sola tarea simple</a:t>
            </a:r>
          </a:p>
        </p:txBody>
      </p:sp>
      <p:sp>
        <p:nvSpPr>
          <p:cNvPr id="9" name="TextBox 8"/>
          <p:cNvSpPr txBox="1"/>
          <p:nvPr/>
        </p:nvSpPr>
        <p:spPr>
          <a:xfrm>
            <a:off x="566928" y="1810512"/>
            <a:ext cx="2432304" cy="804672"/>
          </a:xfrm>
          <a:prstGeom prst="rect">
            <a:avLst/>
          </a:prstGeom>
          <a:noFill/>
        </p:spPr>
        <p:txBody>
          <a:bodyPr wrap="square" lIns="0" rIns="0" tIns="0" bIns="0" anchor="t">
            <a:spAutoFit/>
          </a:bodyPr>
          <a:lstStyle/>
          <a:p>
            <a:pPr algn="l">
              <a:spcAft>
                <a:spcPts val="0"/>
              </a:spcAft>
            </a:pPr>
            <a:r>
              <a:rPr sz="1350" b="0" i="0">
                <a:solidFill>
                  <a:srgbClr val="2B2B2B"/>
                </a:solidFill>
                <a:latin typeface="Calibri"/>
              </a:rPr>
              <a:t>Un cron o un script con alerta alcanza.</a:t>
            </a:r>
          </a:p>
        </p:txBody>
      </p:sp>
      <p:sp>
        <p:nvSpPr>
          <p:cNvPr id="10" name="Rounded Rectangle 9"/>
          <p:cNvSpPr/>
          <p:nvPr/>
        </p:nvSpPr>
        <p:spPr>
          <a:xfrm>
            <a:off x="3246120" y="1280160"/>
            <a:ext cx="2651760" cy="1371600"/>
          </a:xfrm>
          <a:prstGeom prst="roundRect">
            <a:avLst>
              <a:gd name="adj" fmla="val 6000"/>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55848" y="1344168"/>
            <a:ext cx="2432304" cy="411480"/>
          </a:xfrm>
          <a:prstGeom prst="rect">
            <a:avLst/>
          </a:prstGeom>
          <a:noFill/>
        </p:spPr>
        <p:txBody>
          <a:bodyPr wrap="square" lIns="0" rIns="0" tIns="0" bIns="0" anchor="ctr">
            <a:spAutoFit/>
          </a:bodyPr>
          <a:lstStyle/>
          <a:p>
            <a:pPr algn="l">
              <a:spcAft>
                <a:spcPts val="0"/>
              </a:spcAft>
            </a:pPr>
            <a:r>
              <a:rPr sz="1500" b="1" i="0">
                <a:solidFill>
                  <a:srgbClr val="6B4CE6"/>
                </a:solidFill>
                <a:latin typeface="Calibri"/>
              </a:rPr>
              <a:t>Respuesta en segundos</a:t>
            </a:r>
          </a:p>
        </p:txBody>
      </p:sp>
      <p:sp>
        <p:nvSpPr>
          <p:cNvPr id="12" name="TextBox 11"/>
          <p:cNvSpPr txBox="1"/>
          <p:nvPr/>
        </p:nvSpPr>
        <p:spPr>
          <a:xfrm>
            <a:off x="3355848" y="1810512"/>
            <a:ext cx="2432304" cy="804672"/>
          </a:xfrm>
          <a:prstGeom prst="rect">
            <a:avLst/>
          </a:prstGeom>
          <a:noFill/>
        </p:spPr>
        <p:txBody>
          <a:bodyPr wrap="square" lIns="0" rIns="0" tIns="0" bIns="0" anchor="t">
            <a:spAutoFit/>
          </a:bodyPr>
          <a:lstStyle/>
          <a:p>
            <a:pPr algn="l">
              <a:spcAft>
                <a:spcPts val="0"/>
              </a:spcAft>
            </a:pPr>
            <a:r>
              <a:rPr sz="1350" b="0" i="0">
                <a:solidFill>
                  <a:srgbClr val="2B2B2B"/>
                </a:solidFill>
                <a:latin typeface="Calibri"/>
              </a:rPr>
              <a:t>Eso es eventos o streaming; el orquestador coordina solo lo que va por lotes.</a:t>
            </a:r>
          </a:p>
        </p:txBody>
      </p:sp>
      <p:sp>
        <p:nvSpPr>
          <p:cNvPr id="13" name="Rounded Rectangle 12"/>
          <p:cNvSpPr/>
          <p:nvPr/>
        </p:nvSpPr>
        <p:spPr>
          <a:xfrm>
            <a:off x="6035040" y="1280160"/>
            <a:ext cx="2651760" cy="1371600"/>
          </a:xfrm>
          <a:prstGeom prst="roundRect">
            <a:avLst>
              <a:gd name="adj" fmla="val 6000"/>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44768" y="1344168"/>
            <a:ext cx="2432304" cy="411480"/>
          </a:xfrm>
          <a:prstGeom prst="rect">
            <a:avLst/>
          </a:prstGeom>
          <a:noFill/>
        </p:spPr>
        <p:txBody>
          <a:bodyPr wrap="square" lIns="0" rIns="0" tIns="0" bIns="0" anchor="ctr">
            <a:spAutoFit/>
          </a:bodyPr>
          <a:lstStyle/>
          <a:p>
            <a:pPr algn="l">
              <a:spcAft>
                <a:spcPts val="0"/>
              </a:spcAft>
            </a:pPr>
            <a:r>
              <a:rPr sz="1500" b="1" i="0">
                <a:solidFill>
                  <a:srgbClr val="6B4CE6"/>
                </a:solidFill>
                <a:latin typeface="Calibri"/>
              </a:rPr>
              <a:t>Un proceso de una sola vez</a:t>
            </a:r>
          </a:p>
        </p:txBody>
      </p:sp>
      <p:sp>
        <p:nvSpPr>
          <p:cNvPr id="15" name="TextBox 14"/>
          <p:cNvSpPr txBox="1"/>
          <p:nvPr/>
        </p:nvSpPr>
        <p:spPr>
          <a:xfrm>
            <a:off x="6144768" y="1810512"/>
            <a:ext cx="2432304" cy="804672"/>
          </a:xfrm>
          <a:prstGeom prst="rect">
            <a:avLst/>
          </a:prstGeom>
          <a:noFill/>
        </p:spPr>
        <p:txBody>
          <a:bodyPr wrap="square" lIns="0" rIns="0" tIns="0" bIns="0" anchor="t">
            <a:spAutoFit/>
          </a:bodyPr>
          <a:lstStyle/>
          <a:p>
            <a:pPr algn="l">
              <a:spcAft>
                <a:spcPts val="0"/>
              </a:spcAft>
            </a:pPr>
            <a:r>
              <a:rPr sz="1350" b="0" i="0">
                <a:solidFill>
                  <a:srgbClr val="2B2B2B"/>
                </a:solidFill>
                <a:latin typeface="Calibri"/>
              </a:rPr>
              <a:t>No hay nada que programar ni reprocesar.</a:t>
            </a:r>
          </a:p>
        </p:txBody>
      </p:sp>
      <p:sp>
        <p:nvSpPr>
          <p:cNvPr id="16" name="Rounded Rectangle 15"/>
          <p:cNvSpPr/>
          <p:nvPr/>
        </p:nvSpPr>
        <p:spPr>
          <a:xfrm>
            <a:off x="457200" y="2788920"/>
            <a:ext cx="2651760" cy="1371600"/>
          </a:xfrm>
          <a:prstGeom prst="roundRect">
            <a:avLst>
              <a:gd name="adj" fmla="val 6000"/>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2852927"/>
            <a:ext cx="2432304" cy="411480"/>
          </a:xfrm>
          <a:prstGeom prst="rect">
            <a:avLst/>
          </a:prstGeom>
          <a:noFill/>
        </p:spPr>
        <p:txBody>
          <a:bodyPr wrap="square" lIns="0" rIns="0" tIns="0" bIns="0" anchor="ctr">
            <a:spAutoFit/>
          </a:bodyPr>
          <a:lstStyle/>
          <a:p>
            <a:pPr algn="l">
              <a:spcAft>
                <a:spcPts val="0"/>
              </a:spcAft>
            </a:pPr>
            <a:r>
              <a:rPr sz="1500" b="1" i="0">
                <a:solidFill>
                  <a:srgbClr val="6B4CE6"/>
                </a:solidFill>
                <a:latin typeface="Calibri"/>
              </a:rPr>
              <a:t>Nadie que opere la plataforma</a:t>
            </a:r>
          </a:p>
        </p:txBody>
      </p:sp>
      <p:sp>
        <p:nvSpPr>
          <p:cNvPr id="18" name="TextBox 17"/>
          <p:cNvSpPr txBox="1"/>
          <p:nvPr/>
        </p:nvSpPr>
        <p:spPr>
          <a:xfrm>
            <a:off x="566928" y="3319272"/>
            <a:ext cx="2432304" cy="804672"/>
          </a:xfrm>
          <a:prstGeom prst="rect">
            <a:avLst/>
          </a:prstGeom>
          <a:noFill/>
        </p:spPr>
        <p:txBody>
          <a:bodyPr wrap="square" lIns="0" rIns="0" tIns="0" bIns="0" anchor="t">
            <a:spAutoFit/>
          </a:bodyPr>
          <a:lstStyle/>
          <a:p>
            <a:pPr algn="l">
              <a:spcAft>
                <a:spcPts val="0"/>
              </a:spcAft>
            </a:pPr>
            <a:r>
              <a:rPr sz="1350" b="0" i="0">
                <a:solidFill>
                  <a:srgbClr val="2B2B2B"/>
                </a:solidFill>
                <a:latin typeface="Calibri"/>
              </a:rPr>
              <a:t>Un servicio administrado o scripts con alertas.</a:t>
            </a:r>
          </a:p>
        </p:txBody>
      </p:sp>
      <p:sp>
        <p:nvSpPr>
          <p:cNvPr id="19" name="Rounded Rectangle 18"/>
          <p:cNvSpPr/>
          <p:nvPr/>
        </p:nvSpPr>
        <p:spPr>
          <a:xfrm>
            <a:off x="3246120" y="2788920"/>
            <a:ext cx="2651760" cy="1371600"/>
          </a:xfrm>
          <a:prstGeom prst="roundRect">
            <a:avLst>
              <a:gd name="adj" fmla="val 6000"/>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55848" y="2852927"/>
            <a:ext cx="2432304" cy="411480"/>
          </a:xfrm>
          <a:prstGeom prst="rect">
            <a:avLst/>
          </a:prstGeom>
          <a:noFill/>
        </p:spPr>
        <p:txBody>
          <a:bodyPr wrap="square" lIns="0" rIns="0" tIns="0" bIns="0" anchor="ctr">
            <a:spAutoFit/>
          </a:bodyPr>
          <a:lstStyle/>
          <a:p>
            <a:pPr algn="l">
              <a:spcAft>
                <a:spcPts val="0"/>
              </a:spcAft>
            </a:pPr>
            <a:r>
              <a:rPr sz="1500" b="1" i="0">
                <a:solidFill>
                  <a:srgbClr val="6B4CE6"/>
                </a:solidFill>
                <a:latin typeface="Calibri"/>
              </a:rPr>
              <a:t>Transformaciones pesadas adentro</a:t>
            </a:r>
          </a:p>
        </p:txBody>
      </p:sp>
      <p:sp>
        <p:nvSpPr>
          <p:cNvPr id="21" name="TextBox 20"/>
          <p:cNvSpPr txBox="1"/>
          <p:nvPr/>
        </p:nvSpPr>
        <p:spPr>
          <a:xfrm>
            <a:off x="3355848" y="3319272"/>
            <a:ext cx="2432304" cy="804672"/>
          </a:xfrm>
          <a:prstGeom prst="rect">
            <a:avLst/>
          </a:prstGeom>
          <a:noFill/>
        </p:spPr>
        <p:txBody>
          <a:bodyPr wrap="square" lIns="0" rIns="0" tIns="0" bIns="0" anchor="t">
            <a:spAutoFit/>
          </a:bodyPr>
          <a:lstStyle/>
          <a:p>
            <a:pPr algn="l">
              <a:spcAft>
                <a:spcPts val="0"/>
              </a:spcAft>
            </a:pPr>
            <a:r>
              <a:rPr sz="1350" b="0" i="0">
                <a:solidFill>
                  <a:srgbClr val="2B2B2B"/>
                </a:solidFill>
                <a:latin typeface="Calibri"/>
              </a:rPr>
              <a:t>El cálculo va a la base de datos o al motor.</a:t>
            </a:r>
          </a:p>
        </p:txBody>
      </p:sp>
      <p:sp>
        <p:nvSpPr>
          <p:cNvPr id="22" name="Rounded Rectangle 21"/>
          <p:cNvSpPr/>
          <p:nvPr/>
        </p:nvSpPr>
        <p:spPr>
          <a:xfrm>
            <a:off x="6035040" y="2788920"/>
            <a:ext cx="2651760" cy="1371600"/>
          </a:xfrm>
          <a:prstGeom prst="roundRect">
            <a:avLst>
              <a:gd name="adj" fmla="val 6000"/>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44768" y="2852927"/>
            <a:ext cx="2432304" cy="411480"/>
          </a:xfrm>
          <a:prstGeom prst="rect">
            <a:avLst/>
          </a:prstGeom>
          <a:noFill/>
        </p:spPr>
        <p:txBody>
          <a:bodyPr wrap="square" lIns="0" rIns="0" tIns="0" bIns="0" anchor="ctr">
            <a:spAutoFit/>
          </a:bodyPr>
          <a:lstStyle/>
          <a:p>
            <a:pPr algn="l">
              <a:spcAft>
                <a:spcPts val="0"/>
              </a:spcAft>
            </a:pPr>
            <a:r>
              <a:rPr sz="1500" b="1" i="0">
                <a:solidFill>
                  <a:srgbClr val="6B4CE6"/>
                </a:solidFill>
                <a:latin typeface="Calibri"/>
              </a:rPr>
              <a:t>El requisito no está fijado</a:t>
            </a:r>
          </a:p>
        </p:txBody>
      </p:sp>
      <p:sp>
        <p:nvSpPr>
          <p:cNvPr id="24" name="TextBox 23"/>
          <p:cNvSpPr txBox="1"/>
          <p:nvPr/>
        </p:nvSpPr>
        <p:spPr>
          <a:xfrm>
            <a:off x="6144768" y="3319272"/>
            <a:ext cx="2432304" cy="804672"/>
          </a:xfrm>
          <a:prstGeom prst="rect">
            <a:avLst/>
          </a:prstGeom>
          <a:noFill/>
        </p:spPr>
        <p:txBody>
          <a:bodyPr wrap="square" lIns="0" rIns="0" tIns="0" bIns="0" anchor="t">
            <a:spAutoFit/>
          </a:bodyPr>
          <a:lstStyle/>
          <a:p>
            <a:pPr algn="l">
              <a:spcAft>
                <a:spcPts val="0"/>
              </a:spcAft>
            </a:pPr>
            <a:r>
              <a:rPr sz="1350" b="0" i="0">
                <a:solidFill>
                  <a:srgbClr val="2B2B2B"/>
                </a:solidFill>
                <a:latin typeface="Calibri"/>
              </a:rPr>
              <a:t>Primero el requisito, después la herramienta.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0D14"/>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1 · CÓMO DECIDIR</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FFFFFF"/>
                </a:solidFill>
                <a:latin typeface="Calibri"/>
              </a:rPr>
              <a:t>Un árbol </a:t>
            </a:r>
            <a:r>
              <a:rPr sz="3200" b="1" i="0">
                <a:solidFill>
                  <a:srgbClr val="A48AFB"/>
                </a:solidFill>
                <a:latin typeface="Calibri"/>
              </a:rPr>
              <a:t>para decidir</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8888A8"/>
                </a:solidFill>
                <a:latin typeface="Calibri"/>
              </a:rPr>
              <a:t>13</a:t>
            </a:r>
          </a:p>
        </p:txBody>
      </p:sp>
      <p:sp>
        <p:nvSpPr>
          <p:cNvPr id="7" name="Rounded Rectangle 6"/>
          <p:cNvSpPr/>
          <p:nvPr/>
        </p:nvSpPr>
        <p:spPr>
          <a:xfrm>
            <a:off x="457200" y="1280160"/>
            <a:ext cx="3383280" cy="777240"/>
          </a:xfrm>
          <a:prstGeom prst="roundRect">
            <a:avLst>
              <a:gd name="adj" fmla="val 10588"/>
            </a:avLst>
          </a:prstGeom>
          <a:solidFill>
            <a:srgbClr val="1E1650"/>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280160"/>
            <a:ext cx="3236976" cy="777240"/>
          </a:xfrm>
          <a:prstGeom prst="rect">
            <a:avLst/>
          </a:prstGeom>
          <a:noFill/>
        </p:spPr>
        <p:txBody>
          <a:bodyPr wrap="square" lIns="0" rIns="0" tIns="0" bIns="0" anchor="ctr">
            <a:spAutoFit/>
          </a:bodyPr>
          <a:lstStyle/>
          <a:p>
            <a:pPr algn="ctr">
              <a:spcAft>
                <a:spcPts val="0"/>
              </a:spcAft>
            </a:pPr>
            <a:r>
              <a:rPr sz="1425" b="1" i="0">
                <a:solidFill>
                  <a:srgbClr val="F0F0F8"/>
                </a:solidFill>
                <a:latin typeface="Calibri"/>
              </a:rPr>
              <a:t>¿Hay más de una tarea con dependencias?</a:t>
            </a:r>
          </a:p>
        </p:txBody>
      </p:sp>
      <p:cxnSp>
        <p:nvCxnSpPr>
          <p:cNvPr id="9" name="Connector 8"/>
          <p:cNvCxnSpPr/>
          <p:nvPr/>
        </p:nvCxnSpPr>
        <p:spPr>
          <a:xfrm>
            <a:off x="3840480" y="1664207"/>
            <a:ext cx="640080" cy="0"/>
          </a:xfrm>
          <a:prstGeom prst="line">
            <a:avLst/>
          </a:prstGeom>
          <a:ln w="19050">
            <a:solidFill>
              <a:srgbClr val="8888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480560" y="1280160"/>
            <a:ext cx="4206240" cy="777240"/>
          </a:xfrm>
          <a:prstGeom prst="roundRect">
            <a:avLst>
              <a:gd name="adj" fmla="val 10588"/>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1280160"/>
            <a:ext cx="4059935" cy="777240"/>
          </a:xfrm>
          <a:prstGeom prst="rect">
            <a:avLst/>
          </a:prstGeom>
          <a:noFill/>
        </p:spPr>
        <p:txBody>
          <a:bodyPr wrap="square" lIns="0" rIns="0" tIns="0" bIns="0" anchor="ctr">
            <a:spAutoFit/>
          </a:bodyPr>
          <a:lstStyle/>
          <a:p>
            <a:pPr algn="ctr">
              <a:spcAft>
                <a:spcPts val="0"/>
              </a:spcAft>
            </a:pPr>
            <a:r>
              <a:rPr sz="1350" b="1" i="0">
                <a:solidFill>
                  <a:srgbClr val="F0F0F8"/>
                </a:solidFill>
                <a:latin typeface="Calibri"/>
              </a:rPr>
              <a:t>No → un cron o un script con alerta</a:t>
            </a:r>
          </a:p>
        </p:txBody>
      </p:sp>
      <p:cxnSp>
        <p:nvCxnSpPr>
          <p:cNvPr id="12" name="Connector 11"/>
          <p:cNvCxnSpPr/>
          <p:nvPr/>
        </p:nvCxnSpPr>
        <p:spPr>
          <a:xfrm>
            <a:off x="2148840" y="2057400"/>
            <a:ext cx="0" cy="274320"/>
          </a:xfrm>
          <a:prstGeom prst="line">
            <a:avLst/>
          </a:prstGeom>
          <a:ln w="19050">
            <a:solidFill>
              <a:srgbClr val="8888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240280" y="2075688"/>
            <a:ext cx="822960" cy="228600"/>
          </a:xfrm>
          <a:prstGeom prst="rect">
            <a:avLst/>
          </a:prstGeom>
          <a:noFill/>
        </p:spPr>
        <p:txBody>
          <a:bodyPr wrap="square" lIns="0" rIns="0" tIns="0" bIns="0" anchor="t">
            <a:spAutoFit/>
          </a:bodyPr>
          <a:lstStyle/>
          <a:p>
            <a:pPr algn="l">
              <a:spcAft>
                <a:spcPts val="0"/>
              </a:spcAft>
            </a:pPr>
            <a:r>
              <a:rPr sz="1200" b="1" i="0">
                <a:solidFill>
                  <a:srgbClr val="10D9A0"/>
                </a:solidFill>
                <a:latin typeface="Calibri"/>
              </a:rPr>
              <a:t>Sí</a:t>
            </a:r>
          </a:p>
        </p:txBody>
      </p:sp>
      <p:sp>
        <p:nvSpPr>
          <p:cNvPr id="14" name="Rounded Rectangle 13"/>
          <p:cNvSpPr/>
          <p:nvPr/>
        </p:nvSpPr>
        <p:spPr>
          <a:xfrm>
            <a:off x="457200" y="2331720"/>
            <a:ext cx="3383280" cy="777240"/>
          </a:xfrm>
          <a:prstGeom prst="roundRect">
            <a:avLst>
              <a:gd name="adj" fmla="val 10588"/>
            </a:avLst>
          </a:prstGeom>
          <a:solidFill>
            <a:srgbClr val="1E1650"/>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2331720"/>
            <a:ext cx="3236976" cy="777240"/>
          </a:xfrm>
          <a:prstGeom prst="rect">
            <a:avLst/>
          </a:prstGeom>
          <a:noFill/>
        </p:spPr>
        <p:txBody>
          <a:bodyPr wrap="square" lIns="0" rIns="0" tIns="0" bIns="0" anchor="ctr">
            <a:spAutoFit/>
          </a:bodyPr>
          <a:lstStyle/>
          <a:p>
            <a:pPr algn="ctr">
              <a:spcAft>
                <a:spcPts val="0"/>
              </a:spcAft>
            </a:pPr>
            <a:r>
              <a:rPr sz="1425" b="1" i="0">
                <a:solidFill>
                  <a:srgbClr val="F0F0F8"/>
                </a:solidFill>
                <a:latin typeface="Calibri"/>
              </a:rPr>
              <a:t>¿Necesita respuesta continua en segundos?</a:t>
            </a:r>
          </a:p>
        </p:txBody>
      </p:sp>
      <p:cxnSp>
        <p:nvCxnSpPr>
          <p:cNvPr id="16" name="Connector 15"/>
          <p:cNvCxnSpPr/>
          <p:nvPr/>
        </p:nvCxnSpPr>
        <p:spPr>
          <a:xfrm>
            <a:off x="3840480" y="2715768"/>
            <a:ext cx="640080" cy="0"/>
          </a:xfrm>
          <a:prstGeom prst="line">
            <a:avLst/>
          </a:prstGeom>
          <a:ln w="19050">
            <a:solidFill>
              <a:srgbClr val="8888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480560" y="2331720"/>
            <a:ext cx="4206240" cy="777240"/>
          </a:xfrm>
          <a:prstGeom prst="roundRect">
            <a:avLst>
              <a:gd name="adj" fmla="val 10588"/>
            </a:avLst>
          </a:prstGeom>
          <a:solidFill>
            <a:srgbClr val="2A1E0A"/>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53712" y="2331720"/>
            <a:ext cx="4059935" cy="777240"/>
          </a:xfrm>
          <a:prstGeom prst="rect">
            <a:avLst/>
          </a:prstGeom>
          <a:noFill/>
        </p:spPr>
        <p:txBody>
          <a:bodyPr wrap="square" lIns="0" rIns="0" tIns="0" bIns="0" anchor="ctr">
            <a:spAutoFit/>
          </a:bodyPr>
          <a:lstStyle/>
          <a:p>
            <a:pPr algn="ctr">
              <a:spcAft>
                <a:spcPts val="0"/>
              </a:spcAft>
            </a:pPr>
            <a:r>
              <a:rPr sz="1350" b="1" i="0">
                <a:solidFill>
                  <a:srgbClr val="F0F0F8"/>
                </a:solidFill>
                <a:latin typeface="Calibri"/>
              </a:rPr>
              <a:t>Sí → eventos o streaming; el orquestador coordina solo lo que va por lotes</a:t>
            </a:r>
          </a:p>
        </p:txBody>
      </p:sp>
      <p:cxnSp>
        <p:nvCxnSpPr>
          <p:cNvPr id="19" name="Connector 18"/>
          <p:cNvCxnSpPr/>
          <p:nvPr/>
        </p:nvCxnSpPr>
        <p:spPr>
          <a:xfrm>
            <a:off x="2148840" y="3108960"/>
            <a:ext cx="0" cy="274319"/>
          </a:xfrm>
          <a:prstGeom prst="line">
            <a:avLst/>
          </a:prstGeom>
          <a:ln w="19050">
            <a:solidFill>
              <a:srgbClr val="8888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240280" y="3127248"/>
            <a:ext cx="822960" cy="228600"/>
          </a:xfrm>
          <a:prstGeom prst="rect">
            <a:avLst/>
          </a:prstGeom>
          <a:noFill/>
        </p:spPr>
        <p:txBody>
          <a:bodyPr wrap="square" lIns="0" rIns="0" tIns="0" bIns="0" anchor="t">
            <a:spAutoFit/>
          </a:bodyPr>
          <a:lstStyle/>
          <a:p>
            <a:pPr algn="l">
              <a:spcAft>
                <a:spcPts val="0"/>
              </a:spcAft>
            </a:pPr>
            <a:r>
              <a:rPr sz="1200" b="1" i="0">
                <a:solidFill>
                  <a:srgbClr val="F59E0B"/>
                </a:solidFill>
                <a:latin typeface="Calibri"/>
              </a:rPr>
              <a:t>No</a:t>
            </a:r>
          </a:p>
        </p:txBody>
      </p:sp>
      <p:sp>
        <p:nvSpPr>
          <p:cNvPr id="21" name="Rounded Rectangle 20"/>
          <p:cNvSpPr/>
          <p:nvPr/>
        </p:nvSpPr>
        <p:spPr>
          <a:xfrm>
            <a:off x="457200" y="3383280"/>
            <a:ext cx="3383280" cy="777240"/>
          </a:xfrm>
          <a:prstGeom prst="roundRect">
            <a:avLst>
              <a:gd name="adj" fmla="val 10588"/>
            </a:avLst>
          </a:prstGeom>
          <a:solidFill>
            <a:srgbClr val="1E1650"/>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3383280"/>
            <a:ext cx="3236976" cy="777240"/>
          </a:xfrm>
          <a:prstGeom prst="rect">
            <a:avLst/>
          </a:prstGeom>
          <a:noFill/>
        </p:spPr>
        <p:txBody>
          <a:bodyPr wrap="square" lIns="0" rIns="0" tIns="0" bIns="0" anchor="ctr">
            <a:spAutoFit/>
          </a:bodyPr>
          <a:lstStyle/>
          <a:p>
            <a:pPr algn="ctr">
              <a:spcAft>
                <a:spcPts val="0"/>
              </a:spcAft>
            </a:pPr>
            <a:r>
              <a:rPr sz="1425" b="1" i="0">
                <a:solidFill>
                  <a:srgbClr val="F0F0F8"/>
                </a:solidFill>
                <a:latin typeface="Calibri"/>
              </a:rPr>
              <a:t>¿Hay reintentos, reprocesos, alertas o varios responsables?</a:t>
            </a:r>
          </a:p>
        </p:txBody>
      </p:sp>
      <p:cxnSp>
        <p:nvCxnSpPr>
          <p:cNvPr id="23" name="Connector 22"/>
          <p:cNvCxnSpPr/>
          <p:nvPr/>
        </p:nvCxnSpPr>
        <p:spPr>
          <a:xfrm>
            <a:off x="3840480" y="3767328"/>
            <a:ext cx="640080" cy="0"/>
          </a:xfrm>
          <a:prstGeom prst="line">
            <a:avLst/>
          </a:prstGeom>
          <a:ln w="19050">
            <a:solidFill>
              <a:srgbClr val="8888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480560" y="3383280"/>
            <a:ext cx="2011680" cy="777240"/>
          </a:xfrm>
          <a:prstGeom prst="roundRect">
            <a:avLst>
              <a:gd name="adj" fmla="val 10588"/>
            </a:avLst>
          </a:prstGeom>
          <a:solidFill>
            <a:srgbClr val="0A2820"/>
          </a:solidFill>
          <a:ln w="15875">
            <a:solidFill>
              <a:srgbClr val="10D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53712" y="3383280"/>
            <a:ext cx="1865376" cy="777240"/>
          </a:xfrm>
          <a:prstGeom prst="rect">
            <a:avLst/>
          </a:prstGeom>
          <a:noFill/>
        </p:spPr>
        <p:txBody>
          <a:bodyPr wrap="square" lIns="0" rIns="0" tIns="0" bIns="0" anchor="ctr">
            <a:spAutoFit/>
          </a:bodyPr>
          <a:lstStyle/>
          <a:p>
            <a:pPr algn="ctr">
              <a:spcAft>
                <a:spcPts val="0"/>
              </a:spcAft>
            </a:pPr>
            <a:r>
              <a:rPr sz="1425" b="1" i="0">
                <a:solidFill>
                  <a:srgbClr val="F0F0F8"/>
                </a:solidFill>
                <a:latin typeface="Calibri"/>
              </a:rPr>
              <a:t>Sí → orquestador</a:t>
            </a:r>
          </a:p>
        </p:txBody>
      </p:sp>
      <p:sp>
        <p:nvSpPr>
          <p:cNvPr id="26" name="Rounded Rectangle 25"/>
          <p:cNvSpPr/>
          <p:nvPr/>
        </p:nvSpPr>
        <p:spPr>
          <a:xfrm>
            <a:off x="6675120" y="3383280"/>
            <a:ext cx="2011680" cy="777240"/>
          </a:xfrm>
          <a:prstGeom prst="roundRect">
            <a:avLst>
              <a:gd name="adj" fmla="val 10588"/>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48272" y="3383280"/>
            <a:ext cx="1865376" cy="777240"/>
          </a:xfrm>
          <a:prstGeom prst="rect">
            <a:avLst/>
          </a:prstGeom>
          <a:noFill/>
        </p:spPr>
        <p:txBody>
          <a:bodyPr wrap="square" lIns="0" rIns="0" tIns="0" bIns="0" anchor="ctr">
            <a:spAutoFit/>
          </a:bodyPr>
          <a:lstStyle/>
          <a:p>
            <a:pPr algn="ctr">
              <a:spcAft>
                <a:spcPts val="0"/>
              </a:spcAft>
            </a:pPr>
            <a:r>
              <a:rPr sz="1275" b="1" i="0">
                <a:solidFill>
                  <a:srgbClr val="F0F0F8"/>
                </a:solidFill>
                <a:latin typeface="Calibri"/>
              </a:rPr>
              <a:t>No → cron con controles; revisar al crecer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2F0"/>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2 · GOBIERNO DE DATOS</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2B2B2B"/>
                </a:solidFill>
                <a:latin typeface="Calibri"/>
              </a:rPr>
              <a:t>Quién responde </a:t>
            </a:r>
            <a:r>
              <a:rPr sz="3200" b="1" i="0">
                <a:solidFill>
                  <a:srgbClr val="6B4CE6"/>
                </a:solidFill>
                <a:latin typeface="Calibri"/>
              </a:rPr>
              <a:t>por el dato</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6B6B85"/>
                </a:solidFill>
                <a:latin typeface="Calibri"/>
              </a:rPr>
              <a:t>14</a:t>
            </a:r>
          </a:p>
        </p:txBody>
      </p:sp>
      <p:sp>
        <p:nvSpPr>
          <p:cNvPr id="7" name="Rounded Rectangle 6"/>
          <p:cNvSpPr/>
          <p:nvPr/>
        </p:nvSpPr>
        <p:spPr>
          <a:xfrm>
            <a:off x="457200" y="1280160"/>
            <a:ext cx="1965960" cy="1554480"/>
          </a:xfrm>
          <a:prstGeom prst="roundRect">
            <a:avLst>
              <a:gd name="adj" fmla="val 5294"/>
            </a:avLst>
          </a:prstGeom>
          <a:solidFill>
            <a:srgbClr val="E9E2FF"/>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280160"/>
            <a:ext cx="1819656" cy="1554480"/>
          </a:xfrm>
          <a:prstGeom prst="rect">
            <a:avLst/>
          </a:prstGeom>
          <a:noFill/>
        </p:spPr>
        <p:txBody>
          <a:bodyPr wrap="square" lIns="0" rIns="0" tIns="0" bIns="0" anchor="ctr">
            <a:spAutoFit/>
          </a:bodyPr>
          <a:lstStyle/>
          <a:p>
            <a:pPr algn="ctr">
              <a:spcAft>
                <a:spcPts val="0"/>
              </a:spcAft>
            </a:pPr>
            <a:r>
              <a:rPr sz="1500" b="0" i="0">
                <a:solidFill>
                  <a:srgbClr val="2B2B2B"/>
                </a:solidFill>
                <a:latin typeface="Calibri"/>
              </a:rPr>
              <a:t/>
            </a:r>
          </a:p>
        </p:txBody>
      </p:sp>
      <p:sp>
        <p:nvSpPr>
          <p:cNvPr id="9" name="TextBox 8"/>
          <p:cNvSpPr txBox="1"/>
          <p:nvPr/>
        </p:nvSpPr>
        <p:spPr>
          <a:xfrm>
            <a:off x="566928" y="1371600"/>
            <a:ext cx="1783080" cy="457200"/>
          </a:xfrm>
          <a:prstGeom prst="rect">
            <a:avLst/>
          </a:prstGeom>
          <a:noFill/>
        </p:spPr>
        <p:txBody>
          <a:bodyPr wrap="square" lIns="0" rIns="0" tIns="0" bIns="0" anchor="t">
            <a:spAutoFit/>
          </a:bodyPr>
          <a:lstStyle/>
          <a:p>
            <a:pPr algn="l">
              <a:spcAft>
                <a:spcPts val="0"/>
              </a:spcAft>
            </a:pPr>
            <a:r>
              <a:rPr sz="1500" b="1" i="0">
                <a:solidFill>
                  <a:srgbClr val="6B4CE6"/>
                </a:solidFill>
                <a:latin typeface="Calibri"/>
              </a:rPr>
              <a:t>Dueño</a:t>
            </a:r>
          </a:p>
        </p:txBody>
      </p:sp>
      <p:sp>
        <p:nvSpPr>
          <p:cNvPr id="10" name="TextBox 9"/>
          <p:cNvSpPr txBox="1"/>
          <p:nvPr/>
        </p:nvSpPr>
        <p:spPr>
          <a:xfrm>
            <a:off x="566928" y="1920240"/>
            <a:ext cx="1783080" cy="868680"/>
          </a:xfrm>
          <a:prstGeom prst="rect">
            <a:avLst/>
          </a:prstGeom>
          <a:noFill/>
        </p:spPr>
        <p:txBody>
          <a:bodyPr wrap="square" lIns="0" rIns="0" tIns="0" bIns="0" anchor="t">
            <a:spAutoFit/>
          </a:bodyPr>
          <a:lstStyle/>
          <a:p>
            <a:pPr algn="l">
              <a:spcAft>
                <a:spcPts val="0"/>
              </a:spcAft>
            </a:pPr>
            <a:r>
              <a:rPr sz="1350" b="0" i="0">
                <a:solidFill>
                  <a:srgbClr val="2B2B2B"/>
                </a:solidFill>
                <a:latin typeface="Calibri"/>
              </a:rPr>
              <a:t>Decide el uso del dato y rinde cuentas</a:t>
            </a:r>
          </a:p>
        </p:txBody>
      </p:sp>
      <p:sp>
        <p:nvSpPr>
          <p:cNvPr id="11" name="Rounded Rectangle 10"/>
          <p:cNvSpPr/>
          <p:nvPr/>
        </p:nvSpPr>
        <p:spPr>
          <a:xfrm>
            <a:off x="2560320" y="1280160"/>
            <a:ext cx="1965960" cy="1554480"/>
          </a:xfrm>
          <a:prstGeom prst="roundRect">
            <a:avLst>
              <a:gd name="adj" fmla="val 5294"/>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33472" y="1280160"/>
            <a:ext cx="1819656" cy="1554480"/>
          </a:xfrm>
          <a:prstGeom prst="rect">
            <a:avLst/>
          </a:prstGeom>
          <a:noFill/>
        </p:spPr>
        <p:txBody>
          <a:bodyPr wrap="square" lIns="0" rIns="0" tIns="0" bIns="0" anchor="ctr">
            <a:spAutoFit/>
          </a:bodyPr>
          <a:lstStyle/>
          <a:p>
            <a:pPr algn="ctr">
              <a:spcAft>
                <a:spcPts val="0"/>
              </a:spcAft>
            </a:pPr>
            <a:r>
              <a:rPr sz="1500" b="0" i="0">
                <a:solidFill>
                  <a:srgbClr val="2B2B2B"/>
                </a:solidFill>
                <a:latin typeface="Calibri"/>
              </a:rPr>
              <a:t/>
            </a:r>
          </a:p>
        </p:txBody>
      </p:sp>
      <p:sp>
        <p:nvSpPr>
          <p:cNvPr id="13" name="TextBox 12"/>
          <p:cNvSpPr txBox="1"/>
          <p:nvPr/>
        </p:nvSpPr>
        <p:spPr>
          <a:xfrm>
            <a:off x="2670048" y="1371600"/>
            <a:ext cx="1783080" cy="457200"/>
          </a:xfrm>
          <a:prstGeom prst="rect">
            <a:avLst/>
          </a:prstGeom>
          <a:noFill/>
        </p:spPr>
        <p:txBody>
          <a:bodyPr wrap="square" lIns="0" rIns="0" tIns="0" bIns="0" anchor="t">
            <a:spAutoFit/>
          </a:bodyPr>
          <a:lstStyle/>
          <a:p>
            <a:pPr algn="l">
              <a:spcAft>
                <a:spcPts val="0"/>
              </a:spcAft>
            </a:pPr>
            <a:r>
              <a:rPr sz="1500" b="1" i="0">
                <a:solidFill>
                  <a:srgbClr val="6B4CE6"/>
                </a:solidFill>
                <a:latin typeface="Calibri"/>
              </a:rPr>
              <a:t>Responsable de calidad</a:t>
            </a:r>
          </a:p>
        </p:txBody>
      </p:sp>
      <p:sp>
        <p:nvSpPr>
          <p:cNvPr id="14" name="TextBox 13"/>
          <p:cNvSpPr txBox="1"/>
          <p:nvPr/>
        </p:nvSpPr>
        <p:spPr>
          <a:xfrm>
            <a:off x="2670048" y="1920240"/>
            <a:ext cx="1783080" cy="868680"/>
          </a:xfrm>
          <a:prstGeom prst="rect">
            <a:avLst/>
          </a:prstGeom>
          <a:noFill/>
        </p:spPr>
        <p:txBody>
          <a:bodyPr wrap="square" lIns="0" rIns="0" tIns="0" bIns="0" anchor="t">
            <a:spAutoFit/>
          </a:bodyPr>
          <a:lstStyle/>
          <a:p>
            <a:pPr algn="l">
              <a:spcAft>
                <a:spcPts val="0"/>
              </a:spcAft>
            </a:pPr>
            <a:r>
              <a:rPr sz="1350" b="0" i="0">
                <a:solidFill>
                  <a:srgbClr val="2B2B2B"/>
                </a:solidFill>
                <a:latin typeface="Calibri"/>
              </a:rPr>
              <a:t>Cuida las reglas y la calidad</a:t>
            </a:r>
          </a:p>
        </p:txBody>
      </p:sp>
      <p:sp>
        <p:nvSpPr>
          <p:cNvPr id="15" name="Rounded Rectangle 14"/>
          <p:cNvSpPr/>
          <p:nvPr/>
        </p:nvSpPr>
        <p:spPr>
          <a:xfrm>
            <a:off x="4663440" y="1280160"/>
            <a:ext cx="1965960" cy="1554480"/>
          </a:xfrm>
          <a:prstGeom prst="roundRect">
            <a:avLst>
              <a:gd name="adj" fmla="val 5294"/>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36592" y="1280160"/>
            <a:ext cx="1819656" cy="1554480"/>
          </a:xfrm>
          <a:prstGeom prst="rect">
            <a:avLst/>
          </a:prstGeom>
          <a:noFill/>
        </p:spPr>
        <p:txBody>
          <a:bodyPr wrap="square" lIns="0" rIns="0" tIns="0" bIns="0" anchor="ctr">
            <a:spAutoFit/>
          </a:bodyPr>
          <a:lstStyle/>
          <a:p>
            <a:pPr algn="ctr">
              <a:spcAft>
                <a:spcPts val="0"/>
              </a:spcAft>
            </a:pPr>
            <a:r>
              <a:rPr sz="1500" b="0" i="0">
                <a:solidFill>
                  <a:srgbClr val="2B2B2B"/>
                </a:solidFill>
                <a:latin typeface="Calibri"/>
              </a:rPr>
              <a:t/>
            </a:r>
          </a:p>
        </p:txBody>
      </p:sp>
      <p:sp>
        <p:nvSpPr>
          <p:cNvPr id="17" name="TextBox 16"/>
          <p:cNvSpPr txBox="1"/>
          <p:nvPr/>
        </p:nvSpPr>
        <p:spPr>
          <a:xfrm>
            <a:off x="4773168" y="1371600"/>
            <a:ext cx="1783080" cy="457200"/>
          </a:xfrm>
          <a:prstGeom prst="rect">
            <a:avLst/>
          </a:prstGeom>
          <a:noFill/>
        </p:spPr>
        <p:txBody>
          <a:bodyPr wrap="square" lIns="0" rIns="0" tIns="0" bIns="0" anchor="t">
            <a:spAutoFit/>
          </a:bodyPr>
          <a:lstStyle/>
          <a:p>
            <a:pPr algn="l">
              <a:spcAft>
                <a:spcPts val="0"/>
              </a:spcAft>
            </a:pPr>
            <a:r>
              <a:rPr sz="1500" b="1" i="0">
                <a:solidFill>
                  <a:srgbClr val="6B4CE6"/>
                </a:solidFill>
                <a:latin typeface="Calibri"/>
              </a:rPr>
              <a:t>Operación</a:t>
            </a:r>
          </a:p>
        </p:txBody>
      </p:sp>
      <p:sp>
        <p:nvSpPr>
          <p:cNvPr id="18" name="TextBox 17"/>
          <p:cNvSpPr txBox="1"/>
          <p:nvPr/>
        </p:nvSpPr>
        <p:spPr>
          <a:xfrm>
            <a:off x="4773168" y="1920240"/>
            <a:ext cx="1783080" cy="868680"/>
          </a:xfrm>
          <a:prstGeom prst="rect">
            <a:avLst/>
          </a:prstGeom>
          <a:noFill/>
        </p:spPr>
        <p:txBody>
          <a:bodyPr wrap="square" lIns="0" rIns="0" tIns="0" bIns="0" anchor="t">
            <a:spAutoFit/>
          </a:bodyPr>
          <a:lstStyle/>
          <a:p>
            <a:pPr algn="l">
              <a:spcAft>
                <a:spcPts val="0"/>
              </a:spcAft>
            </a:pPr>
            <a:r>
              <a:rPr sz="1350" b="0" i="0">
                <a:solidFill>
                  <a:srgbClr val="2B2B2B"/>
                </a:solidFill>
                <a:latin typeface="Calibri"/>
              </a:rPr>
              <a:t>Mantiene el flujo funcionando</a:t>
            </a:r>
          </a:p>
        </p:txBody>
      </p:sp>
      <p:sp>
        <p:nvSpPr>
          <p:cNvPr id="19" name="Rounded Rectangle 18"/>
          <p:cNvSpPr/>
          <p:nvPr/>
        </p:nvSpPr>
        <p:spPr>
          <a:xfrm>
            <a:off x="6766559" y="1280160"/>
            <a:ext cx="1965960" cy="1554480"/>
          </a:xfrm>
          <a:prstGeom prst="roundRect">
            <a:avLst>
              <a:gd name="adj" fmla="val 5294"/>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1280160"/>
            <a:ext cx="1819656" cy="1554480"/>
          </a:xfrm>
          <a:prstGeom prst="rect">
            <a:avLst/>
          </a:prstGeom>
          <a:noFill/>
        </p:spPr>
        <p:txBody>
          <a:bodyPr wrap="square" lIns="0" rIns="0" tIns="0" bIns="0" anchor="ctr">
            <a:spAutoFit/>
          </a:bodyPr>
          <a:lstStyle/>
          <a:p>
            <a:pPr algn="ctr">
              <a:spcAft>
                <a:spcPts val="0"/>
              </a:spcAft>
            </a:pPr>
            <a:r>
              <a:rPr sz="1500" b="0" i="0">
                <a:solidFill>
                  <a:srgbClr val="2B2B2B"/>
                </a:solidFill>
                <a:latin typeface="Calibri"/>
              </a:rPr>
              <a:t/>
            </a:r>
          </a:p>
        </p:txBody>
      </p:sp>
      <p:sp>
        <p:nvSpPr>
          <p:cNvPr id="21" name="TextBox 20"/>
          <p:cNvSpPr txBox="1"/>
          <p:nvPr/>
        </p:nvSpPr>
        <p:spPr>
          <a:xfrm>
            <a:off x="6876288" y="1371600"/>
            <a:ext cx="1783080" cy="457200"/>
          </a:xfrm>
          <a:prstGeom prst="rect">
            <a:avLst/>
          </a:prstGeom>
          <a:noFill/>
        </p:spPr>
        <p:txBody>
          <a:bodyPr wrap="square" lIns="0" rIns="0" tIns="0" bIns="0" anchor="t">
            <a:spAutoFit/>
          </a:bodyPr>
          <a:lstStyle/>
          <a:p>
            <a:pPr algn="l">
              <a:spcAft>
                <a:spcPts val="0"/>
              </a:spcAft>
            </a:pPr>
            <a:r>
              <a:rPr sz="1500" b="1" i="0">
                <a:solidFill>
                  <a:srgbClr val="6B4CE6"/>
                </a:solidFill>
                <a:latin typeface="Calibri"/>
              </a:rPr>
              <a:t>Consumidores</a:t>
            </a:r>
          </a:p>
        </p:txBody>
      </p:sp>
      <p:sp>
        <p:nvSpPr>
          <p:cNvPr id="22" name="TextBox 21"/>
          <p:cNvSpPr txBox="1"/>
          <p:nvPr/>
        </p:nvSpPr>
        <p:spPr>
          <a:xfrm>
            <a:off x="6876288" y="1920240"/>
            <a:ext cx="1783080" cy="868680"/>
          </a:xfrm>
          <a:prstGeom prst="rect">
            <a:avLst/>
          </a:prstGeom>
          <a:noFill/>
        </p:spPr>
        <p:txBody>
          <a:bodyPr wrap="square" lIns="0" rIns="0" tIns="0" bIns="0" anchor="t">
            <a:spAutoFit/>
          </a:bodyPr>
          <a:lstStyle/>
          <a:p>
            <a:pPr algn="l">
              <a:spcAft>
                <a:spcPts val="0"/>
              </a:spcAft>
            </a:pPr>
            <a:r>
              <a:rPr sz="1350" b="0" i="0">
                <a:solidFill>
                  <a:srgbClr val="2B2B2B"/>
                </a:solidFill>
                <a:latin typeface="Calibri"/>
              </a:rPr>
              <a:t>Usan el dato para decidir</a:t>
            </a:r>
          </a:p>
        </p:txBody>
      </p:sp>
      <p:sp>
        <p:nvSpPr>
          <p:cNvPr id="23" name="Rounded Rectangle 22"/>
          <p:cNvSpPr/>
          <p:nvPr/>
        </p:nvSpPr>
        <p:spPr>
          <a:xfrm>
            <a:off x="457200" y="3154680"/>
            <a:ext cx="8229600" cy="685800"/>
          </a:xfrm>
          <a:prstGeom prst="roundRect">
            <a:avLst>
              <a:gd name="adj" fmla="val 12000"/>
            </a:avLst>
          </a:prstGeom>
          <a:solidFill>
            <a:srgbClr val="E9E2FF"/>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3154680"/>
            <a:ext cx="8083296" cy="685800"/>
          </a:xfrm>
          <a:prstGeom prst="rect">
            <a:avLst/>
          </a:prstGeom>
          <a:noFill/>
        </p:spPr>
        <p:txBody>
          <a:bodyPr wrap="square" lIns="0" rIns="0" tIns="0" bIns="0" anchor="ctr">
            <a:spAutoFit/>
          </a:bodyPr>
          <a:lstStyle/>
          <a:p>
            <a:pPr algn="ctr">
              <a:spcAft>
                <a:spcPts val="0"/>
              </a:spcAft>
            </a:pPr>
            <a:r>
              <a:rPr sz="1650" b="1" i="0">
                <a:solidFill>
                  <a:srgbClr val="2B2B2B"/>
                </a:solidFill>
                <a:latin typeface="Calibri"/>
              </a:rPr>
              <a:t>Gobierno: qué es el dato, quién responde, quién lo ve y quién lo consume.</a:t>
            </a:r>
          </a:p>
        </p:txBody>
      </p:sp>
      <p:sp>
        <p:nvSpPr>
          <p:cNvPr id="25" name="TextBox 24"/>
          <p:cNvSpPr txBox="1"/>
          <p:nvPr/>
        </p:nvSpPr>
        <p:spPr>
          <a:xfrm>
            <a:off x="457200" y="4069080"/>
            <a:ext cx="8229600" cy="274320"/>
          </a:xfrm>
          <a:prstGeom prst="rect">
            <a:avLst/>
          </a:prstGeom>
          <a:noFill/>
        </p:spPr>
        <p:txBody>
          <a:bodyPr wrap="square" lIns="0" rIns="0" tIns="0" bIns="0" anchor="ctr">
            <a:spAutoFit/>
          </a:bodyPr>
          <a:lstStyle/>
          <a:p>
            <a:pPr algn="ctr">
              <a:spcAft>
                <a:spcPts val="0"/>
              </a:spcAft>
            </a:pPr>
            <a:r>
              <a:rPr sz="1500" b="0" i="1">
                <a:solidFill>
                  <a:srgbClr val="6B6B85"/>
                </a:solidFill>
                <a:latin typeface="Calibri"/>
              </a:rPr>
              <a:t>Políticas · catálogo · clasificación · linaje · acceso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0D14"/>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2 · CONTRATO DE DATOS</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FFFFFF"/>
                </a:solidFill>
                <a:latin typeface="Calibri"/>
              </a:rPr>
              <a:t>Un acuerdo </a:t>
            </a:r>
            <a:r>
              <a:rPr sz="3200" b="1" i="0">
                <a:solidFill>
                  <a:srgbClr val="A48AFB"/>
                </a:solidFill>
                <a:latin typeface="Calibri"/>
              </a:rPr>
              <a:t>escrito sobre el dato</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8888A8"/>
                </a:solidFill>
                <a:latin typeface="Calibri"/>
              </a:rPr>
              <a:t>15</a:t>
            </a:r>
          </a:p>
        </p:txBody>
      </p:sp>
      <p:sp>
        <p:nvSpPr>
          <p:cNvPr id="7" name="Rectangle 6"/>
          <p:cNvSpPr/>
          <p:nvPr/>
        </p:nvSpPr>
        <p:spPr>
          <a:xfrm>
            <a:off x="457200" y="1234440"/>
            <a:ext cx="8229600" cy="310896"/>
          </a:xfrm>
          <a:prstGeom prst="rect">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234440"/>
            <a:ext cx="2103120" cy="310896"/>
          </a:xfrm>
          <a:prstGeom prst="rect">
            <a:avLst/>
          </a:prstGeom>
          <a:noFill/>
        </p:spPr>
        <p:txBody>
          <a:bodyPr wrap="square" lIns="0" rIns="0" tIns="0" bIns="0" anchor="ctr">
            <a:spAutoFit/>
          </a:bodyPr>
          <a:lstStyle/>
          <a:p>
            <a:pPr algn="l">
              <a:spcAft>
                <a:spcPts val="0"/>
              </a:spcAft>
            </a:pPr>
            <a:r>
              <a:rPr sz="1500" b="1" i="0">
                <a:solidFill>
                  <a:srgbClr val="FFFFFF"/>
                </a:solidFill>
                <a:latin typeface="Calibri"/>
              </a:rPr>
              <a:t>Campo</a:t>
            </a:r>
          </a:p>
        </p:txBody>
      </p:sp>
      <p:sp>
        <p:nvSpPr>
          <p:cNvPr id="9" name="TextBox 8"/>
          <p:cNvSpPr txBox="1"/>
          <p:nvPr/>
        </p:nvSpPr>
        <p:spPr>
          <a:xfrm>
            <a:off x="2724912" y="1234440"/>
            <a:ext cx="5943600" cy="310896"/>
          </a:xfrm>
          <a:prstGeom prst="rect">
            <a:avLst/>
          </a:prstGeom>
          <a:noFill/>
        </p:spPr>
        <p:txBody>
          <a:bodyPr wrap="square" lIns="0" rIns="0" tIns="0" bIns="0" anchor="ctr">
            <a:spAutoFit/>
          </a:bodyPr>
          <a:lstStyle/>
          <a:p>
            <a:pPr algn="l">
              <a:spcAft>
                <a:spcPts val="0"/>
              </a:spcAft>
            </a:pPr>
            <a:r>
              <a:rPr sz="1500" b="1" i="0">
                <a:solidFill>
                  <a:srgbClr val="FFFFFF"/>
                </a:solidFill>
                <a:latin typeface="Calibri"/>
              </a:rPr>
              <a:t>Ejemplo: indicadores_diarios</a:t>
            </a:r>
          </a:p>
        </p:txBody>
      </p:sp>
      <p:sp>
        <p:nvSpPr>
          <p:cNvPr id="10" name="Rectangle 9"/>
          <p:cNvSpPr/>
          <p:nvPr/>
        </p:nvSpPr>
        <p:spPr>
          <a:xfrm>
            <a:off x="457200" y="1545336"/>
            <a:ext cx="8229600" cy="475488"/>
          </a:xfrm>
          <a:prstGeom prst="rect">
            <a:avLst/>
          </a:prstGeom>
          <a:solidFill>
            <a:srgbClr val="161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1545336"/>
            <a:ext cx="2066543" cy="475488"/>
          </a:xfrm>
          <a:prstGeom prst="rect">
            <a:avLst/>
          </a:prstGeom>
          <a:noFill/>
        </p:spPr>
        <p:txBody>
          <a:bodyPr wrap="square" lIns="0" rIns="0" tIns="0" bIns="0" anchor="ctr">
            <a:spAutoFit/>
          </a:bodyPr>
          <a:lstStyle/>
          <a:p>
            <a:pPr algn="l">
              <a:spcAft>
                <a:spcPts val="0"/>
              </a:spcAft>
            </a:pPr>
            <a:r>
              <a:rPr sz="1425" b="1" i="0">
                <a:solidFill>
                  <a:srgbClr val="A48AFB"/>
                </a:solidFill>
                <a:latin typeface="Calibri"/>
              </a:rPr>
              <a:t>Dueño</a:t>
            </a:r>
          </a:p>
        </p:txBody>
      </p:sp>
      <p:sp>
        <p:nvSpPr>
          <p:cNvPr id="12" name="TextBox 11"/>
          <p:cNvSpPr txBox="1"/>
          <p:nvPr/>
        </p:nvSpPr>
        <p:spPr>
          <a:xfrm>
            <a:off x="2724912" y="1545336"/>
            <a:ext cx="5907024" cy="475488"/>
          </a:xfrm>
          <a:prstGeom prst="rect">
            <a:avLst/>
          </a:prstGeom>
          <a:noFill/>
        </p:spPr>
        <p:txBody>
          <a:bodyPr wrap="square" lIns="0" rIns="0" tIns="0" bIns="0" anchor="ctr">
            <a:spAutoFit/>
          </a:bodyPr>
          <a:lstStyle/>
          <a:p>
            <a:pPr algn="l">
              <a:spcAft>
                <a:spcPts val="0"/>
              </a:spcAft>
            </a:pPr>
            <a:r>
              <a:rPr sz="1425" b="0" i="0">
                <a:solidFill>
                  <a:srgbClr val="F0F0F8"/>
                </a:solidFill>
                <a:latin typeface="Calibri"/>
              </a:rPr>
              <a:t>Dirección Comercial</a:t>
            </a:r>
          </a:p>
        </p:txBody>
      </p:sp>
      <p:sp>
        <p:nvSpPr>
          <p:cNvPr id="13" name="Rectangle 12"/>
          <p:cNvSpPr/>
          <p:nvPr/>
        </p:nvSpPr>
        <p:spPr>
          <a:xfrm>
            <a:off x="457200" y="2020824"/>
            <a:ext cx="8229600" cy="475488"/>
          </a:xfrm>
          <a:prstGeom prst="rect">
            <a:avLst/>
          </a:prstGeom>
          <a:solidFill>
            <a:srgbClr val="1A18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 y="2020824"/>
            <a:ext cx="2066543" cy="475488"/>
          </a:xfrm>
          <a:prstGeom prst="rect">
            <a:avLst/>
          </a:prstGeom>
          <a:noFill/>
        </p:spPr>
        <p:txBody>
          <a:bodyPr wrap="square" lIns="0" rIns="0" tIns="0" bIns="0" anchor="ctr">
            <a:spAutoFit/>
          </a:bodyPr>
          <a:lstStyle/>
          <a:p>
            <a:pPr algn="l">
              <a:spcAft>
                <a:spcPts val="0"/>
              </a:spcAft>
            </a:pPr>
            <a:r>
              <a:rPr sz="1425" b="1" i="0">
                <a:solidFill>
                  <a:srgbClr val="A48AFB"/>
                </a:solidFill>
                <a:latin typeface="Calibri"/>
              </a:rPr>
              <a:t>Responsable de calidad</a:t>
            </a:r>
          </a:p>
        </p:txBody>
      </p:sp>
      <p:sp>
        <p:nvSpPr>
          <p:cNvPr id="15" name="TextBox 14"/>
          <p:cNvSpPr txBox="1"/>
          <p:nvPr/>
        </p:nvSpPr>
        <p:spPr>
          <a:xfrm>
            <a:off x="2724912" y="2020824"/>
            <a:ext cx="5907024" cy="475488"/>
          </a:xfrm>
          <a:prstGeom prst="rect">
            <a:avLst/>
          </a:prstGeom>
          <a:noFill/>
        </p:spPr>
        <p:txBody>
          <a:bodyPr wrap="square" lIns="0" rIns="0" tIns="0" bIns="0" anchor="ctr">
            <a:spAutoFit/>
          </a:bodyPr>
          <a:lstStyle/>
          <a:p>
            <a:pPr algn="l">
              <a:spcAft>
                <a:spcPts val="0"/>
              </a:spcAft>
            </a:pPr>
            <a:r>
              <a:rPr sz="1425" b="0" i="0">
                <a:solidFill>
                  <a:srgbClr val="F0F0F8"/>
                </a:solidFill>
                <a:latin typeface="Calibri"/>
              </a:rPr>
              <a:t>Gobierno de Datos</a:t>
            </a:r>
          </a:p>
        </p:txBody>
      </p:sp>
      <p:sp>
        <p:nvSpPr>
          <p:cNvPr id="16" name="Rectangle 15"/>
          <p:cNvSpPr/>
          <p:nvPr/>
        </p:nvSpPr>
        <p:spPr>
          <a:xfrm>
            <a:off x="457200" y="2496312"/>
            <a:ext cx="8229600" cy="475488"/>
          </a:xfrm>
          <a:prstGeom prst="rect">
            <a:avLst/>
          </a:prstGeom>
          <a:solidFill>
            <a:srgbClr val="161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 y="2496312"/>
            <a:ext cx="2066543" cy="475488"/>
          </a:xfrm>
          <a:prstGeom prst="rect">
            <a:avLst/>
          </a:prstGeom>
          <a:noFill/>
        </p:spPr>
        <p:txBody>
          <a:bodyPr wrap="square" lIns="0" rIns="0" tIns="0" bIns="0" anchor="ctr">
            <a:spAutoFit/>
          </a:bodyPr>
          <a:lstStyle/>
          <a:p>
            <a:pPr algn="l">
              <a:spcAft>
                <a:spcPts val="0"/>
              </a:spcAft>
            </a:pPr>
            <a:r>
              <a:rPr sz="1425" b="1" i="0">
                <a:solidFill>
                  <a:srgbClr val="A48AFB"/>
                </a:solidFill>
                <a:latin typeface="Calibri"/>
              </a:rPr>
              <a:t>Columnas y clasificación</a:t>
            </a:r>
          </a:p>
        </p:txBody>
      </p:sp>
      <p:sp>
        <p:nvSpPr>
          <p:cNvPr id="18" name="TextBox 17"/>
          <p:cNvSpPr txBox="1"/>
          <p:nvPr/>
        </p:nvSpPr>
        <p:spPr>
          <a:xfrm>
            <a:off x="2724912" y="2496312"/>
            <a:ext cx="5907024" cy="475488"/>
          </a:xfrm>
          <a:prstGeom prst="rect">
            <a:avLst/>
          </a:prstGeom>
          <a:noFill/>
        </p:spPr>
        <p:txBody>
          <a:bodyPr wrap="square" lIns="0" rIns="0" tIns="0" bIns="0" anchor="ctr">
            <a:spAutoFit/>
          </a:bodyPr>
          <a:lstStyle/>
          <a:p>
            <a:pPr algn="l">
              <a:spcAft>
                <a:spcPts val="0"/>
              </a:spcAft>
            </a:pPr>
            <a:r>
              <a:rPr sz="1425" b="0" i="0">
                <a:solidFill>
                  <a:srgbClr val="F0F0F8"/>
                </a:solidFill>
                <a:latin typeface="Calibri"/>
              </a:rPr>
              <a:t>fecha y canal: públicas · órdenes e ingresos: internas</a:t>
            </a:r>
          </a:p>
        </p:txBody>
      </p:sp>
      <p:sp>
        <p:nvSpPr>
          <p:cNvPr id="19" name="Rectangle 18"/>
          <p:cNvSpPr/>
          <p:nvPr/>
        </p:nvSpPr>
        <p:spPr>
          <a:xfrm>
            <a:off x="457200" y="2971800"/>
            <a:ext cx="8229600" cy="475488"/>
          </a:xfrm>
          <a:prstGeom prst="rect">
            <a:avLst/>
          </a:prstGeom>
          <a:solidFill>
            <a:srgbClr val="1A18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2971800"/>
            <a:ext cx="2066543" cy="475488"/>
          </a:xfrm>
          <a:prstGeom prst="rect">
            <a:avLst/>
          </a:prstGeom>
          <a:noFill/>
        </p:spPr>
        <p:txBody>
          <a:bodyPr wrap="square" lIns="0" rIns="0" tIns="0" bIns="0" anchor="ctr">
            <a:spAutoFit/>
          </a:bodyPr>
          <a:lstStyle/>
          <a:p>
            <a:pPr algn="l">
              <a:spcAft>
                <a:spcPts val="0"/>
              </a:spcAft>
            </a:pPr>
            <a:r>
              <a:rPr sz="1425" b="1" i="0">
                <a:solidFill>
                  <a:srgbClr val="A48AFB"/>
                </a:solidFill>
                <a:latin typeface="Calibri"/>
              </a:rPr>
              <a:t>Frescura máxima</a:t>
            </a:r>
          </a:p>
        </p:txBody>
      </p:sp>
      <p:sp>
        <p:nvSpPr>
          <p:cNvPr id="21" name="TextBox 20"/>
          <p:cNvSpPr txBox="1"/>
          <p:nvPr/>
        </p:nvSpPr>
        <p:spPr>
          <a:xfrm>
            <a:off x="2724912" y="2971800"/>
            <a:ext cx="5907024" cy="475488"/>
          </a:xfrm>
          <a:prstGeom prst="rect">
            <a:avLst/>
          </a:prstGeom>
          <a:noFill/>
        </p:spPr>
        <p:txBody>
          <a:bodyPr wrap="square" lIns="0" rIns="0" tIns="0" bIns="0" anchor="ctr">
            <a:spAutoFit/>
          </a:bodyPr>
          <a:lstStyle/>
          <a:p>
            <a:pPr algn="l">
              <a:spcAft>
                <a:spcPts val="0"/>
              </a:spcAft>
            </a:pPr>
            <a:r>
              <a:rPr sz="1425" b="0" i="0">
                <a:solidFill>
                  <a:srgbClr val="F0F0F8"/>
                </a:solidFill>
                <a:latin typeface="Calibri"/>
              </a:rPr>
              <a:t>26 horas</a:t>
            </a:r>
          </a:p>
        </p:txBody>
      </p:sp>
      <p:sp>
        <p:nvSpPr>
          <p:cNvPr id="22" name="Rectangle 21"/>
          <p:cNvSpPr/>
          <p:nvPr/>
        </p:nvSpPr>
        <p:spPr>
          <a:xfrm>
            <a:off x="457200" y="3447288"/>
            <a:ext cx="8229600" cy="475488"/>
          </a:xfrm>
          <a:prstGeom prst="rect">
            <a:avLst/>
          </a:prstGeom>
          <a:solidFill>
            <a:srgbClr val="161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3447288"/>
            <a:ext cx="2066543" cy="475488"/>
          </a:xfrm>
          <a:prstGeom prst="rect">
            <a:avLst/>
          </a:prstGeom>
          <a:noFill/>
        </p:spPr>
        <p:txBody>
          <a:bodyPr wrap="square" lIns="0" rIns="0" tIns="0" bIns="0" anchor="ctr">
            <a:spAutoFit/>
          </a:bodyPr>
          <a:lstStyle/>
          <a:p>
            <a:pPr algn="l">
              <a:spcAft>
                <a:spcPts val="0"/>
              </a:spcAft>
            </a:pPr>
            <a:r>
              <a:rPr sz="1425" b="1" i="0">
                <a:solidFill>
                  <a:srgbClr val="A48AFB"/>
                </a:solidFill>
                <a:latin typeface="Calibri"/>
              </a:rPr>
              <a:t>Consumidores</a:t>
            </a:r>
          </a:p>
        </p:txBody>
      </p:sp>
      <p:sp>
        <p:nvSpPr>
          <p:cNvPr id="24" name="TextBox 23"/>
          <p:cNvSpPr txBox="1"/>
          <p:nvPr/>
        </p:nvSpPr>
        <p:spPr>
          <a:xfrm>
            <a:off x="2724912" y="3447288"/>
            <a:ext cx="5907024" cy="475488"/>
          </a:xfrm>
          <a:prstGeom prst="rect">
            <a:avLst/>
          </a:prstGeom>
          <a:noFill/>
        </p:spPr>
        <p:txBody>
          <a:bodyPr wrap="square" lIns="0" rIns="0" tIns="0" bIns="0" anchor="ctr">
            <a:spAutoFit/>
          </a:bodyPr>
          <a:lstStyle/>
          <a:p>
            <a:pPr algn="l">
              <a:spcAft>
                <a:spcPts val="0"/>
              </a:spcAft>
            </a:pPr>
            <a:r>
              <a:rPr sz="1425" b="0" i="0">
                <a:solidFill>
                  <a:srgbClr val="F0F0F8"/>
                </a:solidFill>
                <a:latin typeface="Calibri"/>
              </a:rPr>
              <a:t>Dirección y Finanzas</a:t>
            </a:r>
          </a:p>
        </p:txBody>
      </p:sp>
      <p:sp>
        <p:nvSpPr>
          <p:cNvPr id="25" name="Rectangle 24"/>
          <p:cNvSpPr/>
          <p:nvPr/>
        </p:nvSpPr>
        <p:spPr>
          <a:xfrm>
            <a:off x="457200" y="3922776"/>
            <a:ext cx="8229600" cy="475488"/>
          </a:xfrm>
          <a:prstGeom prst="rect">
            <a:avLst/>
          </a:prstGeom>
          <a:solidFill>
            <a:srgbClr val="1A18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0352" y="3922776"/>
            <a:ext cx="2066543" cy="475488"/>
          </a:xfrm>
          <a:prstGeom prst="rect">
            <a:avLst/>
          </a:prstGeom>
          <a:noFill/>
        </p:spPr>
        <p:txBody>
          <a:bodyPr wrap="square" lIns="0" rIns="0" tIns="0" bIns="0" anchor="ctr">
            <a:spAutoFit/>
          </a:bodyPr>
          <a:lstStyle/>
          <a:p>
            <a:pPr algn="l">
              <a:spcAft>
                <a:spcPts val="0"/>
              </a:spcAft>
            </a:pPr>
            <a:r>
              <a:rPr sz="1425" b="1" i="0">
                <a:solidFill>
                  <a:srgbClr val="A48AFB"/>
                </a:solidFill>
                <a:latin typeface="Calibri"/>
              </a:rPr>
              <a:t>Controles</a:t>
            </a:r>
          </a:p>
        </p:txBody>
      </p:sp>
      <p:sp>
        <p:nvSpPr>
          <p:cNvPr id="27" name="TextBox 26"/>
          <p:cNvSpPr txBox="1"/>
          <p:nvPr/>
        </p:nvSpPr>
        <p:spPr>
          <a:xfrm>
            <a:off x="2724912" y="3922776"/>
            <a:ext cx="5907024" cy="475488"/>
          </a:xfrm>
          <a:prstGeom prst="rect">
            <a:avLst/>
          </a:prstGeom>
          <a:noFill/>
        </p:spPr>
        <p:txBody>
          <a:bodyPr wrap="square" lIns="0" rIns="0" tIns="0" bIns="0" anchor="ctr">
            <a:spAutoFit/>
          </a:bodyPr>
          <a:lstStyle/>
          <a:p>
            <a:pPr algn="l">
              <a:spcAft>
                <a:spcPts val="0"/>
              </a:spcAft>
            </a:pPr>
            <a:r>
              <a:rPr sz="1425" b="0" i="0">
                <a:solidFill>
                  <a:srgbClr val="F0F0F8"/>
                </a:solidFill>
                <a:latin typeface="Calibri"/>
              </a:rPr>
              <a:t>Sin datos sensibles expuestos · clave única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2F0"/>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2 · DATOS SENSIBLES</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2B2B2B"/>
                </a:solidFill>
                <a:latin typeface="Calibri"/>
              </a:rPr>
              <a:t>Se protegen </a:t>
            </a:r>
            <a:r>
              <a:rPr sz="3200" b="1" i="0">
                <a:solidFill>
                  <a:srgbClr val="6B4CE6"/>
                </a:solidFill>
                <a:latin typeface="Calibri"/>
              </a:rPr>
              <a:t>antes de salir</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6B6B85"/>
                </a:solidFill>
                <a:latin typeface="Calibri"/>
              </a:rPr>
              <a:t>16</a:t>
            </a:r>
          </a:p>
        </p:txBody>
      </p:sp>
      <p:sp>
        <p:nvSpPr>
          <p:cNvPr id="7" name="Rounded Rectangle 6"/>
          <p:cNvSpPr/>
          <p:nvPr/>
        </p:nvSpPr>
        <p:spPr>
          <a:xfrm>
            <a:off x="457200" y="1325880"/>
            <a:ext cx="1828800" cy="914400"/>
          </a:xfrm>
          <a:prstGeom prst="roundRect">
            <a:avLst>
              <a:gd name="adj" fmla="val 9000"/>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325880"/>
            <a:ext cx="1682496" cy="914400"/>
          </a:xfrm>
          <a:prstGeom prst="rect">
            <a:avLst/>
          </a:prstGeom>
          <a:noFill/>
        </p:spPr>
        <p:txBody>
          <a:bodyPr wrap="square" lIns="0" rIns="0" tIns="0" bIns="0" anchor="ctr">
            <a:spAutoFit/>
          </a:bodyPr>
          <a:lstStyle/>
          <a:p>
            <a:pPr algn="ctr">
              <a:spcAft>
                <a:spcPts val="0"/>
              </a:spcAft>
            </a:pPr>
            <a:r>
              <a:rPr sz="1500" b="1" i="0">
                <a:solidFill>
                  <a:srgbClr val="2B2B2B"/>
                </a:solidFill>
                <a:latin typeface="Calibri"/>
              </a:rPr>
              <a:t>Clasificar</a:t>
            </a:r>
          </a:p>
        </p:txBody>
      </p:sp>
      <p:cxnSp>
        <p:nvCxnSpPr>
          <p:cNvPr id="9" name="Connector 8"/>
          <p:cNvCxnSpPr/>
          <p:nvPr/>
        </p:nvCxnSpPr>
        <p:spPr>
          <a:xfrm>
            <a:off x="2286000" y="1783080"/>
            <a:ext cx="301752" cy="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587752" y="1325880"/>
            <a:ext cx="1828800" cy="914400"/>
          </a:xfrm>
          <a:prstGeom prst="roundRect">
            <a:avLst>
              <a:gd name="adj" fmla="val 9000"/>
            </a:avLst>
          </a:prstGeom>
          <a:solidFill>
            <a:srgbClr val="E9E2FF"/>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0904" y="1325880"/>
            <a:ext cx="1682496" cy="914400"/>
          </a:xfrm>
          <a:prstGeom prst="rect">
            <a:avLst/>
          </a:prstGeom>
          <a:noFill/>
        </p:spPr>
        <p:txBody>
          <a:bodyPr wrap="square" lIns="0" rIns="0" tIns="0" bIns="0" anchor="ctr">
            <a:spAutoFit/>
          </a:bodyPr>
          <a:lstStyle/>
          <a:p>
            <a:pPr algn="ctr">
              <a:spcAft>
                <a:spcPts val="0"/>
              </a:spcAft>
            </a:pPr>
            <a:r>
              <a:rPr sz="1500" b="1" i="0">
                <a:solidFill>
                  <a:srgbClr val="2B2B2B"/>
                </a:solidFill>
                <a:latin typeface="Calibri"/>
              </a:rPr>
              <a:t>Enmascarar</a:t>
            </a:r>
          </a:p>
        </p:txBody>
      </p:sp>
      <p:cxnSp>
        <p:nvCxnSpPr>
          <p:cNvPr id="12" name="Connector 11"/>
          <p:cNvCxnSpPr/>
          <p:nvPr/>
        </p:nvCxnSpPr>
        <p:spPr>
          <a:xfrm>
            <a:off x="4416552" y="1783080"/>
            <a:ext cx="301752" cy="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18304" y="1325880"/>
            <a:ext cx="1828800" cy="914400"/>
          </a:xfrm>
          <a:prstGeom prst="roundRect">
            <a:avLst>
              <a:gd name="adj" fmla="val 9000"/>
            </a:avLst>
          </a:prstGeom>
          <a:solidFill>
            <a:srgbClr val="FDF0DD"/>
          </a:solidFill>
          <a:ln w="15875">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91456" y="1325880"/>
            <a:ext cx="1682496" cy="914400"/>
          </a:xfrm>
          <a:prstGeom prst="rect">
            <a:avLst/>
          </a:prstGeom>
          <a:noFill/>
        </p:spPr>
        <p:txBody>
          <a:bodyPr wrap="square" lIns="0" rIns="0" tIns="0" bIns="0" anchor="ctr">
            <a:spAutoFit/>
          </a:bodyPr>
          <a:lstStyle/>
          <a:p>
            <a:pPr algn="ctr">
              <a:spcAft>
                <a:spcPts val="0"/>
              </a:spcAft>
            </a:pPr>
            <a:r>
              <a:rPr sz="1500" b="1" i="0">
                <a:solidFill>
                  <a:srgbClr val="2B2B2B"/>
                </a:solidFill>
                <a:latin typeface="Calibri"/>
              </a:rPr>
              <a:t>Controlar antes de salir</a:t>
            </a:r>
          </a:p>
        </p:txBody>
      </p:sp>
      <p:cxnSp>
        <p:nvCxnSpPr>
          <p:cNvPr id="15" name="Connector 14"/>
          <p:cNvCxnSpPr/>
          <p:nvPr/>
        </p:nvCxnSpPr>
        <p:spPr>
          <a:xfrm>
            <a:off x="6547104" y="1783080"/>
            <a:ext cx="301752" cy="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848856" y="1325880"/>
            <a:ext cx="1828800" cy="914400"/>
          </a:xfrm>
          <a:prstGeom prst="roundRect">
            <a:avLst>
              <a:gd name="adj" fmla="val 9000"/>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22008" y="1325880"/>
            <a:ext cx="1682496" cy="914400"/>
          </a:xfrm>
          <a:prstGeom prst="rect">
            <a:avLst/>
          </a:prstGeom>
          <a:noFill/>
        </p:spPr>
        <p:txBody>
          <a:bodyPr wrap="square" lIns="0" rIns="0" tIns="0" bIns="0" anchor="ctr">
            <a:spAutoFit/>
          </a:bodyPr>
          <a:lstStyle/>
          <a:p>
            <a:pPr algn="ctr">
              <a:spcAft>
                <a:spcPts val="0"/>
              </a:spcAft>
            </a:pPr>
            <a:r>
              <a:rPr sz="1500" b="1" i="0">
                <a:solidFill>
                  <a:srgbClr val="2B2B2B"/>
                </a:solidFill>
                <a:latin typeface="Calibri"/>
              </a:rPr>
              <a:t>Registrar accesos</a:t>
            </a:r>
          </a:p>
        </p:txBody>
      </p:sp>
      <p:sp>
        <p:nvSpPr>
          <p:cNvPr id="18" name="Rounded Rectangle 17"/>
          <p:cNvSpPr/>
          <p:nvPr/>
        </p:nvSpPr>
        <p:spPr>
          <a:xfrm>
            <a:off x="457200" y="2651760"/>
            <a:ext cx="4023360" cy="1097280"/>
          </a:xfrm>
          <a:prstGeom prst="roundRect">
            <a:avLst>
              <a:gd name="adj" fmla="val 7500"/>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2651760"/>
            <a:ext cx="3877056" cy="1097280"/>
          </a:xfrm>
          <a:prstGeom prst="rect">
            <a:avLst/>
          </a:prstGeom>
          <a:noFill/>
        </p:spPr>
        <p:txBody>
          <a:bodyPr wrap="square" lIns="0" rIns="0" tIns="0" bIns="0" anchor="ctr">
            <a:spAutoFit/>
          </a:bodyPr>
          <a:lstStyle/>
          <a:p>
            <a:pPr algn="ctr">
              <a:spcAft>
                <a:spcPts val="0"/>
              </a:spcAft>
            </a:pPr>
            <a:r>
              <a:rPr sz="1650" b="1" i="0">
                <a:solidFill>
                  <a:srgbClr val="2B2B2B"/>
                </a:solidFill>
                <a:latin typeface="Calibri"/>
              </a:rPr>
              <a:t>Antes</a:t>
            </a:r>
          </a:p>
          <a:p>
            <a:pPr algn="ctr">
              <a:spcAft>
                <a:spcPts val="0"/>
              </a:spcAft>
            </a:pPr>
            <a:r>
              <a:rPr sz="1650" b="1" i="0">
                <a:solidFill>
                  <a:srgbClr val="2B2B2B"/>
                </a:solidFill>
                <a:latin typeface="Calibri"/>
              </a:rPr>
              <a:t>DNI: 44074080</a:t>
            </a:r>
          </a:p>
        </p:txBody>
      </p:sp>
      <p:sp>
        <p:nvSpPr>
          <p:cNvPr id="20" name="Rounded Rectangle 19"/>
          <p:cNvSpPr/>
          <p:nvPr/>
        </p:nvSpPr>
        <p:spPr>
          <a:xfrm>
            <a:off x="4663440" y="2651760"/>
            <a:ext cx="4023360" cy="1097280"/>
          </a:xfrm>
          <a:prstGeom prst="roundRect">
            <a:avLst>
              <a:gd name="adj" fmla="val 7500"/>
            </a:avLst>
          </a:prstGeom>
          <a:solidFill>
            <a:srgbClr val="E4F6EF"/>
          </a:solidFill>
          <a:ln w="15875">
            <a:solidFill>
              <a:srgbClr val="0B8F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36592" y="2651760"/>
            <a:ext cx="3877056" cy="1097280"/>
          </a:xfrm>
          <a:prstGeom prst="rect">
            <a:avLst/>
          </a:prstGeom>
          <a:noFill/>
        </p:spPr>
        <p:txBody>
          <a:bodyPr wrap="square" lIns="0" rIns="0" tIns="0" bIns="0" anchor="ctr">
            <a:spAutoFit/>
          </a:bodyPr>
          <a:lstStyle/>
          <a:p>
            <a:pPr algn="ctr">
              <a:spcAft>
                <a:spcPts val="0"/>
              </a:spcAft>
            </a:pPr>
            <a:r>
              <a:rPr sz="1650" b="1" i="0">
                <a:solidFill>
                  <a:srgbClr val="2B2B2B"/>
                </a:solidFill>
                <a:latin typeface="Calibri"/>
              </a:rPr>
              <a:t>Después</a:t>
            </a:r>
          </a:p>
          <a:p>
            <a:pPr algn="ctr">
              <a:spcAft>
                <a:spcPts val="0"/>
              </a:spcAft>
            </a:pPr>
            <a:r>
              <a:rPr sz="1650" b="1" i="0">
                <a:solidFill>
                  <a:srgbClr val="2B2B2B"/>
                </a:solidFill>
                <a:latin typeface="Calibri"/>
              </a:rPr>
              <a:t>DNI: 3354641e6e</a:t>
            </a:r>
          </a:p>
        </p:txBody>
      </p:sp>
      <p:sp>
        <p:nvSpPr>
          <p:cNvPr id="22" name="TextBox 21"/>
          <p:cNvSpPr txBox="1"/>
          <p:nvPr/>
        </p:nvSpPr>
        <p:spPr>
          <a:xfrm>
            <a:off x="457200" y="3977639"/>
            <a:ext cx="8229600" cy="274320"/>
          </a:xfrm>
          <a:prstGeom prst="rect">
            <a:avLst/>
          </a:prstGeom>
          <a:noFill/>
        </p:spPr>
        <p:txBody>
          <a:bodyPr wrap="square" lIns="0" rIns="0" tIns="0" bIns="0" anchor="ctr">
            <a:spAutoFit/>
          </a:bodyPr>
          <a:lstStyle/>
          <a:p>
            <a:pPr algn="ctr">
              <a:spcAft>
                <a:spcPts val="0"/>
              </a:spcAft>
            </a:pPr>
            <a:r>
              <a:rPr sz="1575" b="0" i="1">
                <a:solidFill>
                  <a:srgbClr val="6B6B85"/>
                </a:solidFill>
                <a:latin typeface="Calibri"/>
              </a:rPr>
              <a:t>El mismo valor da siempre el mismo código: se puede unir sin exponerlo.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0D14"/>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2 · RESPONSABILIDADES</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FFFFFF"/>
                </a:solidFill>
                <a:latin typeface="Calibri"/>
              </a:rPr>
              <a:t>La matriz </a:t>
            </a:r>
            <a:r>
              <a:rPr sz="3200" b="1" i="0">
                <a:solidFill>
                  <a:srgbClr val="A48AFB"/>
                </a:solidFill>
                <a:latin typeface="Calibri"/>
              </a:rPr>
              <a:t>RACI</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8888A8"/>
                </a:solidFill>
                <a:latin typeface="Calibri"/>
              </a:rPr>
              <a:t>17</a:t>
            </a:r>
          </a:p>
        </p:txBody>
      </p:sp>
      <p:sp>
        <p:nvSpPr>
          <p:cNvPr id="7" name="Rectangle 6"/>
          <p:cNvSpPr/>
          <p:nvPr/>
        </p:nvSpPr>
        <p:spPr>
          <a:xfrm>
            <a:off x="457200" y="1188720"/>
            <a:ext cx="8229600" cy="310896"/>
          </a:xfrm>
          <a:prstGeom prst="rect">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188720"/>
            <a:ext cx="3566160" cy="310896"/>
          </a:xfrm>
          <a:prstGeom prst="rect">
            <a:avLst/>
          </a:prstGeom>
          <a:noFill/>
        </p:spPr>
        <p:txBody>
          <a:bodyPr wrap="square" lIns="0" rIns="0" tIns="0" bIns="0" anchor="ctr">
            <a:spAutoFit/>
          </a:bodyPr>
          <a:lstStyle/>
          <a:p>
            <a:pPr algn="l">
              <a:spcAft>
                <a:spcPts val="0"/>
              </a:spcAft>
            </a:pPr>
            <a:r>
              <a:rPr sz="1500" b="1" i="0">
                <a:solidFill>
                  <a:srgbClr val="FFFFFF"/>
                </a:solidFill>
                <a:latin typeface="Calibri"/>
              </a:rPr>
              <a:t>Actividad</a:t>
            </a:r>
          </a:p>
        </p:txBody>
      </p:sp>
      <p:sp>
        <p:nvSpPr>
          <p:cNvPr id="9" name="TextBox 8"/>
          <p:cNvSpPr txBox="1"/>
          <p:nvPr/>
        </p:nvSpPr>
        <p:spPr>
          <a:xfrm>
            <a:off x="4187952" y="1188720"/>
            <a:ext cx="1005839" cy="310896"/>
          </a:xfrm>
          <a:prstGeom prst="rect">
            <a:avLst/>
          </a:prstGeom>
          <a:noFill/>
        </p:spPr>
        <p:txBody>
          <a:bodyPr wrap="square" lIns="0" rIns="0" tIns="0" bIns="0" anchor="ctr">
            <a:spAutoFit/>
          </a:bodyPr>
          <a:lstStyle/>
          <a:p>
            <a:pPr algn="l">
              <a:spcAft>
                <a:spcPts val="0"/>
              </a:spcAft>
            </a:pPr>
            <a:r>
              <a:rPr sz="1500" b="1" i="0">
                <a:solidFill>
                  <a:srgbClr val="FFFFFF"/>
                </a:solidFill>
                <a:latin typeface="Calibri"/>
              </a:rPr>
              <a:t>Arq.</a:t>
            </a:r>
          </a:p>
        </p:txBody>
      </p:sp>
      <p:sp>
        <p:nvSpPr>
          <p:cNvPr id="10" name="TextBox 9"/>
          <p:cNvSpPr txBox="1"/>
          <p:nvPr/>
        </p:nvSpPr>
        <p:spPr>
          <a:xfrm>
            <a:off x="5285232" y="1188720"/>
            <a:ext cx="1005839" cy="310896"/>
          </a:xfrm>
          <a:prstGeom prst="rect">
            <a:avLst/>
          </a:prstGeom>
          <a:noFill/>
        </p:spPr>
        <p:txBody>
          <a:bodyPr wrap="square" lIns="0" rIns="0" tIns="0" bIns="0" anchor="ctr">
            <a:spAutoFit/>
          </a:bodyPr>
          <a:lstStyle/>
          <a:p>
            <a:pPr algn="l">
              <a:spcAft>
                <a:spcPts val="0"/>
              </a:spcAft>
            </a:pPr>
            <a:r>
              <a:rPr sz="1500" b="1" i="0">
                <a:solidFill>
                  <a:srgbClr val="FFFFFF"/>
                </a:solidFill>
                <a:latin typeface="Calibri"/>
              </a:rPr>
              <a:t>Oper.</a:t>
            </a:r>
          </a:p>
        </p:txBody>
      </p:sp>
      <p:sp>
        <p:nvSpPr>
          <p:cNvPr id="11" name="TextBox 10"/>
          <p:cNvSpPr txBox="1"/>
          <p:nvPr/>
        </p:nvSpPr>
        <p:spPr>
          <a:xfrm>
            <a:off x="6382512" y="1188720"/>
            <a:ext cx="1005839" cy="310896"/>
          </a:xfrm>
          <a:prstGeom prst="rect">
            <a:avLst/>
          </a:prstGeom>
          <a:noFill/>
        </p:spPr>
        <p:txBody>
          <a:bodyPr wrap="square" lIns="0" rIns="0" tIns="0" bIns="0" anchor="ctr">
            <a:spAutoFit/>
          </a:bodyPr>
          <a:lstStyle/>
          <a:p>
            <a:pPr algn="l">
              <a:spcAft>
                <a:spcPts val="0"/>
              </a:spcAft>
            </a:pPr>
            <a:r>
              <a:rPr sz="1500" b="1" i="0">
                <a:solidFill>
                  <a:srgbClr val="FFFFFF"/>
                </a:solidFill>
                <a:latin typeface="Calibri"/>
              </a:rPr>
              <a:t>Gob.</a:t>
            </a:r>
          </a:p>
        </p:txBody>
      </p:sp>
      <p:sp>
        <p:nvSpPr>
          <p:cNvPr id="12" name="TextBox 11"/>
          <p:cNvSpPr txBox="1"/>
          <p:nvPr/>
        </p:nvSpPr>
        <p:spPr>
          <a:xfrm>
            <a:off x="7479792" y="1188720"/>
            <a:ext cx="1188719" cy="310896"/>
          </a:xfrm>
          <a:prstGeom prst="rect">
            <a:avLst/>
          </a:prstGeom>
          <a:noFill/>
        </p:spPr>
        <p:txBody>
          <a:bodyPr wrap="square" lIns="0" rIns="0" tIns="0" bIns="0" anchor="ctr">
            <a:spAutoFit/>
          </a:bodyPr>
          <a:lstStyle/>
          <a:p>
            <a:pPr algn="l">
              <a:spcAft>
                <a:spcPts val="0"/>
              </a:spcAft>
            </a:pPr>
            <a:r>
              <a:rPr sz="1500" b="1" i="0">
                <a:solidFill>
                  <a:srgbClr val="FFFFFF"/>
                </a:solidFill>
                <a:latin typeface="Calibri"/>
              </a:rPr>
              <a:t>Rev.</a:t>
            </a:r>
          </a:p>
        </p:txBody>
      </p:sp>
      <p:sp>
        <p:nvSpPr>
          <p:cNvPr id="13" name="Rectangle 12"/>
          <p:cNvSpPr/>
          <p:nvPr/>
        </p:nvSpPr>
        <p:spPr>
          <a:xfrm>
            <a:off x="457200" y="1499616"/>
            <a:ext cx="8229600" cy="438912"/>
          </a:xfrm>
          <a:prstGeom prst="rect">
            <a:avLst/>
          </a:prstGeom>
          <a:solidFill>
            <a:srgbClr val="161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 y="1499616"/>
            <a:ext cx="3529584" cy="438912"/>
          </a:xfrm>
          <a:prstGeom prst="rect">
            <a:avLst/>
          </a:prstGeom>
          <a:noFill/>
        </p:spPr>
        <p:txBody>
          <a:bodyPr wrap="square" lIns="0" rIns="0" tIns="0" bIns="0" anchor="ctr">
            <a:spAutoFit/>
          </a:bodyPr>
          <a:lstStyle/>
          <a:p>
            <a:pPr algn="l">
              <a:spcAft>
                <a:spcPts val="0"/>
              </a:spcAft>
            </a:pPr>
            <a:r>
              <a:rPr sz="1350" b="1" i="0">
                <a:solidFill>
                  <a:srgbClr val="A48AFB"/>
                </a:solidFill>
                <a:latin typeface="Calibri"/>
              </a:rPr>
              <a:t>Definir el contrato de datos</a:t>
            </a:r>
          </a:p>
        </p:txBody>
      </p:sp>
      <p:sp>
        <p:nvSpPr>
          <p:cNvPr id="15" name="TextBox 14"/>
          <p:cNvSpPr txBox="1"/>
          <p:nvPr/>
        </p:nvSpPr>
        <p:spPr>
          <a:xfrm>
            <a:off x="4187952" y="1499616"/>
            <a:ext cx="969264"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R</a:t>
            </a:r>
          </a:p>
        </p:txBody>
      </p:sp>
      <p:sp>
        <p:nvSpPr>
          <p:cNvPr id="16" name="TextBox 15"/>
          <p:cNvSpPr txBox="1"/>
          <p:nvPr/>
        </p:nvSpPr>
        <p:spPr>
          <a:xfrm>
            <a:off x="5285232" y="1499616"/>
            <a:ext cx="969264"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C</a:t>
            </a:r>
          </a:p>
        </p:txBody>
      </p:sp>
      <p:sp>
        <p:nvSpPr>
          <p:cNvPr id="17" name="TextBox 16"/>
          <p:cNvSpPr txBox="1"/>
          <p:nvPr/>
        </p:nvSpPr>
        <p:spPr>
          <a:xfrm>
            <a:off x="6382512" y="1499616"/>
            <a:ext cx="969264"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A</a:t>
            </a:r>
          </a:p>
        </p:txBody>
      </p:sp>
      <p:sp>
        <p:nvSpPr>
          <p:cNvPr id="18" name="TextBox 17"/>
          <p:cNvSpPr txBox="1"/>
          <p:nvPr/>
        </p:nvSpPr>
        <p:spPr>
          <a:xfrm>
            <a:off x="7479792" y="1499616"/>
            <a:ext cx="1152143"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I</a:t>
            </a:r>
          </a:p>
        </p:txBody>
      </p:sp>
      <p:sp>
        <p:nvSpPr>
          <p:cNvPr id="19" name="Rectangle 18"/>
          <p:cNvSpPr/>
          <p:nvPr/>
        </p:nvSpPr>
        <p:spPr>
          <a:xfrm>
            <a:off x="457200" y="1938528"/>
            <a:ext cx="8229600" cy="438912"/>
          </a:xfrm>
          <a:prstGeom prst="rect">
            <a:avLst/>
          </a:prstGeom>
          <a:solidFill>
            <a:srgbClr val="1A18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1938528"/>
            <a:ext cx="3529584" cy="438912"/>
          </a:xfrm>
          <a:prstGeom prst="rect">
            <a:avLst/>
          </a:prstGeom>
          <a:noFill/>
        </p:spPr>
        <p:txBody>
          <a:bodyPr wrap="square" lIns="0" rIns="0" tIns="0" bIns="0" anchor="ctr">
            <a:spAutoFit/>
          </a:bodyPr>
          <a:lstStyle/>
          <a:p>
            <a:pPr algn="l">
              <a:spcAft>
                <a:spcPts val="0"/>
              </a:spcAft>
            </a:pPr>
            <a:r>
              <a:rPr sz="1350" b="1" i="0">
                <a:solidFill>
                  <a:srgbClr val="A48AFB"/>
                </a:solidFill>
                <a:latin typeface="Calibri"/>
              </a:rPr>
              <a:t>Construir y versionar la DAG</a:t>
            </a:r>
          </a:p>
        </p:txBody>
      </p:sp>
      <p:sp>
        <p:nvSpPr>
          <p:cNvPr id="21" name="TextBox 20"/>
          <p:cNvSpPr txBox="1"/>
          <p:nvPr/>
        </p:nvSpPr>
        <p:spPr>
          <a:xfrm>
            <a:off x="4187952" y="1938528"/>
            <a:ext cx="969264"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A/R</a:t>
            </a:r>
          </a:p>
        </p:txBody>
      </p:sp>
      <p:sp>
        <p:nvSpPr>
          <p:cNvPr id="22" name="TextBox 21"/>
          <p:cNvSpPr txBox="1"/>
          <p:nvPr/>
        </p:nvSpPr>
        <p:spPr>
          <a:xfrm>
            <a:off x="5285232" y="1938528"/>
            <a:ext cx="969264"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C</a:t>
            </a:r>
          </a:p>
        </p:txBody>
      </p:sp>
      <p:sp>
        <p:nvSpPr>
          <p:cNvPr id="23" name="TextBox 22"/>
          <p:cNvSpPr txBox="1"/>
          <p:nvPr/>
        </p:nvSpPr>
        <p:spPr>
          <a:xfrm>
            <a:off x="6382512" y="1938528"/>
            <a:ext cx="969264"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I</a:t>
            </a:r>
          </a:p>
        </p:txBody>
      </p:sp>
      <p:sp>
        <p:nvSpPr>
          <p:cNvPr id="24" name="TextBox 23"/>
          <p:cNvSpPr txBox="1"/>
          <p:nvPr/>
        </p:nvSpPr>
        <p:spPr>
          <a:xfrm>
            <a:off x="7479792" y="1938528"/>
            <a:ext cx="1152143"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C</a:t>
            </a:r>
          </a:p>
        </p:txBody>
      </p:sp>
      <p:sp>
        <p:nvSpPr>
          <p:cNvPr id="25" name="Rectangle 24"/>
          <p:cNvSpPr/>
          <p:nvPr/>
        </p:nvSpPr>
        <p:spPr>
          <a:xfrm>
            <a:off x="457200" y="2377440"/>
            <a:ext cx="8229600" cy="438912"/>
          </a:xfrm>
          <a:prstGeom prst="rect">
            <a:avLst/>
          </a:prstGeom>
          <a:solidFill>
            <a:srgbClr val="161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0352" y="2377440"/>
            <a:ext cx="3529584" cy="438912"/>
          </a:xfrm>
          <a:prstGeom prst="rect">
            <a:avLst/>
          </a:prstGeom>
          <a:noFill/>
        </p:spPr>
        <p:txBody>
          <a:bodyPr wrap="square" lIns="0" rIns="0" tIns="0" bIns="0" anchor="ctr">
            <a:spAutoFit/>
          </a:bodyPr>
          <a:lstStyle/>
          <a:p>
            <a:pPr algn="l">
              <a:spcAft>
                <a:spcPts val="0"/>
              </a:spcAft>
            </a:pPr>
            <a:r>
              <a:rPr sz="1350" b="1" i="0">
                <a:solidFill>
                  <a:srgbClr val="A48AFB"/>
                </a:solidFill>
                <a:latin typeface="Calibri"/>
              </a:rPr>
              <a:t>Clasificar y proteger lo sensible</a:t>
            </a:r>
          </a:p>
        </p:txBody>
      </p:sp>
      <p:sp>
        <p:nvSpPr>
          <p:cNvPr id="27" name="TextBox 26"/>
          <p:cNvSpPr txBox="1"/>
          <p:nvPr/>
        </p:nvSpPr>
        <p:spPr>
          <a:xfrm>
            <a:off x="4187952" y="2377440"/>
            <a:ext cx="969264"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C</a:t>
            </a:r>
          </a:p>
        </p:txBody>
      </p:sp>
      <p:sp>
        <p:nvSpPr>
          <p:cNvPr id="28" name="TextBox 27"/>
          <p:cNvSpPr txBox="1"/>
          <p:nvPr/>
        </p:nvSpPr>
        <p:spPr>
          <a:xfrm>
            <a:off x="5285232" y="2377440"/>
            <a:ext cx="969264"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I</a:t>
            </a:r>
          </a:p>
        </p:txBody>
      </p:sp>
      <p:sp>
        <p:nvSpPr>
          <p:cNvPr id="29" name="TextBox 28"/>
          <p:cNvSpPr txBox="1"/>
          <p:nvPr/>
        </p:nvSpPr>
        <p:spPr>
          <a:xfrm>
            <a:off x="6382512" y="2377440"/>
            <a:ext cx="969264"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A/R</a:t>
            </a:r>
          </a:p>
        </p:txBody>
      </p:sp>
      <p:sp>
        <p:nvSpPr>
          <p:cNvPr id="30" name="TextBox 29"/>
          <p:cNvSpPr txBox="1"/>
          <p:nvPr/>
        </p:nvSpPr>
        <p:spPr>
          <a:xfrm>
            <a:off x="7479792" y="2377440"/>
            <a:ext cx="1152143"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I</a:t>
            </a:r>
          </a:p>
        </p:txBody>
      </p:sp>
      <p:sp>
        <p:nvSpPr>
          <p:cNvPr id="31" name="Rectangle 30"/>
          <p:cNvSpPr/>
          <p:nvPr/>
        </p:nvSpPr>
        <p:spPr>
          <a:xfrm>
            <a:off x="457200" y="2816352"/>
            <a:ext cx="8229600" cy="438912"/>
          </a:xfrm>
          <a:prstGeom prst="rect">
            <a:avLst/>
          </a:prstGeom>
          <a:solidFill>
            <a:srgbClr val="1A18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0352" y="2816352"/>
            <a:ext cx="3529584" cy="438912"/>
          </a:xfrm>
          <a:prstGeom prst="rect">
            <a:avLst/>
          </a:prstGeom>
          <a:noFill/>
        </p:spPr>
        <p:txBody>
          <a:bodyPr wrap="square" lIns="0" rIns="0" tIns="0" bIns="0" anchor="ctr">
            <a:spAutoFit/>
          </a:bodyPr>
          <a:lstStyle/>
          <a:p>
            <a:pPr algn="l">
              <a:spcAft>
                <a:spcPts val="0"/>
              </a:spcAft>
            </a:pPr>
            <a:r>
              <a:rPr sz="1350" b="1" i="0">
                <a:solidFill>
                  <a:srgbClr val="A48AFB"/>
                </a:solidFill>
                <a:latin typeface="Calibri"/>
              </a:rPr>
              <a:t>Decidir qué pasa si un control bloqueante falla</a:t>
            </a:r>
          </a:p>
        </p:txBody>
      </p:sp>
      <p:sp>
        <p:nvSpPr>
          <p:cNvPr id="33" name="TextBox 32"/>
          <p:cNvSpPr txBox="1"/>
          <p:nvPr/>
        </p:nvSpPr>
        <p:spPr>
          <a:xfrm>
            <a:off x="4187952" y="2816352"/>
            <a:ext cx="969264"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C</a:t>
            </a:r>
          </a:p>
        </p:txBody>
      </p:sp>
      <p:sp>
        <p:nvSpPr>
          <p:cNvPr id="34" name="TextBox 33"/>
          <p:cNvSpPr txBox="1"/>
          <p:nvPr/>
        </p:nvSpPr>
        <p:spPr>
          <a:xfrm>
            <a:off x="5285232" y="2816352"/>
            <a:ext cx="969264"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R</a:t>
            </a:r>
          </a:p>
        </p:txBody>
      </p:sp>
      <p:sp>
        <p:nvSpPr>
          <p:cNvPr id="35" name="TextBox 34"/>
          <p:cNvSpPr txBox="1"/>
          <p:nvPr/>
        </p:nvSpPr>
        <p:spPr>
          <a:xfrm>
            <a:off x="6382512" y="2816352"/>
            <a:ext cx="969264"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A</a:t>
            </a:r>
          </a:p>
        </p:txBody>
      </p:sp>
      <p:sp>
        <p:nvSpPr>
          <p:cNvPr id="36" name="TextBox 35"/>
          <p:cNvSpPr txBox="1"/>
          <p:nvPr/>
        </p:nvSpPr>
        <p:spPr>
          <a:xfrm>
            <a:off x="7479792" y="2816352"/>
            <a:ext cx="1152143"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I</a:t>
            </a:r>
          </a:p>
        </p:txBody>
      </p:sp>
      <p:sp>
        <p:nvSpPr>
          <p:cNvPr id="37" name="Rectangle 36"/>
          <p:cNvSpPr/>
          <p:nvPr/>
        </p:nvSpPr>
        <p:spPr>
          <a:xfrm>
            <a:off x="457200" y="3255264"/>
            <a:ext cx="8229600" cy="438912"/>
          </a:xfrm>
          <a:prstGeom prst="rect">
            <a:avLst/>
          </a:prstGeom>
          <a:solidFill>
            <a:srgbClr val="161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30352" y="3255264"/>
            <a:ext cx="3529584" cy="438912"/>
          </a:xfrm>
          <a:prstGeom prst="rect">
            <a:avLst/>
          </a:prstGeom>
          <a:noFill/>
        </p:spPr>
        <p:txBody>
          <a:bodyPr wrap="square" lIns="0" rIns="0" tIns="0" bIns="0" anchor="ctr">
            <a:spAutoFit/>
          </a:bodyPr>
          <a:lstStyle/>
          <a:p>
            <a:pPr algn="l">
              <a:spcAft>
                <a:spcPts val="0"/>
              </a:spcAft>
            </a:pPr>
            <a:r>
              <a:rPr sz="1350" b="1" i="0">
                <a:solidFill>
                  <a:srgbClr val="A48AFB"/>
                </a:solidFill>
                <a:latin typeface="Calibri"/>
              </a:rPr>
              <a:t>Responder alertas y recuperar</a:t>
            </a:r>
          </a:p>
        </p:txBody>
      </p:sp>
      <p:sp>
        <p:nvSpPr>
          <p:cNvPr id="39" name="TextBox 38"/>
          <p:cNvSpPr txBox="1"/>
          <p:nvPr/>
        </p:nvSpPr>
        <p:spPr>
          <a:xfrm>
            <a:off x="4187952" y="3255264"/>
            <a:ext cx="969264"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C</a:t>
            </a:r>
          </a:p>
        </p:txBody>
      </p:sp>
      <p:sp>
        <p:nvSpPr>
          <p:cNvPr id="40" name="TextBox 39"/>
          <p:cNvSpPr txBox="1"/>
          <p:nvPr/>
        </p:nvSpPr>
        <p:spPr>
          <a:xfrm>
            <a:off x="5285232" y="3255264"/>
            <a:ext cx="969264"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A/R</a:t>
            </a:r>
          </a:p>
        </p:txBody>
      </p:sp>
      <p:sp>
        <p:nvSpPr>
          <p:cNvPr id="41" name="TextBox 40"/>
          <p:cNvSpPr txBox="1"/>
          <p:nvPr/>
        </p:nvSpPr>
        <p:spPr>
          <a:xfrm>
            <a:off x="6382512" y="3255264"/>
            <a:ext cx="969264"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I</a:t>
            </a:r>
          </a:p>
        </p:txBody>
      </p:sp>
      <p:sp>
        <p:nvSpPr>
          <p:cNvPr id="42" name="TextBox 41"/>
          <p:cNvSpPr txBox="1"/>
          <p:nvPr/>
        </p:nvSpPr>
        <p:spPr>
          <a:xfrm>
            <a:off x="7479792" y="3255264"/>
            <a:ext cx="1152143"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I</a:t>
            </a:r>
          </a:p>
        </p:txBody>
      </p:sp>
      <p:sp>
        <p:nvSpPr>
          <p:cNvPr id="43" name="Rectangle 42"/>
          <p:cNvSpPr/>
          <p:nvPr/>
        </p:nvSpPr>
        <p:spPr>
          <a:xfrm>
            <a:off x="457200" y="3694176"/>
            <a:ext cx="8229600" cy="438912"/>
          </a:xfrm>
          <a:prstGeom prst="rect">
            <a:avLst/>
          </a:prstGeom>
          <a:solidFill>
            <a:srgbClr val="1A18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30352" y="3694176"/>
            <a:ext cx="3529584" cy="438912"/>
          </a:xfrm>
          <a:prstGeom prst="rect">
            <a:avLst/>
          </a:prstGeom>
          <a:noFill/>
        </p:spPr>
        <p:txBody>
          <a:bodyPr wrap="square" lIns="0" rIns="0" tIns="0" bIns="0" anchor="ctr">
            <a:spAutoFit/>
          </a:bodyPr>
          <a:lstStyle/>
          <a:p>
            <a:pPr algn="l">
              <a:spcAft>
                <a:spcPts val="0"/>
              </a:spcAft>
            </a:pPr>
            <a:r>
              <a:rPr sz="1350" b="1" i="0">
                <a:solidFill>
                  <a:srgbClr val="A48AFB"/>
                </a:solidFill>
                <a:latin typeface="Calibri"/>
              </a:rPr>
              <a:t>Aprobar un cambio de esquema</a:t>
            </a:r>
          </a:p>
        </p:txBody>
      </p:sp>
      <p:sp>
        <p:nvSpPr>
          <p:cNvPr id="45" name="TextBox 44"/>
          <p:cNvSpPr txBox="1"/>
          <p:nvPr/>
        </p:nvSpPr>
        <p:spPr>
          <a:xfrm>
            <a:off x="4187952" y="3694176"/>
            <a:ext cx="969264"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R</a:t>
            </a:r>
          </a:p>
        </p:txBody>
      </p:sp>
      <p:sp>
        <p:nvSpPr>
          <p:cNvPr id="46" name="TextBox 45"/>
          <p:cNvSpPr txBox="1"/>
          <p:nvPr/>
        </p:nvSpPr>
        <p:spPr>
          <a:xfrm>
            <a:off x="5285232" y="3694176"/>
            <a:ext cx="969264"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C</a:t>
            </a:r>
          </a:p>
        </p:txBody>
      </p:sp>
      <p:sp>
        <p:nvSpPr>
          <p:cNvPr id="47" name="TextBox 46"/>
          <p:cNvSpPr txBox="1"/>
          <p:nvPr/>
        </p:nvSpPr>
        <p:spPr>
          <a:xfrm>
            <a:off x="6382512" y="3694176"/>
            <a:ext cx="969264"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A</a:t>
            </a:r>
          </a:p>
        </p:txBody>
      </p:sp>
      <p:sp>
        <p:nvSpPr>
          <p:cNvPr id="48" name="TextBox 47"/>
          <p:cNvSpPr txBox="1"/>
          <p:nvPr/>
        </p:nvSpPr>
        <p:spPr>
          <a:xfrm>
            <a:off x="7479792" y="3694176"/>
            <a:ext cx="1152143" cy="438912"/>
          </a:xfrm>
          <a:prstGeom prst="rect">
            <a:avLst/>
          </a:prstGeom>
          <a:noFill/>
        </p:spPr>
        <p:txBody>
          <a:bodyPr wrap="square" lIns="0" rIns="0" tIns="0" bIns="0" anchor="ctr">
            <a:spAutoFit/>
          </a:bodyPr>
          <a:lstStyle/>
          <a:p>
            <a:pPr algn="l">
              <a:spcAft>
                <a:spcPts val="0"/>
              </a:spcAft>
            </a:pPr>
            <a:r>
              <a:rPr sz="1350" b="0" i="0">
                <a:solidFill>
                  <a:srgbClr val="F0F0F8"/>
                </a:solidFill>
                <a:latin typeface="Calibri"/>
              </a:rPr>
              <a:t>C</a:t>
            </a:r>
          </a:p>
        </p:txBody>
      </p:sp>
      <p:sp>
        <p:nvSpPr>
          <p:cNvPr id="49" name="TextBox 48"/>
          <p:cNvSpPr txBox="1"/>
          <p:nvPr/>
        </p:nvSpPr>
        <p:spPr>
          <a:xfrm>
            <a:off x="457200" y="4315968"/>
            <a:ext cx="8229600" cy="274320"/>
          </a:xfrm>
          <a:prstGeom prst="rect">
            <a:avLst/>
          </a:prstGeom>
          <a:noFill/>
        </p:spPr>
        <p:txBody>
          <a:bodyPr wrap="square" lIns="0" rIns="0" tIns="0" bIns="0" anchor="ctr">
            <a:spAutoFit/>
          </a:bodyPr>
          <a:lstStyle/>
          <a:p>
            <a:pPr algn="ctr">
              <a:spcAft>
                <a:spcPts val="0"/>
              </a:spcAft>
            </a:pPr>
            <a:r>
              <a:rPr sz="1425" b="0" i="1">
                <a:solidFill>
                  <a:srgbClr val="8888A8"/>
                </a:solidFill>
                <a:latin typeface="Calibri"/>
              </a:rPr>
              <a:t>R hace · A rinde cuentas (uno solo) · C consultado · I informado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2F0"/>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2 · CALIDAD DE DATOS</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2B2B2B"/>
                </a:solidFill>
                <a:latin typeface="Calibri"/>
              </a:rPr>
              <a:t>Más que «no hay </a:t>
            </a:r>
            <a:r>
              <a:rPr sz="3200" b="1" i="0">
                <a:solidFill>
                  <a:srgbClr val="6B4CE6"/>
                </a:solidFill>
                <a:latin typeface="Calibri"/>
              </a:rPr>
              <a:t>nulos»</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6B6B85"/>
                </a:solidFill>
                <a:latin typeface="Calibri"/>
              </a:rPr>
              <a:t>18</a:t>
            </a:r>
          </a:p>
        </p:txBody>
      </p:sp>
      <p:sp>
        <p:nvSpPr>
          <p:cNvPr id="7" name="Rectangle 6"/>
          <p:cNvSpPr/>
          <p:nvPr/>
        </p:nvSpPr>
        <p:spPr>
          <a:xfrm>
            <a:off x="457200" y="1143000"/>
            <a:ext cx="8229600" cy="310896"/>
          </a:xfrm>
          <a:prstGeom prst="rect">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143000"/>
            <a:ext cx="1554480" cy="310896"/>
          </a:xfrm>
          <a:prstGeom prst="rect">
            <a:avLst/>
          </a:prstGeom>
          <a:noFill/>
        </p:spPr>
        <p:txBody>
          <a:bodyPr wrap="square" lIns="0" rIns="0" tIns="0" bIns="0" anchor="ctr">
            <a:spAutoFit/>
          </a:bodyPr>
          <a:lstStyle/>
          <a:p>
            <a:pPr algn="l">
              <a:spcAft>
                <a:spcPts val="0"/>
              </a:spcAft>
            </a:pPr>
            <a:r>
              <a:rPr sz="1500" b="1" i="0">
                <a:solidFill>
                  <a:srgbClr val="FFFFFF"/>
                </a:solidFill>
                <a:latin typeface="Calibri"/>
              </a:rPr>
              <a:t>Dimensión</a:t>
            </a:r>
          </a:p>
        </p:txBody>
      </p:sp>
      <p:sp>
        <p:nvSpPr>
          <p:cNvPr id="9" name="TextBox 8"/>
          <p:cNvSpPr txBox="1"/>
          <p:nvPr/>
        </p:nvSpPr>
        <p:spPr>
          <a:xfrm>
            <a:off x="2176272" y="1143000"/>
            <a:ext cx="2926079" cy="310896"/>
          </a:xfrm>
          <a:prstGeom prst="rect">
            <a:avLst/>
          </a:prstGeom>
          <a:noFill/>
        </p:spPr>
        <p:txBody>
          <a:bodyPr wrap="square" lIns="0" rIns="0" tIns="0" bIns="0" anchor="ctr">
            <a:spAutoFit/>
          </a:bodyPr>
          <a:lstStyle/>
          <a:p>
            <a:pPr algn="l">
              <a:spcAft>
                <a:spcPts val="0"/>
              </a:spcAft>
            </a:pPr>
            <a:r>
              <a:rPr sz="1500" b="1" i="0">
                <a:solidFill>
                  <a:srgbClr val="FFFFFF"/>
                </a:solidFill>
                <a:latin typeface="Calibri"/>
              </a:rPr>
              <a:t>La pregunta</a:t>
            </a:r>
          </a:p>
        </p:txBody>
      </p:sp>
      <p:sp>
        <p:nvSpPr>
          <p:cNvPr id="10" name="TextBox 9"/>
          <p:cNvSpPr txBox="1"/>
          <p:nvPr/>
        </p:nvSpPr>
        <p:spPr>
          <a:xfrm>
            <a:off x="5193792" y="1143000"/>
            <a:ext cx="3474720" cy="310896"/>
          </a:xfrm>
          <a:prstGeom prst="rect">
            <a:avLst/>
          </a:prstGeom>
          <a:noFill/>
        </p:spPr>
        <p:txBody>
          <a:bodyPr wrap="square" lIns="0" rIns="0" tIns="0" bIns="0" anchor="ctr">
            <a:spAutoFit/>
          </a:bodyPr>
          <a:lstStyle/>
          <a:p>
            <a:pPr algn="l">
              <a:spcAft>
                <a:spcPts val="0"/>
              </a:spcAft>
            </a:pPr>
            <a:r>
              <a:rPr sz="1500" b="1" i="0">
                <a:solidFill>
                  <a:srgbClr val="FFFFFF"/>
                </a:solidFill>
                <a:latin typeface="Calibri"/>
              </a:rPr>
              <a:t>Un control de ejemplo</a:t>
            </a:r>
          </a:p>
        </p:txBody>
      </p:sp>
      <p:sp>
        <p:nvSpPr>
          <p:cNvPr id="11" name="Rectangle 10"/>
          <p:cNvSpPr/>
          <p:nvPr/>
        </p:nvSpPr>
        <p:spPr>
          <a:xfrm>
            <a:off x="457200" y="1453896"/>
            <a:ext cx="822960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1453896"/>
            <a:ext cx="1517904" cy="420624"/>
          </a:xfrm>
          <a:prstGeom prst="rect">
            <a:avLst/>
          </a:prstGeom>
          <a:noFill/>
        </p:spPr>
        <p:txBody>
          <a:bodyPr wrap="square" lIns="0" rIns="0" tIns="0" bIns="0" anchor="ctr">
            <a:spAutoFit/>
          </a:bodyPr>
          <a:lstStyle/>
          <a:p>
            <a:pPr algn="l">
              <a:spcAft>
                <a:spcPts val="0"/>
              </a:spcAft>
            </a:pPr>
            <a:r>
              <a:rPr sz="1275" b="1" i="0">
                <a:solidFill>
                  <a:srgbClr val="6B4CE6"/>
                </a:solidFill>
                <a:latin typeface="Calibri"/>
              </a:rPr>
              <a:t>Completitud</a:t>
            </a:r>
          </a:p>
        </p:txBody>
      </p:sp>
      <p:sp>
        <p:nvSpPr>
          <p:cNvPr id="13" name="TextBox 12"/>
          <p:cNvSpPr txBox="1"/>
          <p:nvPr/>
        </p:nvSpPr>
        <p:spPr>
          <a:xfrm>
            <a:off x="2176272" y="1453896"/>
            <a:ext cx="2889503" cy="420624"/>
          </a:xfrm>
          <a:prstGeom prst="rect">
            <a:avLst/>
          </a:prstGeom>
          <a:noFill/>
        </p:spPr>
        <p:txBody>
          <a:bodyPr wrap="square" lIns="0" rIns="0" tIns="0" bIns="0" anchor="ctr">
            <a:spAutoFit/>
          </a:bodyPr>
          <a:lstStyle/>
          <a:p>
            <a:pPr algn="l">
              <a:spcAft>
                <a:spcPts val="0"/>
              </a:spcAft>
            </a:pPr>
            <a:r>
              <a:rPr sz="1275" b="0" i="0">
                <a:solidFill>
                  <a:srgbClr val="2B2B2B"/>
                </a:solidFill>
                <a:latin typeface="Calibri"/>
              </a:rPr>
              <a:t>¿Faltan datos clave?</a:t>
            </a:r>
          </a:p>
        </p:txBody>
      </p:sp>
      <p:sp>
        <p:nvSpPr>
          <p:cNvPr id="14" name="TextBox 13"/>
          <p:cNvSpPr txBox="1"/>
          <p:nvPr/>
        </p:nvSpPr>
        <p:spPr>
          <a:xfrm>
            <a:off x="5193792" y="1453896"/>
            <a:ext cx="3438144" cy="420624"/>
          </a:xfrm>
          <a:prstGeom prst="rect">
            <a:avLst/>
          </a:prstGeom>
          <a:noFill/>
        </p:spPr>
        <p:txBody>
          <a:bodyPr wrap="square" lIns="0" rIns="0" tIns="0" bIns="0" anchor="ctr">
            <a:spAutoFit/>
          </a:bodyPr>
          <a:lstStyle/>
          <a:p>
            <a:pPr algn="l">
              <a:spcAft>
                <a:spcPts val="0"/>
              </a:spcAft>
            </a:pPr>
            <a:r>
              <a:rPr sz="1275" b="0" i="0">
                <a:solidFill>
                  <a:srgbClr val="2B2B2B"/>
                </a:solidFill>
                <a:latin typeface="Calibri"/>
              </a:rPr>
              <a:t>Sin nulos en id_cliente y monto</a:t>
            </a:r>
          </a:p>
        </p:txBody>
      </p:sp>
      <p:sp>
        <p:nvSpPr>
          <p:cNvPr id="15" name="Rectangle 14"/>
          <p:cNvSpPr/>
          <p:nvPr/>
        </p:nvSpPr>
        <p:spPr>
          <a:xfrm>
            <a:off x="457200" y="1874520"/>
            <a:ext cx="8229600" cy="420624"/>
          </a:xfrm>
          <a:prstGeom prst="rect">
            <a:avLst/>
          </a:prstGeom>
          <a:solidFill>
            <a:srgbClr val="EFE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1874520"/>
            <a:ext cx="1517904" cy="420624"/>
          </a:xfrm>
          <a:prstGeom prst="rect">
            <a:avLst/>
          </a:prstGeom>
          <a:noFill/>
        </p:spPr>
        <p:txBody>
          <a:bodyPr wrap="square" lIns="0" rIns="0" tIns="0" bIns="0" anchor="ctr">
            <a:spAutoFit/>
          </a:bodyPr>
          <a:lstStyle/>
          <a:p>
            <a:pPr algn="l">
              <a:spcAft>
                <a:spcPts val="0"/>
              </a:spcAft>
            </a:pPr>
            <a:r>
              <a:rPr sz="1275" b="1" i="0">
                <a:solidFill>
                  <a:srgbClr val="6B4CE6"/>
                </a:solidFill>
                <a:latin typeface="Calibri"/>
              </a:rPr>
              <a:t>Unicidad</a:t>
            </a:r>
          </a:p>
        </p:txBody>
      </p:sp>
      <p:sp>
        <p:nvSpPr>
          <p:cNvPr id="17" name="TextBox 16"/>
          <p:cNvSpPr txBox="1"/>
          <p:nvPr/>
        </p:nvSpPr>
        <p:spPr>
          <a:xfrm>
            <a:off x="2176272" y="1874520"/>
            <a:ext cx="2889503" cy="420624"/>
          </a:xfrm>
          <a:prstGeom prst="rect">
            <a:avLst/>
          </a:prstGeom>
          <a:noFill/>
        </p:spPr>
        <p:txBody>
          <a:bodyPr wrap="square" lIns="0" rIns="0" tIns="0" bIns="0" anchor="ctr">
            <a:spAutoFit/>
          </a:bodyPr>
          <a:lstStyle/>
          <a:p>
            <a:pPr algn="l">
              <a:spcAft>
                <a:spcPts val="0"/>
              </a:spcAft>
            </a:pPr>
            <a:r>
              <a:rPr sz="1275" b="0" i="0">
                <a:solidFill>
                  <a:srgbClr val="2B2B2B"/>
                </a:solidFill>
                <a:latin typeface="Calibri"/>
              </a:rPr>
              <a:t>¿Hay filas repetidas?</a:t>
            </a:r>
          </a:p>
        </p:txBody>
      </p:sp>
      <p:sp>
        <p:nvSpPr>
          <p:cNvPr id="18" name="TextBox 17"/>
          <p:cNvSpPr txBox="1"/>
          <p:nvPr/>
        </p:nvSpPr>
        <p:spPr>
          <a:xfrm>
            <a:off x="5193792" y="1874520"/>
            <a:ext cx="3438144" cy="420624"/>
          </a:xfrm>
          <a:prstGeom prst="rect">
            <a:avLst/>
          </a:prstGeom>
          <a:noFill/>
        </p:spPr>
        <p:txBody>
          <a:bodyPr wrap="square" lIns="0" rIns="0" tIns="0" bIns="0" anchor="ctr">
            <a:spAutoFit/>
          </a:bodyPr>
          <a:lstStyle/>
          <a:p>
            <a:pPr algn="l">
              <a:spcAft>
                <a:spcPts val="0"/>
              </a:spcAft>
            </a:pPr>
            <a:r>
              <a:rPr sz="1275" b="0" i="0">
                <a:solidFill>
                  <a:srgbClr val="2B2B2B"/>
                </a:solidFill>
                <a:latin typeface="Calibri"/>
              </a:rPr>
              <a:t>Clave única en id_orden</a:t>
            </a:r>
          </a:p>
        </p:txBody>
      </p:sp>
      <p:sp>
        <p:nvSpPr>
          <p:cNvPr id="19" name="Rectangle 18"/>
          <p:cNvSpPr/>
          <p:nvPr/>
        </p:nvSpPr>
        <p:spPr>
          <a:xfrm>
            <a:off x="457200" y="2295144"/>
            <a:ext cx="822960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2295144"/>
            <a:ext cx="1517904" cy="420624"/>
          </a:xfrm>
          <a:prstGeom prst="rect">
            <a:avLst/>
          </a:prstGeom>
          <a:noFill/>
        </p:spPr>
        <p:txBody>
          <a:bodyPr wrap="square" lIns="0" rIns="0" tIns="0" bIns="0" anchor="ctr">
            <a:spAutoFit/>
          </a:bodyPr>
          <a:lstStyle/>
          <a:p>
            <a:pPr algn="l">
              <a:spcAft>
                <a:spcPts val="0"/>
              </a:spcAft>
            </a:pPr>
            <a:r>
              <a:rPr sz="1275" b="1" i="0">
                <a:solidFill>
                  <a:srgbClr val="6B4CE6"/>
                </a:solidFill>
                <a:latin typeface="Calibri"/>
              </a:rPr>
              <a:t>Validez</a:t>
            </a:r>
          </a:p>
        </p:txBody>
      </p:sp>
      <p:sp>
        <p:nvSpPr>
          <p:cNvPr id="21" name="TextBox 20"/>
          <p:cNvSpPr txBox="1"/>
          <p:nvPr/>
        </p:nvSpPr>
        <p:spPr>
          <a:xfrm>
            <a:off x="2176272" y="2295144"/>
            <a:ext cx="2889503" cy="420624"/>
          </a:xfrm>
          <a:prstGeom prst="rect">
            <a:avLst/>
          </a:prstGeom>
          <a:noFill/>
        </p:spPr>
        <p:txBody>
          <a:bodyPr wrap="square" lIns="0" rIns="0" tIns="0" bIns="0" anchor="ctr">
            <a:spAutoFit/>
          </a:bodyPr>
          <a:lstStyle/>
          <a:p>
            <a:pPr algn="l">
              <a:spcAft>
                <a:spcPts val="0"/>
              </a:spcAft>
            </a:pPr>
            <a:r>
              <a:rPr sz="1275" b="0" i="0">
                <a:solidFill>
                  <a:srgbClr val="2B2B2B"/>
                </a:solidFill>
                <a:latin typeface="Calibri"/>
              </a:rPr>
              <a:t>¿El valor tiene sentido?</a:t>
            </a:r>
          </a:p>
        </p:txBody>
      </p:sp>
      <p:sp>
        <p:nvSpPr>
          <p:cNvPr id="22" name="TextBox 21"/>
          <p:cNvSpPr txBox="1"/>
          <p:nvPr/>
        </p:nvSpPr>
        <p:spPr>
          <a:xfrm>
            <a:off x="5193792" y="2295144"/>
            <a:ext cx="3438144" cy="420624"/>
          </a:xfrm>
          <a:prstGeom prst="rect">
            <a:avLst/>
          </a:prstGeom>
          <a:noFill/>
        </p:spPr>
        <p:txBody>
          <a:bodyPr wrap="square" lIns="0" rIns="0" tIns="0" bIns="0" anchor="ctr">
            <a:spAutoFit/>
          </a:bodyPr>
          <a:lstStyle/>
          <a:p>
            <a:pPr algn="l">
              <a:spcAft>
                <a:spcPts val="0"/>
              </a:spcAft>
            </a:pPr>
            <a:r>
              <a:rPr sz="1275" b="0" i="0">
                <a:solidFill>
                  <a:srgbClr val="2B2B2B"/>
                </a:solidFill>
                <a:latin typeface="Calibri"/>
              </a:rPr>
              <a:t>Monto entre 1 y 50.000</a:t>
            </a:r>
          </a:p>
        </p:txBody>
      </p:sp>
      <p:sp>
        <p:nvSpPr>
          <p:cNvPr id="23" name="Rectangle 22"/>
          <p:cNvSpPr/>
          <p:nvPr/>
        </p:nvSpPr>
        <p:spPr>
          <a:xfrm>
            <a:off x="457200" y="2715768"/>
            <a:ext cx="8229600" cy="420624"/>
          </a:xfrm>
          <a:prstGeom prst="rect">
            <a:avLst/>
          </a:prstGeom>
          <a:solidFill>
            <a:srgbClr val="EFE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2715768"/>
            <a:ext cx="1517904" cy="420624"/>
          </a:xfrm>
          <a:prstGeom prst="rect">
            <a:avLst/>
          </a:prstGeom>
          <a:noFill/>
        </p:spPr>
        <p:txBody>
          <a:bodyPr wrap="square" lIns="0" rIns="0" tIns="0" bIns="0" anchor="ctr">
            <a:spAutoFit/>
          </a:bodyPr>
          <a:lstStyle/>
          <a:p>
            <a:pPr algn="l">
              <a:spcAft>
                <a:spcPts val="0"/>
              </a:spcAft>
            </a:pPr>
            <a:r>
              <a:rPr sz="1275" b="1" i="0">
                <a:solidFill>
                  <a:srgbClr val="6B4CE6"/>
                </a:solidFill>
                <a:latin typeface="Calibri"/>
              </a:rPr>
              <a:t>Consistencia</a:t>
            </a:r>
          </a:p>
        </p:txBody>
      </p:sp>
      <p:sp>
        <p:nvSpPr>
          <p:cNvPr id="25" name="TextBox 24"/>
          <p:cNvSpPr txBox="1"/>
          <p:nvPr/>
        </p:nvSpPr>
        <p:spPr>
          <a:xfrm>
            <a:off x="2176272" y="2715768"/>
            <a:ext cx="2889503" cy="420624"/>
          </a:xfrm>
          <a:prstGeom prst="rect">
            <a:avLst/>
          </a:prstGeom>
          <a:noFill/>
        </p:spPr>
        <p:txBody>
          <a:bodyPr wrap="square" lIns="0" rIns="0" tIns="0" bIns="0" anchor="ctr">
            <a:spAutoFit/>
          </a:bodyPr>
          <a:lstStyle/>
          <a:p>
            <a:pPr algn="l">
              <a:spcAft>
                <a:spcPts val="0"/>
              </a:spcAft>
            </a:pPr>
            <a:r>
              <a:rPr sz="1275" b="0" i="0">
                <a:solidFill>
                  <a:srgbClr val="2B2B2B"/>
                </a:solidFill>
                <a:latin typeface="Calibri"/>
              </a:rPr>
              <a:t>¿Tiene la forma acordada?</a:t>
            </a:r>
          </a:p>
        </p:txBody>
      </p:sp>
      <p:sp>
        <p:nvSpPr>
          <p:cNvPr id="26" name="TextBox 25"/>
          <p:cNvSpPr txBox="1"/>
          <p:nvPr/>
        </p:nvSpPr>
        <p:spPr>
          <a:xfrm>
            <a:off x="5193792" y="2715768"/>
            <a:ext cx="3438144" cy="420624"/>
          </a:xfrm>
          <a:prstGeom prst="rect">
            <a:avLst/>
          </a:prstGeom>
          <a:noFill/>
        </p:spPr>
        <p:txBody>
          <a:bodyPr wrap="square" lIns="0" rIns="0" tIns="0" bIns="0" anchor="ctr">
            <a:spAutoFit/>
          </a:bodyPr>
          <a:lstStyle/>
          <a:p>
            <a:pPr algn="l">
              <a:spcAft>
                <a:spcPts val="0"/>
              </a:spcAft>
            </a:pPr>
            <a:r>
              <a:rPr sz="1275" b="0" i="0">
                <a:solidFill>
                  <a:srgbClr val="2B2B2B"/>
                </a:solidFill>
                <a:latin typeface="Calibri"/>
              </a:rPr>
              <a:t>Esquema esperado</a:t>
            </a:r>
          </a:p>
        </p:txBody>
      </p:sp>
      <p:sp>
        <p:nvSpPr>
          <p:cNvPr id="27" name="Rectangle 26"/>
          <p:cNvSpPr/>
          <p:nvPr/>
        </p:nvSpPr>
        <p:spPr>
          <a:xfrm>
            <a:off x="457200" y="3136392"/>
            <a:ext cx="822960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 y="3136392"/>
            <a:ext cx="1517904" cy="420624"/>
          </a:xfrm>
          <a:prstGeom prst="rect">
            <a:avLst/>
          </a:prstGeom>
          <a:noFill/>
        </p:spPr>
        <p:txBody>
          <a:bodyPr wrap="square" lIns="0" rIns="0" tIns="0" bIns="0" anchor="ctr">
            <a:spAutoFit/>
          </a:bodyPr>
          <a:lstStyle/>
          <a:p>
            <a:pPr algn="l">
              <a:spcAft>
                <a:spcPts val="0"/>
              </a:spcAft>
            </a:pPr>
            <a:r>
              <a:rPr sz="1275" b="1" i="0">
                <a:solidFill>
                  <a:srgbClr val="6B4CE6"/>
                </a:solidFill>
                <a:latin typeface="Calibri"/>
              </a:rPr>
              <a:t>Integridad</a:t>
            </a:r>
          </a:p>
        </p:txBody>
      </p:sp>
      <p:sp>
        <p:nvSpPr>
          <p:cNvPr id="29" name="TextBox 28"/>
          <p:cNvSpPr txBox="1"/>
          <p:nvPr/>
        </p:nvSpPr>
        <p:spPr>
          <a:xfrm>
            <a:off x="2176272" y="3136392"/>
            <a:ext cx="2889503" cy="420624"/>
          </a:xfrm>
          <a:prstGeom prst="rect">
            <a:avLst/>
          </a:prstGeom>
          <a:noFill/>
        </p:spPr>
        <p:txBody>
          <a:bodyPr wrap="square" lIns="0" rIns="0" tIns="0" bIns="0" anchor="ctr">
            <a:spAutoFit/>
          </a:bodyPr>
          <a:lstStyle/>
          <a:p>
            <a:pPr algn="l">
              <a:spcAft>
                <a:spcPts val="0"/>
              </a:spcAft>
            </a:pPr>
            <a:r>
              <a:rPr sz="1275" b="0" i="0">
                <a:solidFill>
                  <a:srgbClr val="2B2B2B"/>
                </a:solidFill>
                <a:latin typeface="Calibri"/>
              </a:rPr>
              <a:t>¿Existe lo que referencia?</a:t>
            </a:r>
          </a:p>
        </p:txBody>
      </p:sp>
      <p:sp>
        <p:nvSpPr>
          <p:cNvPr id="30" name="TextBox 29"/>
          <p:cNvSpPr txBox="1"/>
          <p:nvPr/>
        </p:nvSpPr>
        <p:spPr>
          <a:xfrm>
            <a:off x="5193792" y="3136392"/>
            <a:ext cx="3438144" cy="420624"/>
          </a:xfrm>
          <a:prstGeom prst="rect">
            <a:avLst/>
          </a:prstGeom>
          <a:noFill/>
        </p:spPr>
        <p:txBody>
          <a:bodyPr wrap="square" lIns="0" rIns="0" tIns="0" bIns="0" anchor="ctr">
            <a:spAutoFit/>
          </a:bodyPr>
          <a:lstStyle/>
          <a:p>
            <a:pPr algn="l">
              <a:spcAft>
                <a:spcPts val="0"/>
              </a:spcAft>
            </a:pPr>
            <a:r>
              <a:rPr sz="1275" b="0" i="0">
                <a:solidFill>
                  <a:srgbClr val="2B2B2B"/>
                </a:solidFill>
                <a:latin typeface="Calibri"/>
              </a:rPr>
              <a:t>Cada id_cliente está en el CRM</a:t>
            </a:r>
          </a:p>
        </p:txBody>
      </p:sp>
      <p:sp>
        <p:nvSpPr>
          <p:cNvPr id="31" name="Rectangle 30"/>
          <p:cNvSpPr/>
          <p:nvPr/>
        </p:nvSpPr>
        <p:spPr>
          <a:xfrm>
            <a:off x="457200" y="3557016"/>
            <a:ext cx="8229600" cy="420624"/>
          </a:xfrm>
          <a:prstGeom prst="rect">
            <a:avLst/>
          </a:prstGeom>
          <a:solidFill>
            <a:srgbClr val="EFE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0352" y="3557016"/>
            <a:ext cx="1517904" cy="420624"/>
          </a:xfrm>
          <a:prstGeom prst="rect">
            <a:avLst/>
          </a:prstGeom>
          <a:noFill/>
        </p:spPr>
        <p:txBody>
          <a:bodyPr wrap="square" lIns="0" rIns="0" tIns="0" bIns="0" anchor="ctr">
            <a:spAutoFit/>
          </a:bodyPr>
          <a:lstStyle/>
          <a:p>
            <a:pPr algn="l">
              <a:spcAft>
                <a:spcPts val="0"/>
              </a:spcAft>
            </a:pPr>
            <a:r>
              <a:rPr sz="1275" b="1" i="0">
                <a:solidFill>
                  <a:srgbClr val="6B4CE6"/>
                </a:solidFill>
                <a:latin typeface="Calibri"/>
              </a:rPr>
              <a:t>Frescura</a:t>
            </a:r>
          </a:p>
        </p:txBody>
      </p:sp>
      <p:sp>
        <p:nvSpPr>
          <p:cNvPr id="33" name="TextBox 32"/>
          <p:cNvSpPr txBox="1"/>
          <p:nvPr/>
        </p:nvSpPr>
        <p:spPr>
          <a:xfrm>
            <a:off x="2176272" y="3557016"/>
            <a:ext cx="2889503" cy="420624"/>
          </a:xfrm>
          <a:prstGeom prst="rect">
            <a:avLst/>
          </a:prstGeom>
          <a:noFill/>
        </p:spPr>
        <p:txBody>
          <a:bodyPr wrap="square" lIns="0" rIns="0" tIns="0" bIns="0" anchor="ctr">
            <a:spAutoFit/>
          </a:bodyPr>
          <a:lstStyle/>
          <a:p>
            <a:pPr algn="l">
              <a:spcAft>
                <a:spcPts val="0"/>
              </a:spcAft>
            </a:pPr>
            <a:r>
              <a:rPr sz="1275" b="0" i="0">
                <a:solidFill>
                  <a:srgbClr val="2B2B2B"/>
                </a:solidFill>
                <a:latin typeface="Calibri"/>
              </a:rPr>
              <a:t>¿Es de la fecha esperada?</a:t>
            </a:r>
          </a:p>
        </p:txBody>
      </p:sp>
      <p:sp>
        <p:nvSpPr>
          <p:cNvPr id="34" name="TextBox 33"/>
          <p:cNvSpPr txBox="1"/>
          <p:nvPr/>
        </p:nvSpPr>
        <p:spPr>
          <a:xfrm>
            <a:off x="5193792" y="3557016"/>
            <a:ext cx="3438144" cy="420624"/>
          </a:xfrm>
          <a:prstGeom prst="rect">
            <a:avLst/>
          </a:prstGeom>
          <a:noFill/>
        </p:spPr>
        <p:txBody>
          <a:bodyPr wrap="square" lIns="0" rIns="0" tIns="0" bIns="0" anchor="ctr">
            <a:spAutoFit/>
          </a:bodyPr>
          <a:lstStyle/>
          <a:p>
            <a:pPr algn="l">
              <a:spcAft>
                <a:spcPts val="0"/>
              </a:spcAft>
            </a:pPr>
            <a:r>
              <a:rPr sz="1275" b="0" i="0">
                <a:solidFill>
                  <a:srgbClr val="2B2B2B"/>
                </a:solidFill>
                <a:latin typeface="Calibri"/>
              </a:rPr>
              <a:t>El último dato es de hoy</a:t>
            </a:r>
          </a:p>
        </p:txBody>
      </p:sp>
      <p:sp>
        <p:nvSpPr>
          <p:cNvPr id="35" name="Rectangle 34"/>
          <p:cNvSpPr/>
          <p:nvPr/>
        </p:nvSpPr>
        <p:spPr>
          <a:xfrm>
            <a:off x="457200" y="3977640"/>
            <a:ext cx="822960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0352" y="3977640"/>
            <a:ext cx="1517904" cy="420624"/>
          </a:xfrm>
          <a:prstGeom prst="rect">
            <a:avLst/>
          </a:prstGeom>
          <a:noFill/>
        </p:spPr>
        <p:txBody>
          <a:bodyPr wrap="square" lIns="0" rIns="0" tIns="0" bIns="0" anchor="ctr">
            <a:spAutoFit/>
          </a:bodyPr>
          <a:lstStyle/>
          <a:p>
            <a:pPr algn="l">
              <a:spcAft>
                <a:spcPts val="0"/>
              </a:spcAft>
            </a:pPr>
            <a:r>
              <a:rPr sz="1275" b="1" i="0">
                <a:solidFill>
                  <a:srgbClr val="6B4CE6"/>
                </a:solidFill>
                <a:latin typeface="Calibri"/>
              </a:rPr>
              <a:t>Volumen</a:t>
            </a:r>
          </a:p>
        </p:txBody>
      </p:sp>
      <p:sp>
        <p:nvSpPr>
          <p:cNvPr id="37" name="TextBox 36"/>
          <p:cNvSpPr txBox="1"/>
          <p:nvPr/>
        </p:nvSpPr>
        <p:spPr>
          <a:xfrm>
            <a:off x="2176272" y="3977640"/>
            <a:ext cx="2889503" cy="420624"/>
          </a:xfrm>
          <a:prstGeom prst="rect">
            <a:avLst/>
          </a:prstGeom>
          <a:noFill/>
        </p:spPr>
        <p:txBody>
          <a:bodyPr wrap="square" lIns="0" rIns="0" tIns="0" bIns="0" anchor="ctr">
            <a:spAutoFit/>
          </a:bodyPr>
          <a:lstStyle/>
          <a:p>
            <a:pPr algn="l">
              <a:spcAft>
                <a:spcPts val="0"/>
              </a:spcAft>
            </a:pPr>
            <a:r>
              <a:rPr sz="1275" b="0" i="0">
                <a:solidFill>
                  <a:srgbClr val="2B2B2B"/>
                </a:solidFill>
                <a:latin typeface="Calibri"/>
              </a:rPr>
              <a:t>¿Es una cantidad razonable?</a:t>
            </a:r>
          </a:p>
        </p:txBody>
      </p:sp>
      <p:sp>
        <p:nvSpPr>
          <p:cNvPr id="38" name="TextBox 37"/>
          <p:cNvSpPr txBox="1"/>
          <p:nvPr/>
        </p:nvSpPr>
        <p:spPr>
          <a:xfrm>
            <a:off x="5193792" y="3977640"/>
            <a:ext cx="3438144" cy="420624"/>
          </a:xfrm>
          <a:prstGeom prst="rect">
            <a:avLst/>
          </a:prstGeom>
          <a:noFill/>
        </p:spPr>
        <p:txBody>
          <a:bodyPr wrap="square" lIns="0" rIns="0" tIns="0" bIns="0" anchor="ctr">
            <a:spAutoFit/>
          </a:bodyPr>
          <a:lstStyle/>
          <a:p>
            <a:pPr algn="l">
              <a:spcAft>
                <a:spcPts val="0"/>
              </a:spcAft>
            </a:pPr>
            <a:r>
              <a:rPr sz="1275" b="0" i="0">
                <a:solidFill>
                  <a:srgbClr val="2B2B2B"/>
                </a:solidFill>
                <a:latin typeface="Calibri"/>
              </a:rPr>
              <a:t>480 filas, con 30 % de tolerancia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0D14"/>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2 · CONTROLES</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FFFFFF"/>
                </a:solidFill>
                <a:latin typeface="Calibri"/>
              </a:rPr>
              <a:t>Bloqueantes </a:t>
            </a:r>
            <a:r>
              <a:rPr sz="3200" b="1" i="0">
                <a:solidFill>
                  <a:srgbClr val="A48AFB"/>
                </a:solidFill>
                <a:latin typeface="Calibri"/>
              </a:rPr>
              <a:t>y no bloqueantes</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8888A8"/>
                </a:solidFill>
                <a:latin typeface="Calibri"/>
              </a:rPr>
              <a:t>19</a:t>
            </a:r>
          </a:p>
        </p:txBody>
      </p:sp>
      <p:sp>
        <p:nvSpPr>
          <p:cNvPr id="7" name="Rounded Rectangle 6"/>
          <p:cNvSpPr/>
          <p:nvPr/>
        </p:nvSpPr>
        <p:spPr>
          <a:xfrm>
            <a:off x="457200" y="1280160"/>
            <a:ext cx="4023360" cy="2103120"/>
          </a:xfrm>
          <a:prstGeom prst="roundRect">
            <a:avLst>
              <a:gd name="adj" fmla="val 3913"/>
            </a:avLst>
          </a:prstGeom>
          <a:solidFill>
            <a:srgbClr val="2A1E0A"/>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280160"/>
            <a:ext cx="3877056" cy="2103120"/>
          </a:xfrm>
          <a:prstGeom prst="rect">
            <a:avLst/>
          </a:prstGeom>
          <a:noFill/>
        </p:spPr>
        <p:txBody>
          <a:bodyPr wrap="square" lIns="0" rIns="0" tIns="0" bIns="0" anchor="ctr">
            <a:spAutoFit/>
          </a:bodyPr>
          <a:lstStyle/>
          <a:p>
            <a:pPr algn="ctr">
              <a:spcAft>
                <a:spcPts val="0"/>
              </a:spcAft>
            </a:pPr>
            <a:r>
              <a:rPr sz="1500" b="0" i="0">
                <a:solidFill>
                  <a:srgbClr val="F0F0F8"/>
                </a:solidFill>
                <a:latin typeface="Calibri"/>
              </a:rPr>
              <a:t/>
            </a:r>
          </a:p>
        </p:txBody>
      </p:sp>
      <p:sp>
        <p:nvSpPr>
          <p:cNvPr id="9" name="TextBox 8"/>
          <p:cNvSpPr txBox="1"/>
          <p:nvPr/>
        </p:nvSpPr>
        <p:spPr>
          <a:xfrm>
            <a:off x="640080" y="1371600"/>
            <a:ext cx="3657600" cy="201168"/>
          </a:xfrm>
          <a:prstGeom prst="rect">
            <a:avLst/>
          </a:prstGeom>
          <a:noFill/>
        </p:spPr>
        <p:txBody>
          <a:bodyPr wrap="square" lIns="0" rIns="0" tIns="0" bIns="0" anchor="t">
            <a:spAutoFit/>
          </a:bodyPr>
          <a:lstStyle/>
          <a:p>
            <a:pPr algn="l">
              <a:spcAft>
                <a:spcPts val="0"/>
              </a:spcAft>
            </a:pPr>
            <a:r>
              <a:rPr sz="1350" b="1" i="0" spc="120">
                <a:solidFill>
                  <a:srgbClr val="F59E0B"/>
                </a:solidFill>
                <a:latin typeface="Calibri"/>
              </a:rPr>
              <a:t>BLOQUEANTE</a:t>
            </a:r>
          </a:p>
        </p:txBody>
      </p:sp>
      <p:sp>
        <p:nvSpPr>
          <p:cNvPr id="10" name="TextBox 9"/>
          <p:cNvSpPr txBox="1"/>
          <p:nvPr/>
        </p:nvSpPr>
        <p:spPr>
          <a:xfrm>
            <a:off x="640080" y="1691640"/>
            <a:ext cx="3657600" cy="1645920"/>
          </a:xfrm>
          <a:prstGeom prst="rect">
            <a:avLst/>
          </a:prstGeom>
          <a:noFill/>
        </p:spPr>
        <p:txBody>
          <a:bodyPr wrap="square" lIns="0" rIns="0" tIns="0" bIns="0" anchor="t">
            <a:spAutoFit/>
          </a:bodyPr>
          <a:lstStyle/>
          <a:p>
            <a:pPr algn="l">
              <a:spcAft>
                <a:spcPts val="400"/>
              </a:spcAft>
            </a:pPr>
            <a:r>
              <a:rPr sz="1425" b="0" i="0">
                <a:solidFill>
                  <a:srgbClr val="F0F0F8"/>
                </a:solidFill>
                <a:latin typeface="Calibri"/>
              </a:rPr>
              <a:t>Detiene todo lo que depende.</a:t>
            </a:r>
          </a:p>
          <a:p>
            <a:pPr algn="l">
              <a:spcAft>
                <a:spcPts val="400"/>
              </a:spcAft>
            </a:pPr>
            <a:r>
              <a:rPr sz="1425" b="0" i="0">
                <a:solidFill>
                  <a:srgbClr val="F0F0F8"/>
                </a:solidFill>
                <a:latin typeface="Calibri"/>
              </a:rPr>
              <a:t>Cuando seguir daría un resultado incorrecto o inseguro.</a:t>
            </a:r>
          </a:p>
          <a:p>
            <a:pPr algn="l">
              <a:spcAft>
                <a:spcPts val="400"/>
              </a:spcAft>
            </a:pPr>
            <a:r>
              <a:rPr sz="1425" b="0" i="0">
                <a:solidFill>
                  <a:srgbClr val="F0F0F8"/>
                </a:solidFill>
                <a:latin typeface="Calibri"/>
              </a:rPr>
              <a:t>Ejemplos: clave única, esquema, datos sensibles.</a:t>
            </a:r>
          </a:p>
        </p:txBody>
      </p:sp>
      <p:sp>
        <p:nvSpPr>
          <p:cNvPr id="11" name="Rounded Rectangle 10"/>
          <p:cNvSpPr/>
          <p:nvPr/>
        </p:nvSpPr>
        <p:spPr>
          <a:xfrm>
            <a:off x="4663440" y="1280160"/>
            <a:ext cx="4023360" cy="2103120"/>
          </a:xfrm>
          <a:prstGeom prst="roundRect">
            <a:avLst>
              <a:gd name="adj" fmla="val 3913"/>
            </a:avLst>
          </a:prstGeom>
          <a:solidFill>
            <a:srgbClr val="0A2820"/>
          </a:solidFill>
          <a:ln w="15875">
            <a:solidFill>
              <a:srgbClr val="10D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36592" y="1280160"/>
            <a:ext cx="3877056" cy="2103120"/>
          </a:xfrm>
          <a:prstGeom prst="rect">
            <a:avLst/>
          </a:prstGeom>
          <a:noFill/>
        </p:spPr>
        <p:txBody>
          <a:bodyPr wrap="square" lIns="0" rIns="0" tIns="0" bIns="0" anchor="ctr">
            <a:spAutoFit/>
          </a:bodyPr>
          <a:lstStyle/>
          <a:p>
            <a:pPr algn="ctr">
              <a:spcAft>
                <a:spcPts val="0"/>
              </a:spcAft>
            </a:pPr>
            <a:r>
              <a:rPr sz="1500" b="0" i="0">
                <a:solidFill>
                  <a:srgbClr val="F0F0F8"/>
                </a:solidFill>
                <a:latin typeface="Calibri"/>
              </a:rPr>
              <a:t/>
            </a:r>
          </a:p>
        </p:txBody>
      </p:sp>
      <p:sp>
        <p:nvSpPr>
          <p:cNvPr id="13" name="TextBox 12"/>
          <p:cNvSpPr txBox="1"/>
          <p:nvPr/>
        </p:nvSpPr>
        <p:spPr>
          <a:xfrm>
            <a:off x="4846320" y="1371600"/>
            <a:ext cx="3657600" cy="201168"/>
          </a:xfrm>
          <a:prstGeom prst="rect">
            <a:avLst/>
          </a:prstGeom>
          <a:noFill/>
        </p:spPr>
        <p:txBody>
          <a:bodyPr wrap="square" lIns="0" rIns="0" tIns="0" bIns="0" anchor="t">
            <a:spAutoFit/>
          </a:bodyPr>
          <a:lstStyle/>
          <a:p>
            <a:pPr algn="l">
              <a:spcAft>
                <a:spcPts val="0"/>
              </a:spcAft>
            </a:pPr>
            <a:r>
              <a:rPr sz="1350" b="1" i="0" spc="120">
                <a:solidFill>
                  <a:srgbClr val="10D9A0"/>
                </a:solidFill>
                <a:latin typeface="Calibri"/>
              </a:rPr>
              <a:t>NO BLOQUEANTE</a:t>
            </a:r>
          </a:p>
        </p:txBody>
      </p:sp>
      <p:sp>
        <p:nvSpPr>
          <p:cNvPr id="14" name="TextBox 13"/>
          <p:cNvSpPr txBox="1"/>
          <p:nvPr/>
        </p:nvSpPr>
        <p:spPr>
          <a:xfrm>
            <a:off x="4846320" y="1691640"/>
            <a:ext cx="3657600" cy="1645920"/>
          </a:xfrm>
          <a:prstGeom prst="rect">
            <a:avLst/>
          </a:prstGeom>
          <a:noFill/>
        </p:spPr>
        <p:txBody>
          <a:bodyPr wrap="square" lIns="0" rIns="0" tIns="0" bIns="0" anchor="t">
            <a:spAutoFit/>
          </a:bodyPr>
          <a:lstStyle/>
          <a:p>
            <a:pPr algn="l">
              <a:spcAft>
                <a:spcPts val="400"/>
              </a:spcAft>
            </a:pPr>
            <a:r>
              <a:rPr sz="1425" b="0" i="0">
                <a:solidFill>
                  <a:srgbClr val="F0F0F8"/>
                </a:solidFill>
                <a:latin typeface="Calibri"/>
              </a:rPr>
              <a:t>Deja una alerta y sigue.</a:t>
            </a:r>
          </a:p>
          <a:p>
            <a:pPr algn="l">
              <a:spcAft>
                <a:spcPts val="400"/>
              </a:spcAft>
            </a:pPr>
            <a:r>
              <a:rPr sz="1425" b="0" i="0">
                <a:solidFill>
                  <a:srgbClr val="F0F0F8"/>
                </a:solidFill>
                <a:latin typeface="Calibri"/>
              </a:rPr>
              <a:t>El dato sirve, pero hay que revisarlo.</a:t>
            </a:r>
          </a:p>
          <a:p>
            <a:pPr algn="l">
              <a:spcAft>
                <a:spcPts val="400"/>
              </a:spcAft>
            </a:pPr>
            <a:r>
              <a:rPr sz="1425" b="0" i="0">
                <a:solidFill>
                  <a:srgbClr val="F0F0F8"/>
                </a:solidFill>
                <a:latin typeface="Calibri"/>
              </a:rPr>
              <a:t>Ejemplos: montos fuera de rango, volumen.</a:t>
            </a:r>
          </a:p>
        </p:txBody>
      </p:sp>
      <p:sp>
        <p:nvSpPr>
          <p:cNvPr id="15" name="Rounded Rectangle 14"/>
          <p:cNvSpPr/>
          <p:nvPr/>
        </p:nvSpPr>
        <p:spPr>
          <a:xfrm>
            <a:off x="457200" y="3611880"/>
            <a:ext cx="8229600" cy="731520"/>
          </a:xfrm>
          <a:prstGeom prst="roundRect">
            <a:avLst>
              <a:gd name="adj" fmla="val 11249"/>
            </a:avLst>
          </a:prstGeom>
          <a:solidFill>
            <a:srgbClr val="1E1650"/>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3611880"/>
            <a:ext cx="8083296" cy="731520"/>
          </a:xfrm>
          <a:prstGeom prst="rect">
            <a:avLst/>
          </a:prstGeom>
          <a:noFill/>
        </p:spPr>
        <p:txBody>
          <a:bodyPr wrap="square" lIns="0" rIns="0" tIns="0" bIns="0" anchor="ctr">
            <a:spAutoFit/>
          </a:bodyPr>
          <a:lstStyle/>
          <a:p>
            <a:pPr algn="ctr">
              <a:spcAft>
                <a:spcPts val="0"/>
              </a:spcAft>
            </a:pPr>
            <a:r>
              <a:rPr sz="1800" b="1" i="0">
                <a:solidFill>
                  <a:srgbClr val="F0F0F8"/>
                </a:solidFill>
                <a:latin typeface="Calibri"/>
              </a:rPr>
              <a:t>Todo control dice qué hacer si falla y quién decide.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2F0"/>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2 · CONTROLES EN LA DAG</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2B2B2B"/>
                </a:solidFill>
                <a:latin typeface="Calibri"/>
              </a:rPr>
              <a:t>Dónde van los controles </a:t>
            </a:r>
            <a:r>
              <a:rPr sz="3200" b="1" i="0">
                <a:solidFill>
                  <a:srgbClr val="6B4CE6"/>
                </a:solidFill>
                <a:latin typeface="Calibri"/>
              </a:rPr>
              <a:t>y cómo se recupera</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6B6B85"/>
                </a:solidFill>
                <a:latin typeface="Calibri"/>
              </a:rPr>
              <a:t>20</a:t>
            </a:r>
          </a:p>
        </p:txBody>
      </p:sp>
      <p:sp>
        <p:nvSpPr>
          <p:cNvPr id="7" name="Rounded Rectangle 6"/>
          <p:cNvSpPr/>
          <p:nvPr/>
        </p:nvSpPr>
        <p:spPr>
          <a:xfrm>
            <a:off x="457200" y="1280160"/>
            <a:ext cx="1463040" cy="777240"/>
          </a:xfrm>
          <a:prstGeom prst="roundRect">
            <a:avLst>
              <a:gd name="adj" fmla="val 10588"/>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280160"/>
            <a:ext cx="1316736" cy="777240"/>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Entrada</a:t>
            </a:r>
          </a:p>
        </p:txBody>
      </p:sp>
      <p:cxnSp>
        <p:nvCxnSpPr>
          <p:cNvPr id="9" name="Connector 8"/>
          <p:cNvCxnSpPr/>
          <p:nvPr/>
        </p:nvCxnSpPr>
        <p:spPr>
          <a:xfrm>
            <a:off x="1920240" y="1664208"/>
            <a:ext cx="228600" cy="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148840" y="1280160"/>
            <a:ext cx="1463040" cy="777240"/>
          </a:xfrm>
          <a:prstGeom prst="roundRect">
            <a:avLst>
              <a:gd name="adj" fmla="val 10588"/>
            </a:avLst>
          </a:prstGeom>
          <a:solidFill>
            <a:srgbClr val="FDF0DD"/>
          </a:solidFill>
          <a:ln w="15875">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21992" y="1280160"/>
            <a:ext cx="1316736" cy="777240"/>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Control de entrada</a:t>
            </a:r>
          </a:p>
        </p:txBody>
      </p:sp>
      <p:cxnSp>
        <p:nvCxnSpPr>
          <p:cNvPr id="12" name="Connector 11"/>
          <p:cNvCxnSpPr/>
          <p:nvPr/>
        </p:nvCxnSpPr>
        <p:spPr>
          <a:xfrm>
            <a:off x="3611880" y="1664208"/>
            <a:ext cx="228600" cy="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840480" y="1280160"/>
            <a:ext cx="1463040" cy="777240"/>
          </a:xfrm>
          <a:prstGeom prst="roundRect">
            <a:avLst>
              <a:gd name="adj" fmla="val 10588"/>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13632" y="1280160"/>
            <a:ext cx="1316736" cy="777240"/>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Transformar</a:t>
            </a:r>
          </a:p>
        </p:txBody>
      </p:sp>
      <p:cxnSp>
        <p:nvCxnSpPr>
          <p:cNvPr id="15" name="Connector 14"/>
          <p:cNvCxnSpPr/>
          <p:nvPr/>
        </p:nvCxnSpPr>
        <p:spPr>
          <a:xfrm>
            <a:off x="5303520" y="1664208"/>
            <a:ext cx="228600" cy="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532120" y="1280160"/>
            <a:ext cx="1463040" cy="777240"/>
          </a:xfrm>
          <a:prstGeom prst="roundRect">
            <a:avLst>
              <a:gd name="adj" fmla="val 10588"/>
            </a:avLst>
          </a:prstGeom>
          <a:solidFill>
            <a:srgbClr val="FDF0DD"/>
          </a:solidFill>
          <a:ln w="15875">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05272" y="1280160"/>
            <a:ext cx="1316736" cy="777240"/>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Control de salida</a:t>
            </a:r>
          </a:p>
        </p:txBody>
      </p:sp>
      <p:cxnSp>
        <p:nvCxnSpPr>
          <p:cNvPr id="18" name="Connector 17"/>
          <p:cNvCxnSpPr/>
          <p:nvPr/>
        </p:nvCxnSpPr>
        <p:spPr>
          <a:xfrm>
            <a:off x="6995160" y="1664208"/>
            <a:ext cx="228600" cy="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223760" y="1280160"/>
            <a:ext cx="1463040" cy="777240"/>
          </a:xfrm>
          <a:prstGeom prst="roundRect">
            <a:avLst>
              <a:gd name="adj" fmla="val 10588"/>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96912" y="1280160"/>
            <a:ext cx="1316736" cy="777240"/>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Cargar y publicar</a:t>
            </a:r>
          </a:p>
        </p:txBody>
      </p:sp>
      <p:sp>
        <p:nvSpPr>
          <p:cNvPr id="21" name="Rounded Rectangle 20"/>
          <p:cNvSpPr/>
          <p:nvPr/>
        </p:nvSpPr>
        <p:spPr>
          <a:xfrm>
            <a:off x="457200" y="2468880"/>
            <a:ext cx="1965960" cy="1188720"/>
          </a:xfrm>
          <a:prstGeom prst="roundRect">
            <a:avLst>
              <a:gd name="adj" fmla="val 6923"/>
            </a:avLst>
          </a:prstGeom>
          <a:solidFill>
            <a:srgbClr val="E9E2FF"/>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2468880"/>
            <a:ext cx="1819656" cy="1188720"/>
          </a:xfrm>
          <a:prstGeom prst="rect">
            <a:avLst/>
          </a:prstGeom>
          <a:noFill/>
        </p:spPr>
        <p:txBody>
          <a:bodyPr wrap="square" lIns="0" rIns="0" tIns="0" bIns="0" anchor="ctr">
            <a:spAutoFit/>
          </a:bodyPr>
          <a:lstStyle/>
          <a:p>
            <a:pPr algn="ctr">
              <a:spcAft>
                <a:spcPts val="0"/>
              </a:spcAft>
            </a:pPr>
            <a:r>
              <a:rPr sz="1425" b="1" i="0">
                <a:solidFill>
                  <a:srgbClr val="2B2B2B"/>
                </a:solidFill>
                <a:latin typeface="Calibri"/>
              </a:rPr>
              <a:t>Detectar</a:t>
            </a:r>
          </a:p>
          <a:p>
            <a:pPr algn="ctr">
              <a:spcAft>
                <a:spcPts val="0"/>
              </a:spcAft>
            </a:pPr>
            <a:r>
              <a:rPr sz="1425" b="1" i="0">
                <a:solidFill>
                  <a:srgbClr val="2B2B2B"/>
                </a:solidFill>
                <a:latin typeface="Calibri"/>
              </a:rPr>
              <a:t>¿Cómo nos enteramos?</a:t>
            </a:r>
          </a:p>
        </p:txBody>
      </p:sp>
      <p:sp>
        <p:nvSpPr>
          <p:cNvPr id="23" name="Rounded Rectangle 22"/>
          <p:cNvSpPr/>
          <p:nvPr/>
        </p:nvSpPr>
        <p:spPr>
          <a:xfrm>
            <a:off x="2560320" y="2468880"/>
            <a:ext cx="1965960" cy="1188720"/>
          </a:xfrm>
          <a:prstGeom prst="roundRect">
            <a:avLst>
              <a:gd name="adj" fmla="val 6923"/>
            </a:avLst>
          </a:prstGeom>
          <a:solidFill>
            <a:srgbClr val="E9E2FF"/>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33472" y="2468880"/>
            <a:ext cx="1819656" cy="1188720"/>
          </a:xfrm>
          <a:prstGeom prst="rect">
            <a:avLst/>
          </a:prstGeom>
          <a:noFill/>
        </p:spPr>
        <p:txBody>
          <a:bodyPr wrap="square" lIns="0" rIns="0" tIns="0" bIns="0" anchor="ctr">
            <a:spAutoFit/>
          </a:bodyPr>
          <a:lstStyle/>
          <a:p>
            <a:pPr algn="ctr">
              <a:spcAft>
                <a:spcPts val="0"/>
              </a:spcAft>
            </a:pPr>
            <a:r>
              <a:rPr sz="1425" b="1" i="0">
                <a:solidFill>
                  <a:srgbClr val="2B2B2B"/>
                </a:solidFill>
                <a:latin typeface="Calibri"/>
              </a:rPr>
              <a:t>Contener</a:t>
            </a:r>
          </a:p>
          <a:p>
            <a:pPr algn="ctr">
              <a:spcAft>
                <a:spcPts val="0"/>
              </a:spcAft>
            </a:pPr>
            <a:r>
              <a:rPr sz="1425" b="1" i="0">
                <a:solidFill>
                  <a:srgbClr val="2B2B2B"/>
                </a:solidFill>
                <a:latin typeface="Calibri"/>
              </a:rPr>
              <a:t>¿Cómo evitamos el daño?</a:t>
            </a:r>
          </a:p>
        </p:txBody>
      </p:sp>
      <p:sp>
        <p:nvSpPr>
          <p:cNvPr id="25" name="Rounded Rectangle 24"/>
          <p:cNvSpPr/>
          <p:nvPr/>
        </p:nvSpPr>
        <p:spPr>
          <a:xfrm>
            <a:off x="4663440" y="2468880"/>
            <a:ext cx="1965960" cy="1188720"/>
          </a:xfrm>
          <a:prstGeom prst="roundRect">
            <a:avLst>
              <a:gd name="adj" fmla="val 6923"/>
            </a:avLst>
          </a:prstGeom>
          <a:solidFill>
            <a:srgbClr val="E4F6EF"/>
          </a:solidFill>
          <a:ln w="15875">
            <a:solidFill>
              <a:srgbClr val="0B8F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36592" y="2468880"/>
            <a:ext cx="1819656" cy="1188720"/>
          </a:xfrm>
          <a:prstGeom prst="rect">
            <a:avLst/>
          </a:prstGeom>
          <a:noFill/>
        </p:spPr>
        <p:txBody>
          <a:bodyPr wrap="square" lIns="0" rIns="0" tIns="0" bIns="0" anchor="ctr">
            <a:spAutoFit/>
          </a:bodyPr>
          <a:lstStyle/>
          <a:p>
            <a:pPr algn="ctr">
              <a:spcAft>
                <a:spcPts val="0"/>
              </a:spcAft>
            </a:pPr>
            <a:r>
              <a:rPr sz="1425" b="1" i="0">
                <a:solidFill>
                  <a:srgbClr val="2B2B2B"/>
                </a:solidFill>
                <a:latin typeface="Calibri"/>
              </a:rPr>
              <a:t>Recuperar</a:t>
            </a:r>
          </a:p>
          <a:p>
            <a:pPr algn="ctr">
              <a:spcAft>
                <a:spcPts val="0"/>
              </a:spcAft>
            </a:pPr>
            <a:r>
              <a:rPr sz="1425" b="1" i="0">
                <a:solidFill>
                  <a:srgbClr val="2B2B2B"/>
                </a:solidFill>
                <a:latin typeface="Calibri"/>
              </a:rPr>
              <a:t>¿Cómo se vuelve a correr?</a:t>
            </a:r>
          </a:p>
        </p:txBody>
      </p:sp>
      <p:sp>
        <p:nvSpPr>
          <p:cNvPr id="27" name="Rounded Rectangle 26"/>
          <p:cNvSpPr/>
          <p:nvPr/>
        </p:nvSpPr>
        <p:spPr>
          <a:xfrm>
            <a:off x="6766559" y="2468880"/>
            <a:ext cx="1965960" cy="1188720"/>
          </a:xfrm>
          <a:prstGeom prst="roundRect">
            <a:avLst>
              <a:gd name="adj" fmla="val 6923"/>
            </a:avLst>
          </a:prstGeom>
          <a:solidFill>
            <a:srgbClr val="E9E2FF"/>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39712" y="2468880"/>
            <a:ext cx="1819656" cy="1188720"/>
          </a:xfrm>
          <a:prstGeom prst="rect">
            <a:avLst/>
          </a:prstGeom>
          <a:noFill/>
        </p:spPr>
        <p:txBody>
          <a:bodyPr wrap="square" lIns="0" rIns="0" tIns="0" bIns="0" anchor="ctr">
            <a:spAutoFit/>
          </a:bodyPr>
          <a:lstStyle/>
          <a:p>
            <a:pPr algn="ctr">
              <a:spcAft>
                <a:spcPts val="0"/>
              </a:spcAft>
            </a:pPr>
            <a:r>
              <a:rPr sz="1425" b="1" i="0">
                <a:solidFill>
                  <a:srgbClr val="2B2B2B"/>
                </a:solidFill>
                <a:latin typeface="Calibri"/>
              </a:rPr>
              <a:t>Decidir</a:t>
            </a:r>
          </a:p>
          <a:p>
            <a:pPr algn="ctr">
              <a:spcAft>
                <a:spcPts val="0"/>
              </a:spcAft>
            </a:pPr>
            <a:r>
              <a:rPr sz="1425" b="1" i="0">
                <a:solidFill>
                  <a:srgbClr val="2B2B2B"/>
                </a:solidFill>
                <a:latin typeface="Calibri"/>
              </a:rPr>
              <a:t>¿Quién resuelve?</a:t>
            </a:r>
          </a:p>
        </p:txBody>
      </p:sp>
      <p:sp>
        <p:nvSpPr>
          <p:cNvPr id="29" name="TextBox 28"/>
          <p:cNvSpPr txBox="1"/>
          <p:nvPr/>
        </p:nvSpPr>
        <p:spPr>
          <a:xfrm>
            <a:off x="457200" y="3931920"/>
            <a:ext cx="8229600" cy="274320"/>
          </a:xfrm>
          <a:prstGeom prst="rect">
            <a:avLst/>
          </a:prstGeom>
          <a:noFill/>
        </p:spPr>
        <p:txBody>
          <a:bodyPr wrap="square" lIns="0" rIns="0" tIns="0" bIns="0" anchor="ctr">
            <a:spAutoFit/>
          </a:bodyPr>
          <a:lstStyle/>
          <a:p>
            <a:pPr algn="ctr">
              <a:spcAft>
                <a:spcPts val="0"/>
              </a:spcAft>
            </a:pPr>
            <a:r>
              <a:rPr sz="1650" b="0" i="1">
                <a:solidFill>
                  <a:srgbClr val="6B6B85"/>
                </a:solidFill>
                <a:latin typeface="Calibri"/>
              </a:rPr>
              <a:t>Monitorear no es recuperar.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0D14"/>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3 · DEMO GUIADA</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FFFFFF"/>
                </a:solidFill>
                <a:latin typeface="Calibri"/>
              </a:rPr>
              <a:t>Cómo pensarlo: </a:t>
            </a:r>
            <a:r>
              <a:rPr sz="3200" b="1" i="0">
                <a:solidFill>
                  <a:srgbClr val="A48AFB"/>
                </a:solidFill>
                <a:latin typeface="Calibri"/>
              </a:rPr>
              <a:t>cinco pasos</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8888A8"/>
                </a:solidFill>
                <a:latin typeface="Calibri"/>
              </a:rPr>
              <a:t>21</a:t>
            </a:r>
          </a:p>
        </p:txBody>
      </p:sp>
      <p:sp>
        <p:nvSpPr>
          <p:cNvPr id="7" name="Rounded Rectangle 6"/>
          <p:cNvSpPr/>
          <p:nvPr/>
        </p:nvSpPr>
        <p:spPr>
          <a:xfrm>
            <a:off x="457200" y="1280160"/>
            <a:ext cx="1463040" cy="777240"/>
          </a:xfrm>
          <a:prstGeom prst="roundRect">
            <a:avLst>
              <a:gd name="adj" fmla="val 10588"/>
            </a:avLst>
          </a:prstGeom>
          <a:solidFill>
            <a:srgbClr val="1E1650"/>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280160"/>
            <a:ext cx="1316736" cy="777240"/>
          </a:xfrm>
          <a:prstGeom prst="rect">
            <a:avLst/>
          </a:prstGeom>
          <a:noFill/>
        </p:spPr>
        <p:txBody>
          <a:bodyPr wrap="square" lIns="0" rIns="0" tIns="0" bIns="0" anchor="ctr">
            <a:spAutoFit/>
          </a:bodyPr>
          <a:lstStyle/>
          <a:p>
            <a:pPr algn="ctr">
              <a:spcAft>
                <a:spcPts val="0"/>
              </a:spcAft>
            </a:pPr>
            <a:r>
              <a:rPr sz="1575" b="1" i="0">
                <a:solidFill>
                  <a:srgbClr val="F0F0F8"/>
                </a:solidFill>
                <a:latin typeface="Calibri"/>
              </a:rPr>
              <a:t>Restricción</a:t>
            </a:r>
          </a:p>
        </p:txBody>
      </p:sp>
      <p:cxnSp>
        <p:nvCxnSpPr>
          <p:cNvPr id="9" name="Connector 8"/>
          <p:cNvCxnSpPr/>
          <p:nvPr/>
        </p:nvCxnSpPr>
        <p:spPr>
          <a:xfrm>
            <a:off x="1920240" y="1664208"/>
            <a:ext cx="228600" cy="0"/>
          </a:xfrm>
          <a:prstGeom prst="line">
            <a:avLst/>
          </a:prstGeom>
          <a:ln w="19050">
            <a:solidFill>
              <a:srgbClr val="8888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148840" y="1280160"/>
            <a:ext cx="1463040" cy="777240"/>
          </a:xfrm>
          <a:prstGeom prst="roundRect">
            <a:avLst>
              <a:gd name="adj" fmla="val 10588"/>
            </a:avLst>
          </a:prstGeom>
          <a:solidFill>
            <a:srgbClr val="1E1650"/>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21992" y="1280160"/>
            <a:ext cx="1316736" cy="777240"/>
          </a:xfrm>
          <a:prstGeom prst="rect">
            <a:avLst/>
          </a:prstGeom>
          <a:noFill/>
        </p:spPr>
        <p:txBody>
          <a:bodyPr wrap="square" lIns="0" rIns="0" tIns="0" bIns="0" anchor="ctr">
            <a:spAutoFit/>
          </a:bodyPr>
          <a:lstStyle/>
          <a:p>
            <a:pPr algn="ctr">
              <a:spcAft>
                <a:spcPts val="0"/>
              </a:spcAft>
            </a:pPr>
            <a:r>
              <a:rPr sz="1575" b="1" i="0">
                <a:solidFill>
                  <a:srgbClr val="F0F0F8"/>
                </a:solidFill>
                <a:latin typeface="Calibri"/>
              </a:rPr>
              <a:t>Opción</a:t>
            </a:r>
          </a:p>
        </p:txBody>
      </p:sp>
      <p:cxnSp>
        <p:nvCxnSpPr>
          <p:cNvPr id="12" name="Connector 11"/>
          <p:cNvCxnSpPr/>
          <p:nvPr/>
        </p:nvCxnSpPr>
        <p:spPr>
          <a:xfrm>
            <a:off x="3611880" y="1664208"/>
            <a:ext cx="228600" cy="0"/>
          </a:xfrm>
          <a:prstGeom prst="line">
            <a:avLst/>
          </a:prstGeom>
          <a:ln w="19050">
            <a:solidFill>
              <a:srgbClr val="8888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840480" y="1280160"/>
            <a:ext cx="1463040" cy="777240"/>
          </a:xfrm>
          <a:prstGeom prst="roundRect">
            <a:avLst>
              <a:gd name="adj" fmla="val 10588"/>
            </a:avLst>
          </a:prstGeom>
          <a:solidFill>
            <a:srgbClr val="1E1650"/>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13632" y="1280160"/>
            <a:ext cx="1316736" cy="777240"/>
          </a:xfrm>
          <a:prstGeom prst="rect">
            <a:avLst/>
          </a:prstGeom>
          <a:noFill/>
        </p:spPr>
        <p:txBody>
          <a:bodyPr wrap="square" lIns="0" rIns="0" tIns="0" bIns="0" anchor="ctr">
            <a:spAutoFit/>
          </a:bodyPr>
          <a:lstStyle/>
          <a:p>
            <a:pPr algn="ctr">
              <a:spcAft>
                <a:spcPts val="0"/>
              </a:spcAft>
            </a:pPr>
            <a:r>
              <a:rPr sz="1575" b="1" i="0">
                <a:solidFill>
                  <a:srgbClr val="F0F0F8"/>
                </a:solidFill>
                <a:latin typeface="Calibri"/>
              </a:rPr>
              <a:t>Trade-off</a:t>
            </a:r>
          </a:p>
        </p:txBody>
      </p:sp>
      <p:cxnSp>
        <p:nvCxnSpPr>
          <p:cNvPr id="15" name="Connector 14"/>
          <p:cNvCxnSpPr/>
          <p:nvPr/>
        </p:nvCxnSpPr>
        <p:spPr>
          <a:xfrm>
            <a:off x="5303520" y="1664208"/>
            <a:ext cx="228600" cy="0"/>
          </a:xfrm>
          <a:prstGeom prst="line">
            <a:avLst/>
          </a:prstGeom>
          <a:ln w="19050">
            <a:solidFill>
              <a:srgbClr val="8888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532120" y="1280160"/>
            <a:ext cx="1463040" cy="777240"/>
          </a:xfrm>
          <a:prstGeom prst="roundRect">
            <a:avLst>
              <a:gd name="adj" fmla="val 10588"/>
            </a:avLst>
          </a:prstGeom>
          <a:solidFill>
            <a:srgbClr val="1E1650"/>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05272" y="1280160"/>
            <a:ext cx="1316736" cy="777240"/>
          </a:xfrm>
          <a:prstGeom prst="rect">
            <a:avLst/>
          </a:prstGeom>
          <a:noFill/>
        </p:spPr>
        <p:txBody>
          <a:bodyPr wrap="square" lIns="0" rIns="0" tIns="0" bIns="0" anchor="ctr">
            <a:spAutoFit/>
          </a:bodyPr>
          <a:lstStyle/>
          <a:p>
            <a:pPr algn="ctr">
              <a:spcAft>
                <a:spcPts val="0"/>
              </a:spcAft>
            </a:pPr>
            <a:r>
              <a:rPr sz="1575" b="1" i="0">
                <a:solidFill>
                  <a:srgbClr val="F0F0F8"/>
                </a:solidFill>
                <a:latin typeface="Calibri"/>
              </a:rPr>
              <a:t>Control</a:t>
            </a:r>
          </a:p>
        </p:txBody>
      </p:sp>
      <p:cxnSp>
        <p:nvCxnSpPr>
          <p:cNvPr id="18" name="Connector 17"/>
          <p:cNvCxnSpPr/>
          <p:nvPr/>
        </p:nvCxnSpPr>
        <p:spPr>
          <a:xfrm>
            <a:off x="6995160" y="1664208"/>
            <a:ext cx="228600" cy="0"/>
          </a:xfrm>
          <a:prstGeom prst="line">
            <a:avLst/>
          </a:prstGeom>
          <a:ln w="19050">
            <a:solidFill>
              <a:srgbClr val="8888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223760" y="1280160"/>
            <a:ext cx="1463040" cy="777240"/>
          </a:xfrm>
          <a:prstGeom prst="roundRect">
            <a:avLst>
              <a:gd name="adj" fmla="val 10588"/>
            </a:avLst>
          </a:prstGeom>
          <a:solidFill>
            <a:srgbClr val="0A2820"/>
          </a:solidFill>
          <a:ln w="15875">
            <a:solidFill>
              <a:srgbClr val="10D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96912" y="1280160"/>
            <a:ext cx="1316736" cy="777240"/>
          </a:xfrm>
          <a:prstGeom prst="rect">
            <a:avLst/>
          </a:prstGeom>
          <a:noFill/>
        </p:spPr>
        <p:txBody>
          <a:bodyPr wrap="square" lIns="0" rIns="0" tIns="0" bIns="0" anchor="ctr">
            <a:spAutoFit/>
          </a:bodyPr>
          <a:lstStyle/>
          <a:p>
            <a:pPr algn="ctr">
              <a:spcAft>
                <a:spcPts val="0"/>
              </a:spcAft>
            </a:pPr>
            <a:r>
              <a:rPr sz="1575" b="1" i="0">
                <a:solidFill>
                  <a:srgbClr val="F0F0F8"/>
                </a:solidFill>
                <a:latin typeface="Calibri"/>
              </a:rPr>
              <a:t>Evidencia</a:t>
            </a:r>
          </a:p>
        </p:txBody>
      </p:sp>
      <p:sp>
        <p:nvSpPr>
          <p:cNvPr id="21" name="Rounded Rectangle 20"/>
          <p:cNvSpPr/>
          <p:nvPr/>
        </p:nvSpPr>
        <p:spPr>
          <a:xfrm>
            <a:off x="457200" y="2423160"/>
            <a:ext cx="4023360" cy="1554480"/>
          </a:xfrm>
          <a:prstGeom prst="roundRect">
            <a:avLst>
              <a:gd name="adj" fmla="val 5294"/>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2423160"/>
            <a:ext cx="3877056" cy="1554480"/>
          </a:xfrm>
          <a:prstGeom prst="rect">
            <a:avLst/>
          </a:prstGeom>
          <a:noFill/>
        </p:spPr>
        <p:txBody>
          <a:bodyPr wrap="square" lIns="0" rIns="0" tIns="0" bIns="0" anchor="ctr">
            <a:spAutoFit/>
          </a:bodyPr>
          <a:lstStyle/>
          <a:p>
            <a:pPr algn="ctr">
              <a:spcAft>
                <a:spcPts val="0"/>
              </a:spcAft>
            </a:pPr>
            <a:r>
              <a:rPr sz="1425" b="1" i="0">
                <a:solidFill>
                  <a:srgbClr val="F0F0F8"/>
                </a:solidFill>
                <a:latin typeface="Calibri"/>
              </a:rPr>
              <a:t>Decisión A · ¿Cada cuánto corre?</a:t>
            </a:r>
          </a:p>
          <a:p>
            <a:pPr algn="ctr">
              <a:spcAft>
                <a:spcPts val="0"/>
              </a:spcAft>
            </a:pPr>
            <a:r>
              <a:rPr sz="1425" b="1" i="0">
                <a:solidFill>
                  <a:srgbClr val="F0F0F8"/>
                </a:solidFill>
                <a:latin typeface="Calibri"/>
              </a:rPr>
              <a:t>Una vez por día: 1 corrida y no 288. Costo aceptado: sin datos intradía</a:t>
            </a:r>
          </a:p>
        </p:txBody>
      </p:sp>
      <p:sp>
        <p:nvSpPr>
          <p:cNvPr id="23" name="Rounded Rectangle 22"/>
          <p:cNvSpPr/>
          <p:nvPr/>
        </p:nvSpPr>
        <p:spPr>
          <a:xfrm>
            <a:off x="4663440" y="2423160"/>
            <a:ext cx="4023360" cy="1554480"/>
          </a:xfrm>
          <a:prstGeom prst="roundRect">
            <a:avLst>
              <a:gd name="adj" fmla="val 5294"/>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36592" y="2423160"/>
            <a:ext cx="3877056" cy="1554480"/>
          </a:xfrm>
          <a:prstGeom prst="rect">
            <a:avLst/>
          </a:prstGeom>
          <a:noFill/>
        </p:spPr>
        <p:txBody>
          <a:bodyPr wrap="square" lIns="0" rIns="0" tIns="0" bIns="0" anchor="ctr">
            <a:spAutoFit/>
          </a:bodyPr>
          <a:lstStyle/>
          <a:p>
            <a:pPr algn="ctr">
              <a:spcAft>
                <a:spcPts val="0"/>
              </a:spcAft>
            </a:pPr>
            <a:r>
              <a:rPr sz="1425" b="1" i="0">
                <a:solidFill>
                  <a:srgbClr val="F0F0F8"/>
                </a:solidFill>
                <a:latin typeface="Calibri"/>
              </a:rPr>
              <a:t>Decisión B · ¿Y si el archivo no llega?</a:t>
            </a:r>
          </a:p>
          <a:p>
            <a:pPr algn="ctr">
              <a:spcAft>
                <a:spcPts val="0"/>
              </a:spcAft>
            </a:pPr>
            <a:r>
              <a:rPr sz="1425" b="1" i="0">
                <a:solidFill>
                  <a:srgbClr val="F0F0F8"/>
                </a:solidFill>
                <a:latin typeface="Calibri"/>
              </a:rPr>
              <a:t>Publicar y avisar: el indicador no lo usa. Si lo usara, sería bloqueante</a:t>
            </a:r>
          </a:p>
        </p:txBody>
      </p:sp>
      <p:sp>
        <p:nvSpPr>
          <p:cNvPr id="25" name="TextBox 24"/>
          <p:cNvSpPr txBox="1"/>
          <p:nvPr/>
        </p:nvSpPr>
        <p:spPr>
          <a:xfrm>
            <a:off x="457200" y="4160520"/>
            <a:ext cx="8229600" cy="274320"/>
          </a:xfrm>
          <a:prstGeom prst="rect">
            <a:avLst/>
          </a:prstGeom>
          <a:noFill/>
        </p:spPr>
        <p:txBody>
          <a:bodyPr wrap="square" lIns="0" rIns="0" tIns="0" bIns="0" anchor="ctr">
            <a:spAutoFit/>
          </a:bodyPr>
          <a:lstStyle/>
          <a:p>
            <a:pPr algn="ctr">
              <a:spcAft>
                <a:spcPts val="0"/>
              </a:spcAft>
            </a:pPr>
            <a:r>
              <a:rPr sz="1500" b="0" i="1">
                <a:solidFill>
                  <a:srgbClr val="8888A8"/>
                </a:solidFill>
                <a:latin typeface="Calibri"/>
              </a:rPr>
              <a:t>Cada decisión declara qué se descarta y cómo se sabría que dejó de funcionar.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2F0"/>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3 · DEMO GUIADA</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2B2B2B"/>
                </a:solidFill>
                <a:latin typeface="Calibri"/>
              </a:rPr>
              <a:t>La DAG </a:t>
            </a:r>
            <a:r>
              <a:rPr sz="3200" b="1" i="0">
                <a:solidFill>
                  <a:srgbClr val="6B4CE6"/>
                </a:solidFill>
                <a:latin typeface="Calibri"/>
              </a:rPr>
              <a:t>de NexoServicios</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6B6B85"/>
                </a:solidFill>
                <a:latin typeface="Calibri"/>
              </a:rPr>
              <a:t>22</a:t>
            </a:r>
          </a:p>
        </p:txBody>
      </p:sp>
      <p:sp>
        <p:nvSpPr>
          <p:cNvPr id="7" name="Rounded Rectangle 6"/>
          <p:cNvSpPr/>
          <p:nvPr/>
        </p:nvSpPr>
        <p:spPr>
          <a:xfrm>
            <a:off x="457200" y="1234440"/>
            <a:ext cx="1828800" cy="548640"/>
          </a:xfrm>
          <a:prstGeom prst="roundRect">
            <a:avLst>
              <a:gd name="adj" fmla="val 15000"/>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234440"/>
            <a:ext cx="1682496" cy="548640"/>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Operaciones</a:t>
            </a:r>
          </a:p>
        </p:txBody>
      </p:sp>
      <p:cxnSp>
        <p:nvCxnSpPr>
          <p:cNvPr id="9" name="Connector 8"/>
          <p:cNvCxnSpPr/>
          <p:nvPr/>
        </p:nvCxnSpPr>
        <p:spPr>
          <a:xfrm>
            <a:off x="1371600" y="1783080"/>
            <a:ext cx="0" cy="27432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587752" y="1234440"/>
            <a:ext cx="1828800" cy="548640"/>
          </a:xfrm>
          <a:prstGeom prst="roundRect">
            <a:avLst>
              <a:gd name="adj" fmla="val 15000"/>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0904" y="1234440"/>
            <a:ext cx="1682496" cy="548640"/>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CRM</a:t>
            </a:r>
          </a:p>
        </p:txBody>
      </p:sp>
      <p:cxnSp>
        <p:nvCxnSpPr>
          <p:cNvPr id="12" name="Connector 11"/>
          <p:cNvCxnSpPr/>
          <p:nvPr/>
        </p:nvCxnSpPr>
        <p:spPr>
          <a:xfrm>
            <a:off x="3502152" y="1783080"/>
            <a:ext cx="0" cy="27432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18304" y="1234440"/>
            <a:ext cx="1828800" cy="548640"/>
          </a:xfrm>
          <a:prstGeom prst="roundRect">
            <a:avLst>
              <a:gd name="adj" fmla="val 15000"/>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91456" y="1234440"/>
            <a:ext cx="1682496" cy="548640"/>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Archivo del proveedor</a:t>
            </a:r>
          </a:p>
        </p:txBody>
      </p:sp>
      <p:cxnSp>
        <p:nvCxnSpPr>
          <p:cNvPr id="15" name="Connector 14"/>
          <p:cNvCxnSpPr/>
          <p:nvPr/>
        </p:nvCxnSpPr>
        <p:spPr>
          <a:xfrm>
            <a:off x="5632704" y="1783080"/>
            <a:ext cx="0" cy="27432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848856" y="1234440"/>
            <a:ext cx="1828800" cy="548640"/>
          </a:xfrm>
          <a:prstGeom prst="roundRect">
            <a:avLst>
              <a:gd name="adj" fmla="val 15000"/>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22008" y="1234440"/>
            <a:ext cx="1682496" cy="548640"/>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API de entregas</a:t>
            </a:r>
          </a:p>
        </p:txBody>
      </p:sp>
      <p:cxnSp>
        <p:nvCxnSpPr>
          <p:cNvPr id="18" name="Connector 17"/>
          <p:cNvCxnSpPr/>
          <p:nvPr/>
        </p:nvCxnSpPr>
        <p:spPr>
          <a:xfrm>
            <a:off x="7763256" y="1783080"/>
            <a:ext cx="0" cy="27432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57200" y="2057400"/>
            <a:ext cx="8229600" cy="548640"/>
          </a:xfrm>
          <a:prstGeom prst="roundRect">
            <a:avLst>
              <a:gd name="adj" fmla="val 15000"/>
            </a:avLst>
          </a:prstGeom>
          <a:solidFill>
            <a:srgbClr val="FDF0DD"/>
          </a:solidFill>
          <a:ln w="15875">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2057400"/>
            <a:ext cx="8083296" cy="548640"/>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Controles de entrada · bloqueantes: esquema, clave única, frescura · no bloqueantes: volumen, rango, canal</a:t>
            </a:r>
          </a:p>
        </p:txBody>
      </p:sp>
      <p:cxnSp>
        <p:nvCxnSpPr>
          <p:cNvPr id="21" name="Connector 20"/>
          <p:cNvCxnSpPr/>
          <p:nvPr/>
        </p:nvCxnSpPr>
        <p:spPr>
          <a:xfrm>
            <a:off x="1188720" y="2606040"/>
            <a:ext cx="0" cy="22860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57200" y="2834640"/>
            <a:ext cx="1463040" cy="868680"/>
          </a:xfrm>
          <a:prstGeom prst="roundRect">
            <a:avLst>
              <a:gd name="adj" fmla="val 9473"/>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2834640"/>
            <a:ext cx="1316736" cy="868680"/>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Transformar y enmascarar</a:t>
            </a:r>
          </a:p>
        </p:txBody>
      </p:sp>
      <p:cxnSp>
        <p:nvCxnSpPr>
          <p:cNvPr id="24" name="Connector 23"/>
          <p:cNvCxnSpPr/>
          <p:nvPr/>
        </p:nvCxnSpPr>
        <p:spPr>
          <a:xfrm>
            <a:off x="1920240" y="3264408"/>
            <a:ext cx="228600" cy="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148840" y="2834640"/>
            <a:ext cx="1463040" cy="868680"/>
          </a:xfrm>
          <a:prstGeom prst="roundRect">
            <a:avLst>
              <a:gd name="adj" fmla="val 9473"/>
            </a:avLst>
          </a:prstGeom>
          <a:solidFill>
            <a:srgbClr val="FDF0DD"/>
          </a:solidFill>
          <a:ln w="15875">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21992" y="2834640"/>
            <a:ext cx="1316736" cy="868680"/>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Controles de salida</a:t>
            </a:r>
          </a:p>
        </p:txBody>
      </p:sp>
      <p:cxnSp>
        <p:nvCxnSpPr>
          <p:cNvPr id="27" name="Connector 26"/>
          <p:cNvCxnSpPr/>
          <p:nvPr/>
        </p:nvCxnSpPr>
        <p:spPr>
          <a:xfrm>
            <a:off x="3611880" y="3264408"/>
            <a:ext cx="228600" cy="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3840480" y="2834640"/>
            <a:ext cx="1463040" cy="868680"/>
          </a:xfrm>
          <a:prstGeom prst="roundRect">
            <a:avLst>
              <a:gd name="adj" fmla="val 9473"/>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13632" y="2834640"/>
            <a:ext cx="1316736" cy="868680"/>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Cargar (idempotente)</a:t>
            </a:r>
          </a:p>
        </p:txBody>
      </p:sp>
      <p:cxnSp>
        <p:nvCxnSpPr>
          <p:cNvPr id="30" name="Connector 29"/>
          <p:cNvCxnSpPr/>
          <p:nvPr/>
        </p:nvCxnSpPr>
        <p:spPr>
          <a:xfrm>
            <a:off x="5303520" y="3264408"/>
            <a:ext cx="228600" cy="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5532120" y="2834640"/>
            <a:ext cx="1463040" cy="868680"/>
          </a:xfrm>
          <a:prstGeom prst="roundRect">
            <a:avLst>
              <a:gd name="adj" fmla="val 9473"/>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05272" y="2834640"/>
            <a:ext cx="1316736" cy="868680"/>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Publicar</a:t>
            </a:r>
          </a:p>
        </p:txBody>
      </p:sp>
      <p:cxnSp>
        <p:nvCxnSpPr>
          <p:cNvPr id="33" name="Connector 32"/>
          <p:cNvCxnSpPr/>
          <p:nvPr/>
        </p:nvCxnSpPr>
        <p:spPr>
          <a:xfrm>
            <a:off x="6995160" y="3264408"/>
            <a:ext cx="228600" cy="0"/>
          </a:xfrm>
          <a:prstGeom prst="line">
            <a:avLst/>
          </a:prstGeom>
          <a:ln w="19050">
            <a:solidFill>
              <a:srgbClr val="6B6B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7223760" y="2834640"/>
            <a:ext cx="1463040" cy="868680"/>
          </a:xfrm>
          <a:prstGeom prst="roundRect">
            <a:avLst>
              <a:gd name="adj" fmla="val 9473"/>
            </a:avLst>
          </a:prstGeom>
          <a:solidFill>
            <a:srgbClr val="E4F6EF"/>
          </a:solidFill>
          <a:ln w="15875">
            <a:solidFill>
              <a:srgbClr val="0B8F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96912" y="2834640"/>
            <a:ext cx="1316736" cy="868680"/>
          </a:xfrm>
          <a:prstGeom prst="rect">
            <a:avLst/>
          </a:prstGeom>
          <a:noFill/>
        </p:spPr>
        <p:txBody>
          <a:bodyPr wrap="square" lIns="0" rIns="0" tIns="0" bIns="0" anchor="ctr">
            <a:spAutoFit/>
          </a:bodyPr>
          <a:lstStyle/>
          <a:p>
            <a:pPr algn="ctr">
              <a:spcAft>
                <a:spcPts val="0"/>
              </a:spcAft>
            </a:pPr>
            <a:r>
              <a:rPr sz="1350" b="1" i="0">
                <a:solidFill>
                  <a:srgbClr val="2B2B2B"/>
                </a:solidFill>
                <a:latin typeface="Calibri"/>
              </a:rPr>
              <a:t>Avisar (corre siempre)</a:t>
            </a:r>
          </a:p>
        </p:txBody>
      </p:sp>
      <p:sp>
        <p:nvSpPr>
          <p:cNvPr id="36" name="TextBox 35"/>
          <p:cNvSpPr txBox="1"/>
          <p:nvPr/>
        </p:nvSpPr>
        <p:spPr>
          <a:xfrm>
            <a:off x="457200" y="4023360"/>
            <a:ext cx="8229600" cy="274320"/>
          </a:xfrm>
          <a:prstGeom prst="rect">
            <a:avLst/>
          </a:prstGeom>
          <a:noFill/>
        </p:spPr>
        <p:txBody>
          <a:bodyPr wrap="square" lIns="0" rIns="0" tIns="0" bIns="0" anchor="ctr">
            <a:spAutoFit/>
          </a:bodyPr>
          <a:lstStyle/>
          <a:p>
            <a:pPr algn="ctr">
              <a:spcAft>
                <a:spcPts val="0"/>
              </a:spcAft>
            </a:pPr>
            <a:r>
              <a:rPr sz="1500" b="0" i="1">
                <a:solidFill>
                  <a:srgbClr val="6B6B85"/>
                </a:solidFill>
                <a:latin typeface="Calibri"/>
              </a:rPr>
              <a:t>Lo que está en el mismo nivel puede correr en paralelo; lo demás espera.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D0D14"/>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3 · DEMO GUIADA</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FFFFFF"/>
                </a:solidFill>
                <a:latin typeface="Calibri"/>
              </a:rPr>
              <a:t>Cuando algo </a:t>
            </a:r>
            <a:r>
              <a:rPr sz="3200" b="1" i="0">
                <a:solidFill>
                  <a:srgbClr val="A48AFB"/>
                </a:solidFill>
                <a:latin typeface="Calibri"/>
              </a:rPr>
              <a:t>falla</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8888A8"/>
                </a:solidFill>
                <a:latin typeface="Calibri"/>
              </a:rPr>
              <a:t>23</a:t>
            </a:r>
          </a:p>
        </p:txBody>
      </p:sp>
      <p:sp>
        <p:nvSpPr>
          <p:cNvPr id="7" name="Rounded Rectangle 6"/>
          <p:cNvSpPr/>
          <p:nvPr/>
        </p:nvSpPr>
        <p:spPr>
          <a:xfrm>
            <a:off x="457200" y="1280160"/>
            <a:ext cx="2560320" cy="1920240"/>
          </a:xfrm>
          <a:prstGeom prst="roundRect">
            <a:avLst>
              <a:gd name="adj" fmla="val 4285"/>
            </a:avLst>
          </a:prstGeom>
          <a:solidFill>
            <a:srgbClr val="0A2820"/>
          </a:solidFill>
          <a:ln w="15875">
            <a:solidFill>
              <a:srgbClr val="10D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280160"/>
            <a:ext cx="2414015" cy="1920240"/>
          </a:xfrm>
          <a:prstGeom prst="rect">
            <a:avLst/>
          </a:prstGeom>
          <a:noFill/>
        </p:spPr>
        <p:txBody>
          <a:bodyPr wrap="square" lIns="0" rIns="0" tIns="0" bIns="0" anchor="ctr">
            <a:spAutoFit/>
          </a:bodyPr>
          <a:lstStyle/>
          <a:p>
            <a:pPr algn="ctr">
              <a:spcAft>
                <a:spcPts val="0"/>
              </a:spcAft>
            </a:pPr>
            <a:r>
              <a:rPr sz="1500" b="0" i="0">
                <a:solidFill>
                  <a:srgbClr val="F0F0F8"/>
                </a:solidFill>
                <a:latin typeface="Calibri"/>
              </a:rPr>
              <a:t/>
            </a:r>
          </a:p>
        </p:txBody>
      </p:sp>
      <p:sp>
        <p:nvSpPr>
          <p:cNvPr id="9" name="TextBox 8"/>
          <p:cNvSpPr txBox="1"/>
          <p:nvPr/>
        </p:nvSpPr>
        <p:spPr>
          <a:xfrm>
            <a:off x="594360" y="1371600"/>
            <a:ext cx="2286000" cy="457200"/>
          </a:xfrm>
          <a:prstGeom prst="rect">
            <a:avLst/>
          </a:prstGeom>
          <a:noFill/>
        </p:spPr>
        <p:txBody>
          <a:bodyPr wrap="square" lIns="0" rIns="0" tIns="0" bIns="0" anchor="t">
            <a:spAutoFit/>
          </a:bodyPr>
          <a:lstStyle/>
          <a:p>
            <a:pPr algn="l">
              <a:spcAft>
                <a:spcPts val="0"/>
              </a:spcAft>
            </a:pPr>
            <a:r>
              <a:rPr sz="1575" b="1" i="0">
                <a:solidFill>
                  <a:srgbClr val="A48AFB"/>
                </a:solidFill>
                <a:latin typeface="Calibri"/>
              </a:rPr>
              <a:t>La API falla dos veces</a:t>
            </a:r>
          </a:p>
        </p:txBody>
      </p:sp>
      <p:sp>
        <p:nvSpPr>
          <p:cNvPr id="10" name="TextBox 9"/>
          <p:cNvSpPr txBox="1"/>
          <p:nvPr/>
        </p:nvSpPr>
        <p:spPr>
          <a:xfrm>
            <a:off x="594360" y="1920240"/>
            <a:ext cx="2286000" cy="1234440"/>
          </a:xfrm>
          <a:prstGeom prst="rect">
            <a:avLst/>
          </a:prstGeom>
          <a:noFill/>
        </p:spPr>
        <p:txBody>
          <a:bodyPr wrap="square" lIns="0" rIns="0" tIns="0" bIns="0" anchor="t">
            <a:spAutoFit/>
          </a:bodyPr>
          <a:lstStyle/>
          <a:p>
            <a:pPr algn="l">
              <a:spcAft>
                <a:spcPts val="0"/>
              </a:spcAft>
            </a:pPr>
            <a:r>
              <a:rPr sz="1425" b="0" i="0">
                <a:solidFill>
                  <a:srgbClr val="F0F0F8"/>
                </a:solidFill>
                <a:latin typeface="Calibri"/>
              </a:rPr>
              <a:t>3 intentos y 90 segundos de espera. La corrida es exitosa</a:t>
            </a:r>
          </a:p>
        </p:txBody>
      </p:sp>
      <p:sp>
        <p:nvSpPr>
          <p:cNvPr id="11" name="Rounded Rectangle 10"/>
          <p:cNvSpPr/>
          <p:nvPr/>
        </p:nvSpPr>
        <p:spPr>
          <a:xfrm>
            <a:off x="3291840" y="1280160"/>
            <a:ext cx="2560320" cy="1920240"/>
          </a:xfrm>
          <a:prstGeom prst="roundRect">
            <a:avLst>
              <a:gd name="adj" fmla="val 4285"/>
            </a:avLst>
          </a:prstGeom>
          <a:solidFill>
            <a:srgbClr val="2A1E0A"/>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64992" y="1280160"/>
            <a:ext cx="2414015" cy="1920240"/>
          </a:xfrm>
          <a:prstGeom prst="rect">
            <a:avLst/>
          </a:prstGeom>
          <a:noFill/>
        </p:spPr>
        <p:txBody>
          <a:bodyPr wrap="square" lIns="0" rIns="0" tIns="0" bIns="0" anchor="ctr">
            <a:spAutoFit/>
          </a:bodyPr>
          <a:lstStyle/>
          <a:p>
            <a:pPr algn="ctr">
              <a:spcAft>
                <a:spcPts val="0"/>
              </a:spcAft>
            </a:pPr>
            <a:r>
              <a:rPr sz="1500" b="0" i="0">
                <a:solidFill>
                  <a:srgbClr val="F0F0F8"/>
                </a:solidFill>
                <a:latin typeface="Calibri"/>
              </a:rPr>
              <a:t/>
            </a:r>
          </a:p>
        </p:txBody>
      </p:sp>
      <p:sp>
        <p:nvSpPr>
          <p:cNvPr id="13" name="TextBox 12"/>
          <p:cNvSpPr txBox="1"/>
          <p:nvPr/>
        </p:nvSpPr>
        <p:spPr>
          <a:xfrm>
            <a:off x="3429000" y="1371600"/>
            <a:ext cx="2286000" cy="457200"/>
          </a:xfrm>
          <a:prstGeom prst="rect">
            <a:avLst/>
          </a:prstGeom>
          <a:noFill/>
        </p:spPr>
        <p:txBody>
          <a:bodyPr wrap="square" lIns="0" rIns="0" tIns="0" bIns="0" anchor="t">
            <a:spAutoFit/>
          </a:bodyPr>
          <a:lstStyle/>
          <a:p>
            <a:pPr algn="l">
              <a:spcAft>
                <a:spcPts val="0"/>
              </a:spcAft>
            </a:pPr>
            <a:r>
              <a:rPr sz="1575" b="1" i="0">
                <a:solidFill>
                  <a:srgbClr val="A48AFB"/>
                </a:solidFill>
                <a:latin typeface="Calibri"/>
              </a:rPr>
              <a:t>La API se cae del todo</a:t>
            </a:r>
          </a:p>
        </p:txBody>
      </p:sp>
      <p:sp>
        <p:nvSpPr>
          <p:cNvPr id="14" name="TextBox 13"/>
          <p:cNvSpPr txBox="1"/>
          <p:nvPr/>
        </p:nvSpPr>
        <p:spPr>
          <a:xfrm>
            <a:off x="3429000" y="1920240"/>
            <a:ext cx="2286000" cy="1234440"/>
          </a:xfrm>
          <a:prstGeom prst="rect">
            <a:avLst/>
          </a:prstGeom>
          <a:noFill/>
        </p:spPr>
        <p:txBody>
          <a:bodyPr wrap="square" lIns="0" rIns="0" tIns="0" bIns="0" anchor="t">
            <a:spAutoFit/>
          </a:bodyPr>
          <a:lstStyle/>
          <a:p>
            <a:pPr algn="l">
              <a:spcAft>
                <a:spcPts val="0"/>
              </a:spcAft>
            </a:pPr>
            <a:r>
              <a:rPr sz="1425" b="0" i="0">
                <a:solidFill>
                  <a:srgbClr val="F0F0F8"/>
                </a:solidFill>
                <a:latin typeface="Calibri"/>
              </a:rPr>
              <a:t>La tarea falla, las demás quedan omitidas y «avisar» corre. No se publica nada</a:t>
            </a:r>
          </a:p>
        </p:txBody>
      </p:sp>
      <p:sp>
        <p:nvSpPr>
          <p:cNvPr id="15" name="Rounded Rectangle 14"/>
          <p:cNvSpPr/>
          <p:nvPr/>
        </p:nvSpPr>
        <p:spPr>
          <a:xfrm>
            <a:off x="6126480" y="1280160"/>
            <a:ext cx="2560320" cy="1920240"/>
          </a:xfrm>
          <a:prstGeom prst="roundRect">
            <a:avLst>
              <a:gd name="adj" fmla="val 4285"/>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9632" y="1280160"/>
            <a:ext cx="2414015" cy="1920240"/>
          </a:xfrm>
          <a:prstGeom prst="rect">
            <a:avLst/>
          </a:prstGeom>
          <a:noFill/>
        </p:spPr>
        <p:txBody>
          <a:bodyPr wrap="square" lIns="0" rIns="0" tIns="0" bIns="0" anchor="ctr">
            <a:spAutoFit/>
          </a:bodyPr>
          <a:lstStyle/>
          <a:p>
            <a:pPr algn="ctr">
              <a:spcAft>
                <a:spcPts val="0"/>
              </a:spcAft>
            </a:pPr>
            <a:r>
              <a:rPr sz="1500" b="0" i="0">
                <a:solidFill>
                  <a:srgbClr val="F0F0F8"/>
                </a:solidFill>
                <a:latin typeface="Calibri"/>
              </a:rPr>
              <a:t/>
            </a:r>
          </a:p>
        </p:txBody>
      </p:sp>
      <p:sp>
        <p:nvSpPr>
          <p:cNvPr id="17" name="TextBox 16"/>
          <p:cNvSpPr txBox="1"/>
          <p:nvPr/>
        </p:nvSpPr>
        <p:spPr>
          <a:xfrm>
            <a:off x="6263640" y="1371600"/>
            <a:ext cx="2286000" cy="457200"/>
          </a:xfrm>
          <a:prstGeom prst="rect">
            <a:avLst/>
          </a:prstGeom>
          <a:noFill/>
        </p:spPr>
        <p:txBody>
          <a:bodyPr wrap="square" lIns="0" rIns="0" tIns="0" bIns="0" anchor="t">
            <a:spAutoFit/>
          </a:bodyPr>
          <a:lstStyle/>
          <a:p>
            <a:pPr algn="l">
              <a:spcAft>
                <a:spcPts val="0"/>
              </a:spcAft>
            </a:pPr>
            <a:r>
              <a:rPr sz="1575" b="1" i="0">
                <a:solidFill>
                  <a:srgbClr val="A48AFB"/>
                </a:solidFill>
                <a:latin typeface="Calibri"/>
              </a:rPr>
              <a:t>El archivo no llega</a:t>
            </a:r>
          </a:p>
        </p:txBody>
      </p:sp>
      <p:sp>
        <p:nvSpPr>
          <p:cNvPr id="18" name="TextBox 17"/>
          <p:cNvSpPr txBox="1"/>
          <p:nvPr/>
        </p:nvSpPr>
        <p:spPr>
          <a:xfrm>
            <a:off x="6263640" y="1920240"/>
            <a:ext cx="2286000" cy="1234440"/>
          </a:xfrm>
          <a:prstGeom prst="rect">
            <a:avLst/>
          </a:prstGeom>
          <a:noFill/>
        </p:spPr>
        <p:txBody>
          <a:bodyPr wrap="square" lIns="0" rIns="0" tIns="0" bIns="0" anchor="t">
            <a:spAutoFit/>
          </a:bodyPr>
          <a:lstStyle/>
          <a:p>
            <a:pPr algn="l">
              <a:spcAft>
                <a:spcPts val="0"/>
              </a:spcAft>
            </a:pPr>
            <a:r>
              <a:rPr sz="1425" b="0" i="0">
                <a:solidFill>
                  <a:srgbClr val="F0F0F8"/>
                </a:solidFill>
                <a:latin typeface="Calibri"/>
              </a:rPr>
              <a:t>Bloquear o publicar y avisar: depende de si el indicador lo usa</a:t>
            </a:r>
          </a:p>
        </p:txBody>
      </p:sp>
      <p:sp>
        <p:nvSpPr>
          <p:cNvPr id="19" name="Rounded Rectangle 18"/>
          <p:cNvSpPr/>
          <p:nvPr/>
        </p:nvSpPr>
        <p:spPr>
          <a:xfrm>
            <a:off x="457200" y="3520440"/>
            <a:ext cx="8229600" cy="685800"/>
          </a:xfrm>
          <a:prstGeom prst="roundRect">
            <a:avLst>
              <a:gd name="adj" fmla="val 12000"/>
            </a:avLst>
          </a:prstGeom>
          <a:solidFill>
            <a:srgbClr val="1E1650"/>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3520440"/>
            <a:ext cx="8083296" cy="685800"/>
          </a:xfrm>
          <a:prstGeom prst="rect">
            <a:avLst/>
          </a:prstGeom>
          <a:noFill/>
        </p:spPr>
        <p:txBody>
          <a:bodyPr wrap="square" lIns="0" rIns="0" tIns="0" bIns="0" anchor="ctr">
            <a:spAutoFit/>
          </a:bodyPr>
          <a:lstStyle/>
          <a:p>
            <a:pPr algn="ctr">
              <a:spcAft>
                <a:spcPts val="0"/>
              </a:spcAft>
            </a:pPr>
            <a:r>
              <a:rPr sz="1800" b="1" i="0">
                <a:solidFill>
                  <a:srgbClr val="F0F0F8"/>
                </a:solidFill>
                <a:latin typeface="Calibri"/>
              </a:rPr>
              <a:t>Monitorear dice qué pasó; recuperar define qué se hace.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2F0"/>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3 · DEMO EN AIRFLOW</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2B2B2B"/>
                </a:solidFill>
                <a:latin typeface="Calibri"/>
              </a:rPr>
              <a:t>La demo </a:t>
            </a:r>
            <a:r>
              <a:rPr sz="3200" b="1" i="0">
                <a:solidFill>
                  <a:srgbClr val="6B4CE6"/>
                </a:solidFill>
                <a:latin typeface="Calibri"/>
              </a:rPr>
              <a:t>en Airflow</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6B6B85"/>
                </a:solidFill>
                <a:latin typeface="Calibri"/>
              </a:rPr>
              <a:t>24</a:t>
            </a:r>
          </a:p>
        </p:txBody>
      </p:sp>
      <p:sp>
        <p:nvSpPr>
          <p:cNvPr id="7" name="Rounded Rectangle 6"/>
          <p:cNvSpPr/>
          <p:nvPr/>
        </p:nvSpPr>
        <p:spPr>
          <a:xfrm>
            <a:off x="457200" y="1234440"/>
            <a:ext cx="1965960" cy="1280160"/>
          </a:xfrm>
          <a:prstGeom prst="roundRect">
            <a:avLst>
              <a:gd name="adj" fmla="val 6428"/>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234440"/>
            <a:ext cx="1819656" cy="1280160"/>
          </a:xfrm>
          <a:prstGeom prst="rect">
            <a:avLst/>
          </a:prstGeom>
          <a:noFill/>
        </p:spPr>
        <p:txBody>
          <a:bodyPr wrap="square" lIns="0" rIns="0" tIns="0" bIns="0" anchor="ctr">
            <a:spAutoFit/>
          </a:bodyPr>
          <a:lstStyle/>
          <a:p>
            <a:pPr algn="ctr">
              <a:spcAft>
                <a:spcPts val="0"/>
              </a:spcAft>
            </a:pPr>
            <a:r>
              <a:rPr sz="1500" b="0" i="0">
                <a:solidFill>
                  <a:srgbClr val="2B2B2B"/>
                </a:solidFill>
                <a:latin typeface="Calibri"/>
              </a:rPr>
              <a:t/>
            </a:r>
          </a:p>
        </p:txBody>
      </p:sp>
      <p:sp>
        <p:nvSpPr>
          <p:cNvPr id="9" name="TextBox 8"/>
          <p:cNvSpPr txBox="1"/>
          <p:nvPr/>
        </p:nvSpPr>
        <p:spPr>
          <a:xfrm>
            <a:off x="566928" y="1298448"/>
            <a:ext cx="1783080" cy="365760"/>
          </a:xfrm>
          <a:prstGeom prst="rect">
            <a:avLst/>
          </a:prstGeom>
          <a:noFill/>
        </p:spPr>
        <p:txBody>
          <a:bodyPr wrap="square" lIns="0" rIns="0" tIns="0" bIns="0" anchor="t">
            <a:spAutoFit/>
          </a:bodyPr>
          <a:lstStyle/>
          <a:p>
            <a:pPr algn="l">
              <a:spcAft>
                <a:spcPts val="0"/>
              </a:spcAft>
            </a:pPr>
            <a:r>
              <a:rPr sz="1425" b="1" i="0">
                <a:solidFill>
                  <a:srgbClr val="6B4CE6"/>
                </a:solidFill>
                <a:latin typeface="Calibri"/>
              </a:rPr>
              <a:t>El sensor espera</a:t>
            </a:r>
          </a:p>
        </p:txBody>
      </p:sp>
      <p:sp>
        <p:nvSpPr>
          <p:cNvPr id="10" name="TextBox 9"/>
          <p:cNvSpPr txBox="1"/>
          <p:nvPr/>
        </p:nvSpPr>
        <p:spPr>
          <a:xfrm>
            <a:off x="566928" y="1691640"/>
            <a:ext cx="1783080" cy="777240"/>
          </a:xfrm>
          <a:prstGeom prst="rect">
            <a:avLst/>
          </a:prstGeom>
          <a:noFill/>
        </p:spPr>
        <p:txBody>
          <a:bodyPr wrap="square" lIns="0" rIns="0" tIns="0" bIns="0" anchor="t">
            <a:spAutoFit/>
          </a:bodyPr>
          <a:lstStyle/>
          <a:p>
            <a:pPr algn="l">
              <a:spcAft>
                <a:spcPts val="0"/>
              </a:spcAft>
            </a:pPr>
            <a:r>
              <a:rPr sz="1275" b="0" i="0">
                <a:solidFill>
                  <a:srgbClr val="2B2B2B"/>
                </a:solidFill>
                <a:latin typeface="Calibri"/>
              </a:rPr>
              <a:t>Se suelta el archivo del proveedor y la DAG sigue</a:t>
            </a:r>
          </a:p>
        </p:txBody>
      </p:sp>
      <p:sp>
        <p:nvSpPr>
          <p:cNvPr id="11" name="Rounded Rectangle 10"/>
          <p:cNvSpPr/>
          <p:nvPr/>
        </p:nvSpPr>
        <p:spPr>
          <a:xfrm>
            <a:off x="2560320" y="1234440"/>
            <a:ext cx="1965960" cy="1280160"/>
          </a:xfrm>
          <a:prstGeom prst="roundRect">
            <a:avLst>
              <a:gd name="adj" fmla="val 6428"/>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33472" y="1234440"/>
            <a:ext cx="1819656" cy="1280160"/>
          </a:xfrm>
          <a:prstGeom prst="rect">
            <a:avLst/>
          </a:prstGeom>
          <a:noFill/>
        </p:spPr>
        <p:txBody>
          <a:bodyPr wrap="square" lIns="0" rIns="0" tIns="0" bIns="0" anchor="ctr">
            <a:spAutoFit/>
          </a:bodyPr>
          <a:lstStyle/>
          <a:p>
            <a:pPr algn="ctr">
              <a:spcAft>
                <a:spcPts val="0"/>
              </a:spcAft>
            </a:pPr>
            <a:r>
              <a:rPr sz="1500" b="0" i="0">
                <a:solidFill>
                  <a:srgbClr val="2B2B2B"/>
                </a:solidFill>
                <a:latin typeface="Calibri"/>
              </a:rPr>
              <a:t/>
            </a:r>
          </a:p>
        </p:txBody>
      </p:sp>
      <p:sp>
        <p:nvSpPr>
          <p:cNvPr id="13" name="TextBox 12"/>
          <p:cNvSpPr txBox="1"/>
          <p:nvPr/>
        </p:nvSpPr>
        <p:spPr>
          <a:xfrm>
            <a:off x="2670048" y="1298448"/>
            <a:ext cx="1783080" cy="365760"/>
          </a:xfrm>
          <a:prstGeom prst="rect">
            <a:avLst/>
          </a:prstGeom>
          <a:noFill/>
        </p:spPr>
        <p:txBody>
          <a:bodyPr wrap="square" lIns="0" rIns="0" tIns="0" bIns="0" anchor="t">
            <a:spAutoFit/>
          </a:bodyPr>
          <a:lstStyle/>
          <a:p>
            <a:pPr algn="l">
              <a:spcAft>
                <a:spcPts val="0"/>
              </a:spcAft>
            </a:pPr>
            <a:r>
              <a:rPr sz="1425" b="1" i="0">
                <a:solidFill>
                  <a:srgbClr val="6B4CE6"/>
                </a:solidFill>
                <a:latin typeface="Calibri"/>
              </a:rPr>
              <a:t>Reintentos</a:t>
            </a:r>
          </a:p>
        </p:txBody>
      </p:sp>
      <p:sp>
        <p:nvSpPr>
          <p:cNvPr id="14" name="TextBox 13"/>
          <p:cNvSpPr txBox="1"/>
          <p:nvPr/>
        </p:nvSpPr>
        <p:spPr>
          <a:xfrm>
            <a:off x="2670048" y="1691640"/>
            <a:ext cx="1783080" cy="777240"/>
          </a:xfrm>
          <a:prstGeom prst="rect">
            <a:avLst/>
          </a:prstGeom>
          <a:noFill/>
        </p:spPr>
        <p:txBody>
          <a:bodyPr wrap="square" lIns="0" rIns="0" tIns="0" bIns="0" anchor="t">
            <a:spAutoFit/>
          </a:bodyPr>
          <a:lstStyle/>
          <a:p>
            <a:pPr algn="l">
              <a:spcAft>
                <a:spcPts val="0"/>
              </a:spcAft>
            </a:pPr>
            <a:r>
              <a:rPr sz="1275" b="0" i="0">
                <a:solidFill>
                  <a:srgbClr val="2B2B2B"/>
                </a:solidFill>
                <a:latin typeface="Calibri"/>
              </a:rPr>
              <a:t>fallas_api = 2: falla, espera y se recupera</a:t>
            </a:r>
          </a:p>
        </p:txBody>
      </p:sp>
      <p:sp>
        <p:nvSpPr>
          <p:cNvPr id="15" name="Rounded Rectangle 14"/>
          <p:cNvSpPr/>
          <p:nvPr/>
        </p:nvSpPr>
        <p:spPr>
          <a:xfrm>
            <a:off x="4663440" y="1234440"/>
            <a:ext cx="1965960" cy="1280160"/>
          </a:xfrm>
          <a:prstGeom prst="roundRect">
            <a:avLst>
              <a:gd name="adj" fmla="val 6428"/>
            </a:avLst>
          </a:prstGeom>
          <a:solidFill>
            <a:srgbClr val="FDF0DD"/>
          </a:solidFill>
          <a:ln w="15875">
            <a:solidFill>
              <a:srgbClr val="C265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36592" y="1234440"/>
            <a:ext cx="1819656" cy="1280160"/>
          </a:xfrm>
          <a:prstGeom prst="rect">
            <a:avLst/>
          </a:prstGeom>
          <a:noFill/>
        </p:spPr>
        <p:txBody>
          <a:bodyPr wrap="square" lIns="0" rIns="0" tIns="0" bIns="0" anchor="ctr">
            <a:spAutoFit/>
          </a:bodyPr>
          <a:lstStyle/>
          <a:p>
            <a:pPr algn="ctr">
              <a:spcAft>
                <a:spcPts val="0"/>
              </a:spcAft>
            </a:pPr>
            <a:r>
              <a:rPr sz="1500" b="0" i="0">
                <a:solidFill>
                  <a:srgbClr val="2B2B2B"/>
                </a:solidFill>
                <a:latin typeface="Calibri"/>
              </a:rPr>
              <a:t/>
            </a:r>
          </a:p>
        </p:txBody>
      </p:sp>
      <p:sp>
        <p:nvSpPr>
          <p:cNvPr id="17" name="TextBox 16"/>
          <p:cNvSpPr txBox="1"/>
          <p:nvPr/>
        </p:nvSpPr>
        <p:spPr>
          <a:xfrm>
            <a:off x="4773168" y="1298448"/>
            <a:ext cx="1783080" cy="365760"/>
          </a:xfrm>
          <a:prstGeom prst="rect">
            <a:avLst/>
          </a:prstGeom>
          <a:noFill/>
        </p:spPr>
        <p:txBody>
          <a:bodyPr wrap="square" lIns="0" rIns="0" tIns="0" bIns="0" anchor="t">
            <a:spAutoFit/>
          </a:bodyPr>
          <a:lstStyle/>
          <a:p>
            <a:pPr algn="l">
              <a:spcAft>
                <a:spcPts val="0"/>
              </a:spcAft>
            </a:pPr>
            <a:r>
              <a:rPr sz="1425" b="1" i="0">
                <a:solidFill>
                  <a:srgbClr val="6B4CE6"/>
                </a:solidFill>
                <a:latin typeface="Calibri"/>
              </a:rPr>
              <a:t>Control bloqueante</a:t>
            </a:r>
          </a:p>
        </p:txBody>
      </p:sp>
      <p:sp>
        <p:nvSpPr>
          <p:cNvPr id="18" name="TextBox 17"/>
          <p:cNvSpPr txBox="1"/>
          <p:nvPr/>
        </p:nvSpPr>
        <p:spPr>
          <a:xfrm>
            <a:off x="4773168" y="1691640"/>
            <a:ext cx="1783080" cy="777240"/>
          </a:xfrm>
          <a:prstGeom prst="rect">
            <a:avLst/>
          </a:prstGeom>
          <a:noFill/>
        </p:spPr>
        <p:txBody>
          <a:bodyPr wrap="square" lIns="0" rIns="0" tIns="0" bIns="0" anchor="t">
            <a:spAutoFit/>
          </a:bodyPr>
          <a:lstStyle/>
          <a:p>
            <a:pPr algn="l">
              <a:spcAft>
                <a:spcPts val="0"/>
              </a:spcAft>
            </a:pPr>
            <a:r>
              <a:rPr sz="1275" b="0" i="0">
                <a:solidFill>
                  <a:srgbClr val="2B2B2B"/>
                </a:solidFill>
                <a:latin typeface="Calibri"/>
              </a:rPr>
              <a:t>defecto = duplicados: se frena y no se publica</a:t>
            </a:r>
          </a:p>
        </p:txBody>
      </p:sp>
      <p:sp>
        <p:nvSpPr>
          <p:cNvPr id="19" name="Rounded Rectangle 18"/>
          <p:cNvSpPr/>
          <p:nvPr/>
        </p:nvSpPr>
        <p:spPr>
          <a:xfrm>
            <a:off x="6766559" y="1234440"/>
            <a:ext cx="1965960" cy="1280160"/>
          </a:xfrm>
          <a:prstGeom prst="roundRect">
            <a:avLst>
              <a:gd name="adj" fmla="val 6428"/>
            </a:avLst>
          </a:prstGeom>
          <a:solidFill>
            <a:srgbClr val="E4F6EF"/>
          </a:solidFill>
          <a:ln w="15875">
            <a:solidFill>
              <a:srgbClr val="0B8F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1234440"/>
            <a:ext cx="1819656" cy="1280160"/>
          </a:xfrm>
          <a:prstGeom prst="rect">
            <a:avLst/>
          </a:prstGeom>
          <a:noFill/>
        </p:spPr>
        <p:txBody>
          <a:bodyPr wrap="square" lIns="0" rIns="0" tIns="0" bIns="0" anchor="ctr">
            <a:spAutoFit/>
          </a:bodyPr>
          <a:lstStyle/>
          <a:p>
            <a:pPr algn="ctr">
              <a:spcAft>
                <a:spcPts val="0"/>
              </a:spcAft>
            </a:pPr>
            <a:r>
              <a:rPr sz="1500" b="0" i="0">
                <a:solidFill>
                  <a:srgbClr val="2B2B2B"/>
                </a:solidFill>
                <a:latin typeface="Calibri"/>
              </a:rPr>
              <a:t/>
            </a:r>
          </a:p>
        </p:txBody>
      </p:sp>
      <p:sp>
        <p:nvSpPr>
          <p:cNvPr id="21" name="TextBox 20"/>
          <p:cNvSpPr txBox="1"/>
          <p:nvPr/>
        </p:nvSpPr>
        <p:spPr>
          <a:xfrm>
            <a:off x="6876288" y="1298448"/>
            <a:ext cx="1783080" cy="365760"/>
          </a:xfrm>
          <a:prstGeom prst="rect">
            <a:avLst/>
          </a:prstGeom>
          <a:noFill/>
        </p:spPr>
        <p:txBody>
          <a:bodyPr wrap="square" lIns="0" rIns="0" tIns="0" bIns="0" anchor="t">
            <a:spAutoFit/>
          </a:bodyPr>
          <a:lstStyle/>
          <a:p>
            <a:pPr algn="l">
              <a:spcAft>
                <a:spcPts val="0"/>
              </a:spcAft>
            </a:pPr>
            <a:r>
              <a:rPr sz="1425" b="1" i="0">
                <a:solidFill>
                  <a:srgbClr val="6B4CE6"/>
                </a:solidFill>
                <a:latin typeface="Calibri"/>
              </a:rPr>
              <a:t>Control no bloqueante</a:t>
            </a:r>
          </a:p>
        </p:txBody>
      </p:sp>
      <p:sp>
        <p:nvSpPr>
          <p:cNvPr id="22" name="TextBox 21"/>
          <p:cNvSpPr txBox="1"/>
          <p:nvPr/>
        </p:nvSpPr>
        <p:spPr>
          <a:xfrm>
            <a:off x="6876288" y="1691640"/>
            <a:ext cx="1783080" cy="777240"/>
          </a:xfrm>
          <a:prstGeom prst="rect">
            <a:avLst/>
          </a:prstGeom>
          <a:noFill/>
        </p:spPr>
        <p:txBody>
          <a:bodyPr wrap="square" lIns="0" rIns="0" tIns="0" bIns="0" anchor="t">
            <a:spAutoFit/>
          </a:bodyPr>
          <a:lstStyle/>
          <a:p>
            <a:pPr algn="l">
              <a:spcAft>
                <a:spcPts val="0"/>
              </a:spcAft>
            </a:pPr>
            <a:r>
              <a:rPr sz="1275" b="0" i="0">
                <a:solidFill>
                  <a:srgbClr val="2B2B2B"/>
                </a:solidFill>
                <a:latin typeface="Calibri"/>
              </a:rPr>
              <a:t>defecto = montos_raros: alerta y sigue</a:t>
            </a:r>
          </a:p>
        </p:txBody>
      </p:sp>
      <p:sp>
        <p:nvSpPr>
          <p:cNvPr id="23" name="Rounded Rectangle 22"/>
          <p:cNvSpPr/>
          <p:nvPr/>
        </p:nvSpPr>
        <p:spPr>
          <a:xfrm>
            <a:off x="457200" y="2697480"/>
            <a:ext cx="2560320" cy="868680"/>
          </a:xfrm>
          <a:prstGeom prst="roundRect">
            <a:avLst>
              <a:gd name="adj" fmla="val 9473"/>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2697480"/>
            <a:ext cx="2414015" cy="868680"/>
          </a:xfrm>
          <a:prstGeom prst="rect">
            <a:avLst/>
          </a:prstGeom>
          <a:noFill/>
        </p:spPr>
        <p:txBody>
          <a:bodyPr wrap="square" lIns="0" rIns="0" tIns="0" bIns="0" anchor="ctr">
            <a:spAutoFit/>
          </a:bodyPr>
          <a:lstStyle/>
          <a:p>
            <a:pPr algn="ctr">
              <a:spcAft>
                <a:spcPts val="0"/>
              </a:spcAft>
            </a:pPr>
            <a:r>
              <a:rPr sz="1275" b="1" i="0">
                <a:solidFill>
                  <a:srgbClr val="2B2B2B"/>
                </a:solidFill>
                <a:latin typeface="Calibri"/>
              </a:rPr>
              <a:t>Datos sensibles</a:t>
            </a:r>
          </a:p>
          <a:p>
            <a:pPr algn="ctr">
              <a:spcAft>
                <a:spcPts val="0"/>
              </a:spcAft>
            </a:pPr>
            <a:r>
              <a:rPr sz="1275" b="1" i="0">
                <a:solidFill>
                  <a:srgbClr val="2B2B2B"/>
                </a:solidFill>
                <a:latin typeface="Calibri"/>
              </a:rPr>
              <a:t>defecto = pii: el contrato frena la salida</a:t>
            </a:r>
          </a:p>
        </p:txBody>
      </p:sp>
      <p:sp>
        <p:nvSpPr>
          <p:cNvPr id="25" name="Rounded Rectangle 24"/>
          <p:cNvSpPr/>
          <p:nvPr/>
        </p:nvSpPr>
        <p:spPr>
          <a:xfrm>
            <a:off x="3291840" y="2697480"/>
            <a:ext cx="2560320" cy="868680"/>
          </a:xfrm>
          <a:prstGeom prst="roundRect">
            <a:avLst>
              <a:gd name="adj" fmla="val 9473"/>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64992" y="2697480"/>
            <a:ext cx="2414015" cy="868680"/>
          </a:xfrm>
          <a:prstGeom prst="rect">
            <a:avLst/>
          </a:prstGeom>
          <a:noFill/>
        </p:spPr>
        <p:txBody>
          <a:bodyPr wrap="square" lIns="0" rIns="0" tIns="0" bIns="0" anchor="ctr">
            <a:spAutoFit/>
          </a:bodyPr>
          <a:lstStyle/>
          <a:p>
            <a:pPr algn="ctr">
              <a:spcAft>
                <a:spcPts val="0"/>
              </a:spcAft>
            </a:pPr>
            <a:r>
              <a:rPr sz="1275" b="1" i="0">
                <a:solidFill>
                  <a:srgbClr val="2B2B2B"/>
                </a:solidFill>
                <a:latin typeface="Calibri"/>
              </a:rPr>
              <a:t>Esquema cambiado</a:t>
            </a:r>
          </a:p>
          <a:p>
            <a:pPr algn="ctr">
              <a:spcAft>
                <a:spcPts val="0"/>
              </a:spcAft>
            </a:pPr>
            <a:r>
              <a:rPr sz="1275" b="1" i="0">
                <a:solidFill>
                  <a:srgbClr val="2B2B2B"/>
                </a:solidFill>
                <a:latin typeface="Calibri"/>
              </a:rPr>
              <a:t>./soltar_archivo.sh errores</a:t>
            </a:r>
          </a:p>
        </p:txBody>
      </p:sp>
      <p:sp>
        <p:nvSpPr>
          <p:cNvPr id="27" name="Rounded Rectangle 26"/>
          <p:cNvSpPr/>
          <p:nvPr/>
        </p:nvSpPr>
        <p:spPr>
          <a:xfrm>
            <a:off x="6126480" y="2697480"/>
            <a:ext cx="2560320" cy="868680"/>
          </a:xfrm>
          <a:prstGeom prst="roundRect">
            <a:avLst>
              <a:gd name="adj" fmla="val 9473"/>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99632" y="2697480"/>
            <a:ext cx="2414015" cy="868680"/>
          </a:xfrm>
          <a:prstGeom prst="rect">
            <a:avLst/>
          </a:prstGeom>
          <a:noFill/>
        </p:spPr>
        <p:txBody>
          <a:bodyPr wrap="square" lIns="0" rIns="0" tIns="0" bIns="0" anchor="ctr">
            <a:spAutoFit/>
          </a:bodyPr>
          <a:lstStyle/>
          <a:p>
            <a:pPr algn="ctr">
              <a:spcAft>
                <a:spcPts val="0"/>
              </a:spcAft>
            </a:pPr>
            <a:r>
              <a:rPr sz="1275" b="1" i="0">
                <a:solidFill>
                  <a:srgbClr val="2B2B2B"/>
                </a:solidFill>
                <a:latin typeface="Calibri"/>
              </a:rPr>
              <a:t>Reproceso</a:t>
            </a:r>
          </a:p>
          <a:p>
            <a:pPr algn="ctr">
              <a:spcAft>
                <a:spcPts val="0"/>
              </a:spcAft>
            </a:pPr>
            <a:r>
              <a:rPr sz="1275" b="1" i="0">
                <a:solidFill>
                  <a:srgbClr val="2B2B2B"/>
                </a:solidFill>
                <a:latin typeface="Calibri"/>
              </a:rPr>
              <a:t>Volver a correr el mismo día: siempre 3 filas</a:t>
            </a:r>
          </a:p>
        </p:txBody>
      </p:sp>
      <p:sp>
        <p:nvSpPr>
          <p:cNvPr id="29" name="Rounded Rectangle 28"/>
          <p:cNvSpPr/>
          <p:nvPr/>
        </p:nvSpPr>
        <p:spPr>
          <a:xfrm>
            <a:off x="457200" y="3794760"/>
            <a:ext cx="8229600" cy="548640"/>
          </a:xfrm>
          <a:prstGeom prst="roundRect">
            <a:avLst>
              <a:gd name="adj" fmla="val 15000"/>
            </a:avLst>
          </a:prstGeom>
          <a:solidFill>
            <a:srgbClr val="E9E2FF"/>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0352" y="3794760"/>
            <a:ext cx="8083296" cy="548640"/>
          </a:xfrm>
          <a:prstGeom prst="rect">
            <a:avLst/>
          </a:prstGeom>
          <a:noFill/>
        </p:spPr>
        <p:txBody>
          <a:bodyPr wrap="square" lIns="0" rIns="0" tIns="0" bIns="0" anchor="ctr">
            <a:spAutoFit/>
          </a:bodyPr>
          <a:lstStyle/>
          <a:p>
            <a:pPr algn="ctr">
              <a:spcAft>
                <a:spcPts val="0"/>
              </a:spcAft>
            </a:pPr>
            <a:r>
              <a:rPr sz="1650" b="1" i="0">
                <a:solidFill>
                  <a:srgbClr val="2B2B2B"/>
                </a:solidFill>
                <a:latin typeface="Calibri"/>
              </a:rPr>
              <a:t>Es la misma DAG de la clase, en Airflow real con Docker.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D0D14"/>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3 · BUENAS PRÁCTICAS</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FFFFFF"/>
                </a:solidFill>
                <a:latin typeface="Calibri"/>
              </a:rPr>
              <a:t>Ocho buenas prácticas </a:t>
            </a:r>
            <a:r>
              <a:rPr sz="3200" b="1" i="0">
                <a:solidFill>
                  <a:srgbClr val="A48AFB"/>
                </a:solidFill>
                <a:latin typeface="Calibri"/>
              </a:rPr>
              <a:t>de pipelines</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8888A8"/>
                </a:solidFill>
                <a:latin typeface="Calibri"/>
              </a:rPr>
              <a:t>25</a:t>
            </a:r>
          </a:p>
        </p:txBody>
      </p:sp>
      <p:sp>
        <p:nvSpPr>
          <p:cNvPr id="7" name="Rounded Rectangle 6"/>
          <p:cNvSpPr/>
          <p:nvPr/>
        </p:nvSpPr>
        <p:spPr>
          <a:xfrm>
            <a:off x="457200" y="1280160"/>
            <a:ext cx="1954530" cy="1325880"/>
          </a:xfrm>
          <a:prstGeom prst="roundRect">
            <a:avLst>
              <a:gd name="adj" fmla="val 620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344168"/>
            <a:ext cx="1735074" cy="411480"/>
          </a:xfrm>
          <a:prstGeom prst="rect">
            <a:avLst/>
          </a:prstGeom>
          <a:noFill/>
        </p:spPr>
        <p:txBody>
          <a:bodyPr wrap="square" lIns="0" rIns="0" tIns="0" bIns="0" anchor="ctr">
            <a:spAutoFit/>
          </a:bodyPr>
          <a:lstStyle/>
          <a:p>
            <a:pPr algn="l">
              <a:spcAft>
                <a:spcPts val="0"/>
              </a:spcAft>
            </a:pPr>
            <a:r>
              <a:rPr sz="1425" b="1" i="0">
                <a:solidFill>
                  <a:srgbClr val="A48AFB"/>
                </a:solidFill>
                <a:latin typeface="Calibri"/>
              </a:rPr>
              <a:t>Idempotencia</a:t>
            </a:r>
          </a:p>
        </p:txBody>
      </p:sp>
      <p:sp>
        <p:nvSpPr>
          <p:cNvPr id="9" name="TextBox 8"/>
          <p:cNvSpPr txBox="1"/>
          <p:nvPr/>
        </p:nvSpPr>
        <p:spPr>
          <a:xfrm>
            <a:off x="566928" y="1810512"/>
            <a:ext cx="1735074" cy="758952"/>
          </a:xfrm>
          <a:prstGeom prst="rect">
            <a:avLst/>
          </a:prstGeom>
          <a:noFill/>
        </p:spPr>
        <p:txBody>
          <a:bodyPr wrap="square" lIns="0" rIns="0" tIns="0" bIns="0" anchor="t">
            <a:spAutoFit/>
          </a:bodyPr>
          <a:lstStyle/>
          <a:p>
            <a:pPr algn="l">
              <a:spcAft>
                <a:spcPts val="0"/>
              </a:spcAft>
            </a:pPr>
            <a:r>
              <a:rPr sz="1275" b="0" i="0">
                <a:solidFill>
                  <a:srgbClr val="F0F0F8"/>
                </a:solidFill>
                <a:latin typeface="Calibri"/>
              </a:rPr>
              <a:t>Correr dos veces deja el mismo resultado.</a:t>
            </a:r>
          </a:p>
        </p:txBody>
      </p:sp>
      <p:sp>
        <p:nvSpPr>
          <p:cNvPr id="10" name="Rounded Rectangle 9"/>
          <p:cNvSpPr/>
          <p:nvPr/>
        </p:nvSpPr>
        <p:spPr>
          <a:xfrm>
            <a:off x="2548890" y="1280160"/>
            <a:ext cx="1954530" cy="1325880"/>
          </a:xfrm>
          <a:prstGeom prst="roundRect">
            <a:avLst>
              <a:gd name="adj" fmla="val 620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58618" y="1344168"/>
            <a:ext cx="1735074" cy="411480"/>
          </a:xfrm>
          <a:prstGeom prst="rect">
            <a:avLst/>
          </a:prstGeom>
          <a:noFill/>
        </p:spPr>
        <p:txBody>
          <a:bodyPr wrap="square" lIns="0" rIns="0" tIns="0" bIns="0" anchor="ctr">
            <a:spAutoFit/>
          </a:bodyPr>
          <a:lstStyle/>
          <a:p>
            <a:pPr algn="l">
              <a:spcAft>
                <a:spcPts val="0"/>
              </a:spcAft>
            </a:pPr>
            <a:r>
              <a:rPr sz="1425" b="1" i="0">
                <a:solidFill>
                  <a:srgbClr val="A48AFB"/>
                </a:solidFill>
                <a:latin typeface="Calibri"/>
              </a:rPr>
              <a:t>Tareas chicas</a:t>
            </a:r>
          </a:p>
        </p:txBody>
      </p:sp>
      <p:sp>
        <p:nvSpPr>
          <p:cNvPr id="12" name="TextBox 11"/>
          <p:cNvSpPr txBox="1"/>
          <p:nvPr/>
        </p:nvSpPr>
        <p:spPr>
          <a:xfrm>
            <a:off x="2658618" y="1810512"/>
            <a:ext cx="1735074" cy="758952"/>
          </a:xfrm>
          <a:prstGeom prst="rect">
            <a:avLst/>
          </a:prstGeom>
          <a:noFill/>
        </p:spPr>
        <p:txBody>
          <a:bodyPr wrap="square" lIns="0" rIns="0" tIns="0" bIns="0" anchor="t">
            <a:spAutoFit/>
          </a:bodyPr>
          <a:lstStyle/>
          <a:p>
            <a:pPr algn="l">
              <a:spcAft>
                <a:spcPts val="0"/>
              </a:spcAft>
            </a:pPr>
            <a:r>
              <a:rPr sz="1275" b="0" i="0">
                <a:solidFill>
                  <a:srgbClr val="F0F0F8"/>
                </a:solidFill>
                <a:latin typeface="Calibri"/>
              </a:rPr>
              <a:t>Cada una con un solo propósito.</a:t>
            </a:r>
          </a:p>
        </p:txBody>
      </p:sp>
      <p:sp>
        <p:nvSpPr>
          <p:cNvPr id="13" name="Rounded Rectangle 12"/>
          <p:cNvSpPr/>
          <p:nvPr/>
        </p:nvSpPr>
        <p:spPr>
          <a:xfrm>
            <a:off x="4640580" y="1280160"/>
            <a:ext cx="1954530" cy="1325880"/>
          </a:xfrm>
          <a:prstGeom prst="roundRect">
            <a:avLst>
              <a:gd name="adj" fmla="val 620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0308" y="1344168"/>
            <a:ext cx="1735074" cy="411480"/>
          </a:xfrm>
          <a:prstGeom prst="rect">
            <a:avLst/>
          </a:prstGeom>
          <a:noFill/>
        </p:spPr>
        <p:txBody>
          <a:bodyPr wrap="square" lIns="0" rIns="0" tIns="0" bIns="0" anchor="ctr">
            <a:spAutoFit/>
          </a:bodyPr>
          <a:lstStyle/>
          <a:p>
            <a:pPr algn="l">
              <a:spcAft>
                <a:spcPts val="0"/>
              </a:spcAft>
            </a:pPr>
            <a:r>
              <a:rPr sz="1425" b="1" i="0">
                <a:solidFill>
                  <a:srgbClr val="A48AFB"/>
                </a:solidFill>
                <a:latin typeface="Calibri"/>
              </a:rPr>
              <a:t>La fecha de la corrida</a:t>
            </a:r>
          </a:p>
        </p:txBody>
      </p:sp>
      <p:sp>
        <p:nvSpPr>
          <p:cNvPr id="15" name="TextBox 14"/>
          <p:cNvSpPr txBox="1"/>
          <p:nvPr/>
        </p:nvSpPr>
        <p:spPr>
          <a:xfrm>
            <a:off x="4750308" y="1810512"/>
            <a:ext cx="1735074" cy="758952"/>
          </a:xfrm>
          <a:prstGeom prst="rect">
            <a:avLst/>
          </a:prstGeom>
          <a:noFill/>
        </p:spPr>
        <p:txBody>
          <a:bodyPr wrap="square" lIns="0" rIns="0" tIns="0" bIns="0" anchor="t">
            <a:spAutoFit/>
          </a:bodyPr>
          <a:lstStyle/>
          <a:p>
            <a:pPr algn="l">
              <a:spcAft>
                <a:spcPts val="0"/>
              </a:spcAft>
            </a:pPr>
            <a:r>
              <a:rPr sz="1275" b="0" i="0">
                <a:solidFill>
                  <a:srgbClr val="F0F0F8"/>
                </a:solidFill>
                <a:latin typeface="Calibri"/>
              </a:rPr>
              <a:t>No la hora actual: así se puede reprocesar.</a:t>
            </a:r>
          </a:p>
        </p:txBody>
      </p:sp>
      <p:sp>
        <p:nvSpPr>
          <p:cNvPr id="16" name="Rounded Rectangle 15"/>
          <p:cNvSpPr/>
          <p:nvPr/>
        </p:nvSpPr>
        <p:spPr>
          <a:xfrm>
            <a:off x="6732270" y="1280160"/>
            <a:ext cx="1954530" cy="1325880"/>
          </a:xfrm>
          <a:prstGeom prst="roundRect">
            <a:avLst>
              <a:gd name="adj" fmla="val 620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41998" y="1344168"/>
            <a:ext cx="1735074" cy="411480"/>
          </a:xfrm>
          <a:prstGeom prst="rect">
            <a:avLst/>
          </a:prstGeom>
          <a:noFill/>
        </p:spPr>
        <p:txBody>
          <a:bodyPr wrap="square" lIns="0" rIns="0" tIns="0" bIns="0" anchor="ctr">
            <a:spAutoFit/>
          </a:bodyPr>
          <a:lstStyle/>
          <a:p>
            <a:pPr algn="l">
              <a:spcAft>
                <a:spcPts val="0"/>
              </a:spcAft>
            </a:pPr>
            <a:r>
              <a:rPr sz="1425" b="1" i="0">
                <a:solidFill>
                  <a:srgbClr val="A48AFB"/>
                </a:solidFill>
                <a:latin typeface="Calibri"/>
              </a:rPr>
              <a:t>Secretos afuera</a:t>
            </a:r>
          </a:p>
        </p:txBody>
      </p:sp>
      <p:sp>
        <p:nvSpPr>
          <p:cNvPr id="18" name="TextBox 17"/>
          <p:cNvSpPr txBox="1"/>
          <p:nvPr/>
        </p:nvSpPr>
        <p:spPr>
          <a:xfrm>
            <a:off x="6841998" y="1810512"/>
            <a:ext cx="1735074" cy="758952"/>
          </a:xfrm>
          <a:prstGeom prst="rect">
            <a:avLst/>
          </a:prstGeom>
          <a:noFill/>
        </p:spPr>
        <p:txBody>
          <a:bodyPr wrap="square" lIns="0" rIns="0" tIns="0" bIns="0" anchor="t">
            <a:spAutoFit/>
          </a:bodyPr>
          <a:lstStyle/>
          <a:p>
            <a:pPr algn="l">
              <a:spcAft>
                <a:spcPts val="0"/>
              </a:spcAft>
            </a:pPr>
            <a:r>
              <a:rPr sz="1275" b="0" i="0">
                <a:solidFill>
                  <a:srgbClr val="F0F0F8"/>
                </a:solidFill>
                <a:latin typeface="Calibri"/>
              </a:rPr>
              <a:t>Nunca claves en el código.</a:t>
            </a:r>
          </a:p>
        </p:txBody>
      </p:sp>
      <p:sp>
        <p:nvSpPr>
          <p:cNvPr id="19" name="Rounded Rectangle 18"/>
          <p:cNvSpPr/>
          <p:nvPr/>
        </p:nvSpPr>
        <p:spPr>
          <a:xfrm>
            <a:off x="457200" y="2743200"/>
            <a:ext cx="1954530" cy="1325880"/>
          </a:xfrm>
          <a:prstGeom prst="roundRect">
            <a:avLst>
              <a:gd name="adj" fmla="val 620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2807208"/>
            <a:ext cx="1735074" cy="411480"/>
          </a:xfrm>
          <a:prstGeom prst="rect">
            <a:avLst/>
          </a:prstGeom>
          <a:noFill/>
        </p:spPr>
        <p:txBody>
          <a:bodyPr wrap="square" lIns="0" rIns="0" tIns="0" bIns="0" anchor="ctr">
            <a:spAutoFit/>
          </a:bodyPr>
          <a:lstStyle/>
          <a:p>
            <a:pPr algn="l">
              <a:spcAft>
                <a:spcPts val="0"/>
              </a:spcAft>
            </a:pPr>
            <a:r>
              <a:rPr sz="1425" b="1" i="0">
                <a:solidFill>
                  <a:srgbClr val="A48AFB"/>
                </a:solidFill>
                <a:latin typeface="Calibri"/>
              </a:rPr>
              <a:t>Reintentos acotados</a:t>
            </a:r>
          </a:p>
        </p:txBody>
      </p:sp>
      <p:sp>
        <p:nvSpPr>
          <p:cNvPr id="21" name="TextBox 20"/>
          <p:cNvSpPr txBox="1"/>
          <p:nvPr/>
        </p:nvSpPr>
        <p:spPr>
          <a:xfrm>
            <a:off x="566928" y="3273552"/>
            <a:ext cx="1735074" cy="758952"/>
          </a:xfrm>
          <a:prstGeom prst="rect">
            <a:avLst/>
          </a:prstGeom>
          <a:noFill/>
        </p:spPr>
        <p:txBody>
          <a:bodyPr wrap="square" lIns="0" rIns="0" tIns="0" bIns="0" anchor="t">
            <a:spAutoFit/>
          </a:bodyPr>
          <a:lstStyle/>
          <a:p>
            <a:pPr algn="l">
              <a:spcAft>
                <a:spcPts val="0"/>
              </a:spcAft>
            </a:pPr>
            <a:r>
              <a:rPr sz="1275" b="0" i="0">
                <a:solidFill>
                  <a:srgbClr val="F0F0F8"/>
                </a:solidFill>
                <a:latin typeface="Calibri"/>
              </a:rPr>
              <a:t>Con espera creciente y un tope.</a:t>
            </a:r>
          </a:p>
        </p:txBody>
      </p:sp>
      <p:sp>
        <p:nvSpPr>
          <p:cNvPr id="22" name="Rounded Rectangle 21"/>
          <p:cNvSpPr/>
          <p:nvPr/>
        </p:nvSpPr>
        <p:spPr>
          <a:xfrm>
            <a:off x="2548890" y="2743200"/>
            <a:ext cx="1954530" cy="1325880"/>
          </a:xfrm>
          <a:prstGeom prst="roundRect">
            <a:avLst>
              <a:gd name="adj" fmla="val 620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58618" y="2807208"/>
            <a:ext cx="1735074" cy="411480"/>
          </a:xfrm>
          <a:prstGeom prst="rect">
            <a:avLst/>
          </a:prstGeom>
          <a:noFill/>
        </p:spPr>
        <p:txBody>
          <a:bodyPr wrap="square" lIns="0" rIns="0" tIns="0" bIns="0" anchor="ctr">
            <a:spAutoFit/>
          </a:bodyPr>
          <a:lstStyle/>
          <a:p>
            <a:pPr algn="l">
              <a:spcAft>
                <a:spcPts val="0"/>
              </a:spcAft>
            </a:pPr>
            <a:r>
              <a:rPr sz="1425" b="1" i="0">
                <a:solidFill>
                  <a:srgbClr val="A48AFB"/>
                </a:solidFill>
                <a:latin typeface="Calibri"/>
              </a:rPr>
              <a:t>Alertas con dueño</a:t>
            </a:r>
          </a:p>
        </p:txBody>
      </p:sp>
      <p:sp>
        <p:nvSpPr>
          <p:cNvPr id="24" name="TextBox 23"/>
          <p:cNvSpPr txBox="1"/>
          <p:nvPr/>
        </p:nvSpPr>
        <p:spPr>
          <a:xfrm>
            <a:off x="2658618" y="3273552"/>
            <a:ext cx="1735074" cy="758952"/>
          </a:xfrm>
          <a:prstGeom prst="rect">
            <a:avLst/>
          </a:prstGeom>
          <a:noFill/>
        </p:spPr>
        <p:txBody>
          <a:bodyPr wrap="square" lIns="0" rIns="0" tIns="0" bIns="0" anchor="t">
            <a:spAutoFit/>
          </a:bodyPr>
          <a:lstStyle/>
          <a:p>
            <a:pPr algn="l">
              <a:spcAft>
                <a:spcPts val="0"/>
              </a:spcAft>
            </a:pPr>
            <a:r>
              <a:rPr sz="1275" b="0" i="0">
                <a:solidFill>
                  <a:srgbClr val="F0F0F8"/>
                </a:solidFill>
                <a:latin typeface="Calibri"/>
              </a:rPr>
              <a:t>Dicen qué hacer y quién decide.</a:t>
            </a:r>
          </a:p>
        </p:txBody>
      </p:sp>
      <p:sp>
        <p:nvSpPr>
          <p:cNvPr id="25" name="Rounded Rectangle 24"/>
          <p:cNvSpPr/>
          <p:nvPr/>
        </p:nvSpPr>
        <p:spPr>
          <a:xfrm>
            <a:off x="4640580" y="2743200"/>
            <a:ext cx="1954530" cy="1325880"/>
          </a:xfrm>
          <a:prstGeom prst="roundRect">
            <a:avLst>
              <a:gd name="adj" fmla="val 620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50308" y="2807208"/>
            <a:ext cx="1735074" cy="411480"/>
          </a:xfrm>
          <a:prstGeom prst="rect">
            <a:avLst/>
          </a:prstGeom>
          <a:noFill/>
        </p:spPr>
        <p:txBody>
          <a:bodyPr wrap="square" lIns="0" rIns="0" tIns="0" bIns="0" anchor="ctr">
            <a:spAutoFit/>
          </a:bodyPr>
          <a:lstStyle/>
          <a:p>
            <a:pPr algn="l">
              <a:spcAft>
                <a:spcPts val="0"/>
              </a:spcAft>
            </a:pPr>
            <a:r>
              <a:rPr sz="1425" b="1" i="0">
                <a:solidFill>
                  <a:srgbClr val="A48AFB"/>
                </a:solidFill>
                <a:latin typeface="Calibri"/>
              </a:rPr>
              <a:t>Dejar registro</a:t>
            </a:r>
          </a:p>
        </p:txBody>
      </p:sp>
      <p:sp>
        <p:nvSpPr>
          <p:cNvPr id="27" name="TextBox 26"/>
          <p:cNvSpPr txBox="1"/>
          <p:nvPr/>
        </p:nvSpPr>
        <p:spPr>
          <a:xfrm>
            <a:off x="4750308" y="3273552"/>
            <a:ext cx="1735074" cy="758952"/>
          </a:xfrm>
          <a:prstGeom prst="rect">
            <a:avLst/>
          </a:prstGeom>
          <a:noFill/>
        </p:spPr>
        <p:txBody>
          <a:bodyPr wrap="square" lIns="0" rIns="0" tIns="0" bIns="0" anchor="t">
            <a:spAutoFit/>
          </a:bodyPr>
          <a:lstStyle/>
          <a:p>
            <a:pPr algn="l">
              <a:spcAft>
                <a:spcPts val="0"/>
              </a:spcAft>
            </a:pPr>
            <a:r>
              <a:rPr sz="1275" b="0" i="0">
                <a:solidFill>
                  <a:srgbClr val="F0F0F8"/>
                </a:solidFill>
                <a:latin typeface="Calibri"/>
              </a:rPr>
              <a:t>Qué corrió, cuándo y con qué resultado.</a:t>
            </a:r>
          </a:p>
        </p:txBody>
      </p:sp>
      <p:sp>
        <p:nvSpPr>
          <p:cNvPr id="28" name="Rounded Rectangle 27"/>
          <p:cNvSpPr/>
          <p:nvPr/>
        </p:nvSpPr>
        <p:spPr>
          <a:xfrm>
            <a:off x="6732270" y="2743200"/>
            <a:ext cx="1954530" cy="1325880"/>
          </a:xfrm>
          <a:prstGeom prst="roundRect">
            <a:avLst>
              <a:gd name="adj" fmla="val 620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41998" y="2807208"/>
            <a:ext cx="1735074" cy="411480"/>
          </a:xfrm>
          <a:prstGeom prst="rect">
            <a:avLst/>
          </a:prstGeom>
          <a:noFill/>
        </p:spPr>
        <p:txBody>
          <a:bodyPr wrap="square" lIns="0" rIns="0" tIns="0" bIns="0" anchor="ctr">
            <a:spAutoFit/>
          </a:bodyPr>
          <a:lstStyle/>
          <a:p>
            <a:pPr algn="l">
              <a:spcAft>
                <a:spcPts val="0"/>
              </a:spcAft>
            </a:pPr>
            <a:r>
              <a:rPr sz="1425" b="1" i="0">
                <a:solidFill>
                  <a:srgbClr val="A48AFB"/>
                </a:solidFill>
                <a:latin typeface="Calibri"/>
              </a:rPr>
              <a:t>Probar con fallas</a:t>
            </a:r>
          </a:p>
        </p:txBody>
      </p:sp>
      <p:sp>
        <p:nvSpPr>
          <p:cNvPr id="30" name="TextBox 29"/>
          <p:cNvSpPr txBox="1"/>
          <p:nvPr/>
        </p:nvSpPr>
        <p:spPr>
          <a:xfrm>
            <a:off x="6841998" y="3273552"/>
            <a:ext cx="1735074" cy="758952"/>
          </a:xfrm>
          <a:prstGeom prst="rect">
            <a:avLst/>
          </a:prstGeom>
          <a:noFill/>
        </p:spPr>
        <p:txBody>
          <a:bodyPr wrap="square" lIns="0" rIns="0" tIns="0" bIns="0" anchor="t">
            <a:spAutoFit/>
          </a:bodyPr>
          <a:lstStyle/>
          <a:p>
            <a:pPr algn="l">
              <a:spcAft>
                <a:spcPts val="0"/>
              </a:spcAft>
            </a:pPr>
            <a:r>
              <a:rPr sz="1275" b="0" i="0">
                <a:solidFill>
                  <a:srgbClr val="F0F0F8"/>
                </a:solidFill>
                <a:latin typeface="Calibri"/>
              </a:rPr>
              <a:t>Simular antes de producción.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2F0"/>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3 · ERRORES COMUNES</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2B2B2B"/>
                </a:solidFill>
                <a:latin typeface="Calibri"/>
              </a:rPr>
              <a:t>Seis errores </a:t>
            </a:r>
            <a:r>
              <a:rPr sz="3200" b="1" i="0">
                <a:solidFill>
                  <a:srgbClr val="6B4CE6"/>
                </a:solidFill>
                <a:latin typeface="Calibri"/>
              </a:rPr>
              <a:t>que se repiten</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6B6B85"/>
                </a:solidFill>
                <a:latin typeface="Calibri"/>
              </a:rPr>
              <a:t>26</a:t>
            </a:r>
          </a:p>
        </p:txBody>
      </p:sp>
      <p:sp>
        <p:nvSpPr>
          <p:cNvPr id="7" name="Rectangle 6"/>
          <p:cNvSpPr/>
          <p:nvPr/>
        </p:nvSpPr>
        <p:spPr>
          <a:xfrm>
            <a:off x="457200" y="1188720"/>
            <a:ext cx="8229600" cy="310896"/>
          </a:xfrm>
          <a:prstGeom prst="rect">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188720"/>
            <a:ext cx="2194560" cy="310896"/>
          </a:xfrm>
          <a:prstGeom prst="rect">
            <a:avLst/>
          </a:prstGeom>
          <a:noFill/>
        </p:spPr>
        <p:txBody>
          <a:bodyPr wrap="square" lIns="0" rIns="0" tIns="0" bIns="0" anchor="ctr">
            <a:spAutoFit/>
          </a:bodyPr>
          <a:lstStyle/>
          <a:p>
            <a:pPr algn="l">
              <a:spcAft>
                <a:spcPts val="0"/>
              </a:spcAft>
            </a:pPr>
            <a:r>
              <a:rPr sz="1500" b="1" i="0">
                <a:solidFill>
                  <a:srgbClr val="FFFFFF"/>
                </a:solidFill>
                <a:latin typeface="Calibri"/>
              </a:rPr>
              <a:t>Error</a:t>
            </a:r>
          </a:p>
        </p:txBody>
      </p:sp>
      <p:sp>
        <p:nvSpPr>
          <p:cNvPr id="9" name="TextBox 8"/>
          <p:cNvSpPr txBox="1"/>
          <p:nvPr/>
        </p:nvSpPr>
        <p:spPr>
          <a:xfrm>
            <a:off x="2816352" y="1188720"/>
            <a:ext cx="3383279" cy="310896"/>
          </a:xfrm>
          <a:prstGeom prst="rect">
            <a:avLst/>
          </a:prstGeom>
          <a:noFill/>
        </p:spPr>
        <p:txBody>
          <a:bodyPr wrap="square" lIns="0" rIns="0" tIns="0" bIns="0" anchor="ctr">
            <a:spAutoFit/>
          </a:bodyPr>
          <a:lstStyle/>
          <a:p>
            <a:pPr algn="l">
              <a:spcAft>
                <a:spcPts val="0"/>
              </a:spcAft>
            </a:pPr>
            <a:r>
              <a:rPr sz="1500" b="1" i="0">
                <a:solidFill>
                  <a:srgbClr val="FFFFFF"/>
                </a:solidFill>
                <a:latin typeface="Calibri"/>
              </a:rPr>
              <a:t>Qué pasa</a:t>
            </a:r>
          </a:p>
        </p:txBody>
      </p:sp>
      <p:sp>
        <p:nvSpPr>
          <p:cNvPr id="10" name="TextBox 9"/>
          <p:cNvSpPr txBox="1"/>
          <p:nvPr/>
        </p:nvSpPr>
        <p:spPr>
          <a:xfrm>
            <a:off x="6291072" y="1188720"/>
            <a:ext cx="2377440" cy="310896"/>
          </a:xfrm>
          <a:prstGeom prst="rect">
            <a:avLst/>
          </a:prstGeom>
          <a:noFill/>
        </p:spPr>
        <p:txBody>
          <a:bodyPr wrap="square" lIns="0" rIns="0" tIns="0" bIns="0" anchor="ctr">
            <a:spAutoFit/>
          </a:bodyPr>
          <a:lstStyle/>
          <a:p>
            <a:pPr algn="l">
              <a:spcAft>
                <a:spcPts val="0"/>
              </a:spcAft>
            </a:pPr>
            <a:r>
              <a:rPr sz="1500" b="1" i="0">
                <a:solidFill>
                  <a:srgbClr val="FFFFFF"/>
                </a:solidFill>
                <a:latin typeface="Calibri"/>
              </a:rPr>
              <a:t>Cómo se evita</a:t>
            </a:r>
          </a:p>
        </p:txBody>
      </p:sp>
      <p:sp>
        <p:nvSpPr>
          <p:cNvPr id="11" name="Rectangle 10"/>
          <p:cNvSpPr/>
          <p:nvPr/>
        </p:nvSpPr>
        <p:spPr>
          <a:xfrm>
            <a:off x="457200" y="1499616"/>
            <a:ext cx="822960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1499616"/>
            <a:ext cx="2157984" cy="475488"/>
          </a:xfrm>
          <a:prstGeom prst="rect">
            <a:avLst/>
          </a:prstGeom>
          <a:noFill/>
        </p:spPr>
        <p:txBody>
          <a:bodyPr wrap="square" lIns="0" rIns="0" tIns="0" bIns="0" anchor="ctr">
            <a:spAutoFit/>
          </a:bodyPr>
          <a:lstStyle/>
          <a:p>
            <a:pPr algn="l">
              <a:spcAft>
                <a:spcPts val="0"/>
              </a:spcAft>
            </a:pPr>
            <a:r>
              <a:rPr sz="1350" b="1" i="0">
                <a:solidFill>
                  <a:srgbClr val="6B4CE6"/>
                </a:solidFill>
                <a:latin typeface="Calibri"/>
              </a:rPr>
              <a:t>Cargar sin idempotencia</a:t>
            </a:r>
          </a:p>
        </p:txBody>
      </p:sp>
      <p:sp>
        <p:nvSpPr>
          <p:cNvPr id="13" name="TextBox 12"/>
          <p:cNvSpPr txBox="1"/>
          <p:nvPr/>
        </p:nvSpPr>
        <p:spPr>
          <a:xfrm>
            <a:off x="2816352" y="1499616"/>
            <a:ext cx="3346703" cy="475488"/>
          </a:xfrm>
          <a:prstGeom prst="rect">
            <a:avLst/>
          </a:prstGeom>
          <a:noFill/>
        </p:spPr>
        <p:txBody>
          <a:bodyPr wrap="square" lIns="0" rIns="0" tIns="0" bIns="0" anchor="ctr">
            <a:spAutoFit/>
          </a:bodyPr>
          <a:lstStyle/>
          <a:p>
            <a:pPr algn="l">
              <a:spcAft>
                <a:spcPts val="0"/>
              </a:spcAft>
            </a:pPr>
            <a:r>
              <a:rPr sz="1350" b="0" i="0">
                <a:solidFill>
                  <a:srgbClr val="2B2B2B"/>
                </a:solidFill>
                <a:latin typeface="Calibri"/>
              </a:rPr>
              <a:t>Un reproceso duplica: ingresos de 848.651 a 1.697.302</a:t>
            </a:r>
          </a:p>
        </p:txBody>
      </p:sp>
      <p:sp>
        <p:nvSpPr>
          <p:cNvPr id="14" name="TextBox 13"/>
          <p:cNvSpPr txBox="1"/>
          <p:nvPr/>
        </p:nvSpPr>
        <p:spPr>
          <a:xfrm>
            <a:off x="6291072" y="1499616"/>
            <a:ext cx="2340864" cy="475488"/>
          </a:xfrm>
          <a:prstGeom prst="rect">
            <a:avLst/>
          </a:prstGeom>
          <a:noFill/>
        </p:spPr>
        <p:txBody>
          <a:bodyPr wrap="square" lIns="0" rIns="0" tIns="0" bIns="0" anchor="ctr">
            <a:spAutoFit/>
          </a:bodyPr>
          <a:lstStyle/>
          <a:p>
            <a:pPr algn="l">
              <a:spcAft>
                <a:spcPts val="0"/>
              </a:spcAft>
            </a:pPr>
            <a:r>
              <a:rPr sz="1350" b="0" i="0">
                <a:solidFill>
                  <a:srgbClr val="2B2B2B"/>
                </a:solidFill>
                <a:latin typeface="Calibri"/>
              </a:rPr>
              <a:t>Reemplazar por clave</a:t>
            </a:r>
          </a:p>
        </p:txBody>
      </p:sp>
      <p:sp>
        <p:nvSpPr>
          <p:cNvPr id="15" name="Rectangle 14"/>
          <p:cNvSpPr/>
          <p:nvPr/>
        </p:nvSpPr>
        <p:spPr>
          <a:xfrm>
            <a:off x="457200" y="1975104"/>
            <a:ext cx="8229600" cy="475488"/>
          </a:xfrm>
          <a:prstGeom prst="rect">
            <a:avLst/>
          </a:prstGeom>
          <a:solidFill>
            <a:srgbClr val="EFE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1975104"/>
            <a:ext cx="2157984" cy="475488"/>
          </a:xfrm>
          <a:prstGeom prst="rect">
            <a:avLst/>
          </a:prstGeom>
          <a:noFill/>
        </p:spPr>
        <p:txBody>
          <a:bodyPr wrap="square" lIns="0" rIns="0" tIns="0" bIns="0" anchor="ctr">
            <a:spAutoFit/>
          </a:bodyPr>
          <a:lstStyle/>
          <a:p>
            <a:pPr algn="l">
              <a:spcAft>
                <a:spcPts val="0"/>
              </a:spcAft>
            </a:pPr>
            <a:r>
              <a:rPr sz="1350" b="1" i="0">
                <a:solidFill>
                  <a:srgbClr val="6B4CE6"/>
                </a:solidFill>
                <a:latin typeface="Calibri"/>
              </a:rPr>
              <a:t>Frecuencia sin requisito</a:t>
            </a:r>
          </a:p>
        </p:txBody>
      </p:sp>
      <p:sp>
        <p:nvSpPr>
          <p:cNvPr id="17" name="TextBox 16"/>
          <p:cNvSpPr txBox="1"/>
          <p:nvPr/>
        </p:nvSpPr>
        <p:spPr>
          <a:xfrm>
            <a:off x="2816352" y="1975104"/>
            <a:ext cx="3346703" cy="475488"/>
          </a:xfrm>
          <a:prstGeom prst="rect">
            <a:avLst/>
          </a:prstGeom>
          <a:noFill/>
        </p:spPr>
        <p:txBody>
          <a:bodyPr wrap="square" lIns="0" rIns="0" tIns="0" bIns="0" anchor="ctr">
            <a:spAutoFit/>
          </a:bodyPr>
          <a:lstStyle/>
          <a:p>
            <a:pPr algn="l">
              <a:spcAft>
                <a:spcPts val="0"/>
              </a:spcAft>
            </a:pPr>
            <a:r>
              <a:rPr sz="1350" b="0" i="0">
                <a:solidFill>
                  <a:srgbClr val="2B2B2B"/>
                </a:solidFill>
                <a:latin typeface="Calibri"/>
              </a:rPr>
              <a:t>Cada 5 minutos son 288 corridas contra 1</a:t>
            </a:r>
          </a:p>
        </p:txBody>
      </p:sp>
      <p:sp>
        <p:nvSpPr>
          <p:cNvPr id="18" name="TextBox 17"/>
          <p:cNvSpPr txBox="1"/>
          <p:nvPr/>
        </p:nvSpPr>
        <p:spPr>
          <a:xfrm>
            <a:off x="6291072" y="1975104"/>
            <a:ext cx="2340864" cy="475488"/>
          </a:xfrm>
          <a:prstGeom prst="rect">
            <a:avLst/>
          </a:prstGeom>
          <a:noFill/>
        </p:spPr>
        <p:txBody>
          <a:bodyPr wrap="square" lIns="0" rIns="0" tIns="0" bIns="0" anchor="ctr">
            <a:spAutoFit/>
          </a:bodyPr>
          <a:lstStyle/>
          <a:p>
            <a:pPr algn="l">
              <a:spcAft>
                <a:spcPts val="0"/>
              </a:spcAft>
            </a:pPr>
            <a:r>
              <a:rPr sz="1350" b="0" i="0">
                <a:solidFill>
                  <a:srgbClr val="2B2B2B"/>
                </a:solidFill>
                <a:latin typeface="Calibri"/>
              </a:rPr>
              <a:t>Fijar la latencia primero</a:t>
            </a:r>
          </a:p>
        </p:txBody>
      </p:sp>
      <p:sp>
        <p:nvSpPr>
          <p:cNvPr id="19" name="Rectangle 18"/>
          <p:cNvSpPr/>
          <p:nvPr/>
        </p:nvSpPr>
        <p:spPr>
          <a:xfrm>
            <a:off x="457200" y="2450592"/>
            <a:ext cx="822960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2450592"/>
            <a:ext cx="2157984" cy="475488"/>
          </a:xfrm>
          <a:prstGeom prst="rect">
            <a:avLst/>
          </a:prstGeom>
          <a:noFill/>
        </p:spPr>
        <p:txBody>
          <a:bodyPr wrap="square" lIns="0" rIns="0" tIns="0" bIns="0" anchor="ctr">
            <a:spAutoFit/>
          </a:bodyPr>
          <a:lstStyle/>
          <a:p>
            <a:pPr algn="l">
              <a:spcAft>
                <a:spcPts val="0"/>
              </a:spcAft>
            </a:pPr>
            <a:r>
              <a:rPr sz="1350" b="1" i="0">
                <a:solidFill>
                  <a:srgbClr val="6B4CE6"/>
                </a:solidFill>
                <a:latin typeface="Calibri"/>
              </a:rPr>
              <a:t>Control sin acción</a:t>
            </a:r>
          </a:p>
        </p:txBody>
      </p:sp>
      <p:sp>
        <p:nvSpPr>
          <p:cNvPr id="21" name="TextBox 20"/>
          <p:cNvSpPr txBox="1"/>
          <p:nvPr/>
        </p:nvSpPr>
        <p:spPr>
          <a:xfrm>
            <a:off x="2816352" y="2450592"/>
            <a:ext cx="3346703" cy="475488"/>
          </a:xfrm>
          <a:prstGeom prst="rect">
            <a:avLst/>
          </a:prstGeom>
          <a:noFill/>
        </p:spPr>
        <p:txBody>
          <a:bodyPr wrap="square" lIns="0" rIns="0" tIns="0" bIns="0" anchor="ctr">
            <a:spAutoFit/>
          </a:bodyPr>
          <a:lstStyle/>
          <a:p>
            <a:pPr algn="l">
              <a:spcAft>
                <a:spcPts val="0"/>
              </a:spcAft>
            </a:pPr>
            <a:r>
              <a:rPr sz="1350" b="0" i="0">
                <a:solidFill>
                  <a:srgbClr val="2B2B2B"/>
                </a:solidFill>
                <a:latin typeface="Calibri"/>
              </a:rPr>
              <a:t>Detecta, pero nadie sabe qué hacer</a:t>
            </a:r>
          </a:p>
        </p:txBody>
      </p:sp>
      <p:sp>
        <p:nvSpPr>
          <p:cNvPr id="22" name="TextBox 21"/>
          <p:cNvSpPr txBox="1"/>
          <p:nvPr/>
        </p:nvSpPr>
        <p:spPr>
          <a:xfrm>
            <a:off x="6291072" y="2450592"/>
            <a:ext cx="2340864" cy="475488"/>
          </a:xfrm>
          <a:prstGeom prst="rect">
            <a:avLst/>
          </a:prstGeom>
          <a:noFill/>
        </p:spPr>
        <p:txBody>
          <a:bodyPr wrap="square" lIns="0" rIns="0" tIns="0" bIns="0" anchor="ctr">
            <a:spAutoFit/>
          </a:bodyPr>
          <a:lstStyle/>
          <a:p>
            <a:pPr algn="l">
              <a:spcAft>
                <a:spcPts val="0"/>
              </a:spcAft>
            </a:pPr>
            <a:r>
              <a:rPr sz="1350" b="0" i="0">
                <a:solidFill>
                  <a:srgbClr val="2B2B2B"/>
                </a:solidFill>
                <a:latin typeface="Calibri"/>
              </a:rPr>
              <a:t>Acción y responsable en cada control</a:t>
            </a:r>
          </a:p>
        </p:txBody>
      </p:sp>
      <p:sp>
        <p:nvSpPr>
          <p:cNvPr id="23" name="Rectangle 22"/>
          <p:cNvSpPr/>
          <p:nvPr/>
        </p:nvSpPr>
        <p:spPr>
          <a:xfrm>
            <a:off x="457200" y="2926080"/>
            <a:ext cx="8229600" cy="475488"/>
          </a:xfrm>
          <a:prstGeom prst="rect">
            <a:avLst/>
          </a:prstGeom>
          <a:solidFill>
            <a:srgbClr val="EFE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2926080"/>
            <a:ext cx="2157984" cy="475488"/>
          </a:xfrm>
          <a:prstGeom prst="rect">
            <a:avLst/>
          </a:prstGeom>
          <a:noFill/>
        </p:spPr>
        <p:txBody>
          <a:bodyPr wrap="square" lIns="0" rIns="0" tIns="0" bIns="0" anchor="ctr">
            <a:spAutoFit/>
          </a:bodyPr>
          <a:lstStyle/>
          <a:p>
            <a:pPr algn="l">
              <a:spcAft>
                <a:spcPts val="0"/>
              </a:spcAft>
            </a:pPr>
            <a:r>
              <a:rPr sz="1350" b="1" i="0">
                <a:solidFill>
                  <a:srgbClr val="6B4CE6"/>
                </a:solidFill>
                <a:latin typeface="Calibri"/>
              </a:rPr>
              <a:t>Reintentos sin límite</a:t>
            </a:r>
          </a:p>
        </p:txBody>
      </p:sp>
      <p:sp>
        <p:nvSpPr>
          <p:cNvPr id="25" name="TextBox 24"/>
          <p:cNvSpPr txBox="1"/>
          <p:nvPr/>
        </p:nvSpPr>
        <p:spPr>
          <a:xfrm>
            <a:off x="2816352" y="2926080"/>
            <a:ext cx="3346703" cy="475488"/>
          </a:xfrm>
          <a:prstGeom prst="rect">
            <a:avLst/>
          </a:prstGeom>
          <a:noFill/>
        </p:spPr>
        <p:txBody>
          <a:bodyPr wrap="square" lIns="0" rIns="0" tIns="0" bIns="0" anchor="ctr">
            <a:spAutoFit/>
          </a:bodyPr>
          <a:lstStyle/>
          <a:p>
            <a:pPr algn="l">
              <a:spcAft>
                <a:spcPts val="0"/>
              </a:spcAft>
            </a:pPr>
            <a:r>
              <a:rPr sz="1350" b="0" i="0">
                <a:solidFill>
                  <a:srgbClr val="2B2B2B"/>
                </a:solidFill>
                <a:latin typeface="Calibri"/>
              </a:rPr>
              <a:t>Se agota la cuota de la fuente</a:t>
            </a:r>
          </a:p>
        </p:txBody>
      </p:sp>
      <p:sp>
        <p:nvSpPr>
          <p:cNvPr id="26" name="TextBox 25"/>
          <p:cNvSpPr txBox="1"/>
          <p:nvPr/>
        </p:nvSpPr>
        <p:spPr>
          <a:xfrm>
            <a:off x="6291072" y="2926080"/>
            <a:ext cx="2340864" cy="475488"/>
          </a:xfrm>
          <a:prstGeom prst="rect">
            <a:avLst/>
          </a:prstGeom>
          <a:noFill/>
        </p:spPr>
        <p:txBody>
          <a:bodyPr wrap="square" lIns="0" rIns="0" tIns="0" bIns="0" anchor="ctr">
            <a:spAutoFit/>
          </a:bodyPr>
          <a:lstStyle/>
          <a:p>
            <a:pPr algn="l">
              <a:spcAft>
                <a:spcPts val="0"/>
              </a:spcAft>
            </a:pPr>
            <a:r>
              <a:rPr sz="1350" b="0" i="0">
                <a:solidFill>
                  <a:srgbClr val="2B2B2B"/>
                </a:solidFill>
                <a:latin typeface="Calibri"/>
              </a:rPr>
              <a:t>Acotar y esperar más cada vez</a:t>
            </a:r>
          </a:p>
        </p:txBody>
      </p:sp>
      <p:sp>
        <p:nvSpPr>
          <p:cNvPr id="27" name="Rectangle 26"/>
          <p:cNvSpPr/>
          <p:nvPr/>
        </p:nvSpPr>
        <p:spPr>
          <a:xfrm>
            <a:off x="457200" y="3401568"/>
            <a:ext cx="822960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 y="3401568"/>
            <a:ext cx="2157984" cy="475488"/>
          </a:xfrm>
          <a:prstGeom prst="rect">
            <a:avLst/>
          </a:prstGeom>
          <a:noFill/>
        </p:spPr>
        <p:txBody>
          <a:bodyPr wrap="square" lIns="0" rIns="0" tIns="0" bIns="0" anchor="ctr">
            <a:spAutoFit/>
          </a:bodyPr>
          <a:lstStyle/>
          <a:p>
            <a:pPr algn="l">
              <a:spcAft>
                <a:spcPts val="0"/>
              </a:spcAft>
            </a:pPr>
            <a:r>
              <a:rPr sz="1350" b="1" i="0">
                <a:solidFill>
                  <a:srgbClr val="6B4CE6"/>
                </a:solidFill>
                <a:latin typeface="Calibri"/>
              </a:rPr>
              <a:t>Hora actual en la tarea</a:t>
            </a:r>
          </a:p>
        </p:txBody>
      </p:sp>
      <p:sp>
        <p:nvSpPr>
          <p:cNvPr id="29" name="TextBox 28"/>
          <p:cNvSpPr txBox="1"/>
          <p:nvPr/>
        </p:nvSpPr>
        <p:spPr>
          <a:xfrm>
            <a:off x="2816352" y="3401568"/>
            <a:ext cx="3346703" cy="475488"/>
          </a:xfrm>
          <a:prstGeom prst="rect">
            <a:avLst/>
          </a:prstGeom>
          <a:noFill/>
        </p:spPr>
        <p:txBody>
          <a:bodyPr wrap="square" lIns="0" rIns="0" tIns="0" bIns="0" anchor="ctr">
            <a:spAutoFit/>
          </a:bodyPr>
          <a:lstStyle/>
          <a:p>
            <a:pPr algn="l">
              <a:spcAft>
                <a:spcPts val="0"/>
              </a:spcAft>
            </a:pPr>
            <a:r>
              <a:rPr sz="1350" b="0" i="0">
                <a:solidFill>
                  <a:srgbClr val="2B2B2B"/>
                </a:solidFill>
                <a:latin typeface="Calibri"/>
              </a:rPr>
              <a:t>El reproceso da otro resultado</a:t>
            </a:r>
          </a:p>
        </p:txBody>
      </p:sp>
      <p:sp>
        <p:nvSpPr>
          <p:cNvPr id="30" name="TextBox 29"/>
          <p:cNvSpPr txBox="1"/>
          <p:nvPr/>
        </p:nvSpPr>
        <p:spPr>
          <a:xfrm>
            <a:off x="6291072" y="3401568"/>
            <a:ext cx="2340864" cy="475488"/>
          </a:xfrm>
          <a:prstGeom prst="rect">
            <a:avLst/>
          </a:prstGeom>
          <a:noFill/>
        </p:spPr>
        <p:txBody>
          <a:bodyPr wrap="square" lIns="0" rIns="0" tIns="0" bIns="0" anchor="ctr">
            <a:spAutoFit/>
          </a:bodyPr>
          <a:lstStyle/>
          <a:p>
            <a:pPr algn="l">
              <a:spcAft>
                <a:spcPts val="0"/>
              </a:spcAft>
            </a:pPr>
            <a:r>
              <a:rPr sz="1350" b="0" i="0">
                <a:solidFill>
                  <a:srgbClr val="2B2B2B"/>
                </a:solidFill>
                <a:latin typeface="Calibri"/>
              </a:rPr>
              <a:t>Usar la fecha de la corrida</a:t>
            </a:r>
          </a:p>
        </p:txBody>
      </p:sp>
      <p:sp>
        <p:nvSpPr>
          <p:cNvPr id="31" name="Rectangle 30"/>
          <p:cNvSpPr/>
          <p:nvPr/>
        </p:nvSpPr>
        <p:spPr>
          <a:xfrm>
            <a:off x="457200" y="3877056"/>
            <a:ext cx="8229600" cy="475488"/>
          </a:xfrm>
          <a:prstGeom prst="rect">
            <a:avLst/>
          </a:prstGeom>
          <a:solidFill>
            <a:srgbClr val="EFE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0352" y="3877056"/>
            <a:ext cx="2157984" cy="475488"/>
          </a:xfrm>
          <a:prstGeom prst="rect">
            <a:avLst/>
          </a:prstGeom>
          <a:noFill/>
        </p:spPr>
        <p:txBody>
          <a:bodyPr wrap="square" lIns="0" rIns="0" tIns="0" bIns="0" anchor="ctr">
            <a:spAutoFit/>
          </a:bodyPr>
          <a:lstStyle/>
          <a:p>
            <a:pPr algn="l">
              <a:spcAft>
                <a:spcPts val="0"/>
              </a:spcAft>
            </a:pPr>
            <a:r>
              <a:rPr sz="1350" b="1" i="0">
                <a:solidFill>
                  <a:srgbClr val="6B4CE6"/>
                </a:solidFill>
                <a:latin typeface="Calibri"/>
              </a:rPr>
              <a:t>Tablas por el mensaje entre tareas</a:t>
            </a:r>
          </a:p>
        </p:txBody>
      </p:sp>
      <p:sp>
        <p:nvSpPr>
          <p:cNvPr id="33" name="TextBox 32"/>
          <p:cNvSpPr txBox="1"/>
          <p:nvPr/>
        </p:nvSpPr>
        <p:spPr>
          <a:xfrm>
            <a:off x="2816352" y="3877056"/>
            <a:ext cx="3346703" cy="475488"/>
          </a:xfrm>
          <a:prstGeom prst="rect">
            <a:avLst/>
          </a:prstGeom>
          <a:noFill/>
        </p:spPr>
        <p:txBody>
          <a:bodyPr wrap="square" lIns="0" rIns="0" tIns="0" bIns="0" anchor="ctr">
            <a:spAutoFit/>
          </a:bodyPr>
          <a:lstStyle/>
          <a:p>
            <a:pPr algn="l">
              <a:spcAft>
                <a:spcPts val="0"/>
              </a:spcAft>
            </a:pPr>
            <a:r>
              <a:rPr sz="1350" b="0" i="0">
                <a:solidFill>
                  <a:srgbClr val="2B2B2B"/>
                </a:solidFill>
                <a:latin typeface="Calibri"/>
              </a:rPr>
              <a:t>Se llena la base de metadatos</a:t>
            </a:r>
          </a:p>
        </p:txBody>
      </p:sp>
      <p:sp>
        <p:nvSpPr>
          <p:cNvPr id="34" name="TextBox 33"/>
          <p:cNvSpPr txBox="1"/>
          <p:nvPr/>
        </p:nvSpPr>
        <p:spPr>
          <a:xfrm>
            <a:off x="6291072" y="3877056"/>
            <a:ext cx="2340864" cy="475488"/>
          </a:xfrm>
          <a:prstGeom prst="rect">
            <a:avLst/>
          </a:prstGeom>
          <a:noFill/>
        </p:spPr>
        <p:txBody>
          <a:bodyPr wrap="square" lIns="0" rIns="0" tIns="0" bIns="0" anchor="ctr">
            <a:spAutoFit/>
          </a:bodyPr>
          <a:lstStyle/>
          <a:p>
            <a:pPr algn="l">
              <a:spcAft>
                <a:spcPts val="0"/>
              </a:spcAft>
            </a:pPr>
            <a:r>
              <a:rPr sz="1350" b="0" i="0">
                <a:solidFill>
                  <a:srgbClr val="2B2B2B"/>
                </a:solidFill>
                <a:latin typeface="Calibri"/>
              </a:rPr>
              <a:t>Pasar rutas y conteos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D0D14"/>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4 · TRABAJO EN EQUIPOS</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FFFFFF"/>
                </a:solidFill>
                <a:latin typeface="Calibri"/>
              </a:rPr>
              <a:t>El desafío: </a:t>
            </a:r>
            <a:r>
              <a:rPr sz="3200" b="1" i="0">
                <a:solidFill>
                  <a:srgbClr val="A48AFB"/>
                </a:solidFill>
                <a:latin typeface="Calibri"/>
              </a:rPr>
              <a:t>cómo se trabaja</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8888A8"/>
                </a:solidFill>
                <a:latin typeface="Calibri"/>
              </a:rPr>
              <a:t>27</a:t>
            </a:r>
          </a:p>
        </p:txBody>
      </p:sp>
      <p:sp>
        <p:nvSpPr>
          <p:cNvPr id="7" name="Rounded Rectangle 6"/>
          <p:cNvSpPr/>
          <p:nvPr/>
        </p:nvSpPr>
        <p:spPr>
          <a:xfrm>
            <a:off x="457200" y="1280160"/>
            <a:ext cx="1965960" cy="1280160"/>
          </a:xfrm>
          <a:prstGeom prst="roundRect">
            <a:avLst>
              <a:gd name="adj" fmla="val 6428"/>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280160"/>
            <a:ext cx="1819656" cy="1280160"/>
          </a:xfrm>
          <a:prstGeom prst="rect">
            <a:avLst/>
          </a:prstGeom>
          <a:noFill/>
        </p:spPr>
        <p:txBody>
          <a:bodyPr wrap="square" lIns="0" rIns="0" tIns="0" bIns="0" anchor="ctr">
            <a:spAutoFit/>
          </a:bodyPr>
          <a:lstStyle/>
          <a:p>
            <a:pPr algn="ctr">
              <a:spcAft>
                <a:spcPts val="0"/>
              </a:spcAft>
            </a:pPr>
            <a:r>
              <a:rPr sz="1500" b="0" i="0">
                <a:solidFill>
                  <a:srgbClr val="F0F0F8"/>
                </a:solidFill>
                <a:latin typeface="Calibri"/>
              </a:rPr>
              <a:t/>
            </a:r>
          </a:p>
        </p:txBody>
      </p:sp>
      <p:sp>
        <p:nvSpPr>
          <p:cNvPr id="9" name="TextBox 8"/>
          <p:cNvSpPr txBox="1"/>
          <p:nvPr/>
        </p:nvSpPr>
        <p:spPr>
          <a:xfrm>
            <a:off x="566928" y="1371600"/>
            <a:ext cx="1783080" cy="365760"/>
          </a:xfrm>
          <a:prstGeom prst="rect">
            <a:avLst/>
          </a:prstGeom>
          <a:noFill/>
        </p:spPr>
        <p:txBody>
          <a:bodyPr wrap="square" lIns="0" rIns="0" tIns="0" bIns="0" anchor="t">
            <a:spAutoFit/>
          </a:bodyPr>
          <a:lstStyle/>
          <a:p>
            <a:pPr algn="l">
              <a:spcAft>
                <a:spcPts val="0"/>
              </a:spcAft>
            </a:pPr>
            <a:r>
              <a:rPr sz="1500" b="1" i="0">
                <a:solidFill>
                  <a:srgbClr val="A48AFB"/>
                </a:solidFill>
                <a:latin typeface="Calibri"/>
              </a:rPr>
              <a:t>Arquitectura</a:t>
            </a:r>
          </a:p>
        </p:txBody>
      </p:sp>
      <p:sp>
        <p:nvSpPr>
          <p:cNvPr id="10" name="TextBox 9"/>
          <p:cNvSpPr txBox="1"/>
          <p:nvPr/>
        </p:nvSpPr>
        <p:spPr>
          <a:xfrm>
            <a:off x="566928" y="1783080"/>
            <a:ext cx="1783080" cy="731520"/>
          </a:xfrm>
          <a:prstGeom prst="rect">
            <a:avLst/>
          </a:prstGeom>
          <a:noFill/>
        </p:spPr>
        <p:txBody>
          <a:bodyPr wrap="square" lIns="0" rIns="0" tIns="0" bIns="0" anchor="t">
            <a:spAutoFit/>
          </a:bodyPr>
          <a:lstStyle/>
          <a:p>
            <a:pPr algn="l">
              <a:spcAft>
                <a:spcPts val="0"/>
              </a:spcAft>
            </a:pPr>
            <a:r>
              <a:rPr sz="1350" b="0" i="0">
                <a:solidFill>
                  <a:srgbClr val="F0F0F8"/>
                </a:solidFill>
                <a:latin typeface="Calibri"/>
              </a:rPr>
              <a:t>Diseña la DAG</a:t>
            </a:r>
          </a:p>
        </p:txBody>
      </p:sp>
      <p:sp>
        <p:nvSpPr>
          <p:cNvPr id="11" name="Rounded Rectangle 10"/>
          <p:cNvSpPr/>
          <p:nvPr/>
        </p:nvSpPr>
        <p:spPr>
          <a:xfrm>
            <a:off x="2560320" y="1280160"/>
            <a:ext cx="1965960" cy="1280160"/>
          </a:xfrm>
          <a:prstGeom prst="roundRect">
            <a:avLst>
              <a:gd name="adj" fmla="val 6428"/>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33472" y="1280160"/>
            <a:ext cx="1819656" cy="1280160"/>
          </a:xfrm>
          <a:prstGeom prst="rect">
            <a:avLst/>
          </a:prstGeom>
          <a:noFill/>
        </p:spPr>
        <p:txBody>
          <a:bodyPr wrap="square" lIns="0" rIns="0" tIns="0" bIns="0" anchor="ctr">
            <a:spAutoFit/>
          </a:bodyPr>
          <a:lstStyle/>
          <a:p>
            <a:pPr algn="ctr">
              <a:spcAft>
                <a:spcPts val="0"/>
              </a:spcAft>
            </a:pPr>
            <a:r>
              <a:rPr sz="1500" b="0" i="0">
                <a:solidFill>
                  <a:srgbClr val="F0F0F8"/>
                </a:solidFill>
                <a:latin typeface="Calibri"/>
              </a:rPr>
              <a:t/>
            </a:r>
          </a:p>
        </p:txBody>
      </p:sp>
      <p:sp>
        <p:nvSpPr>
          <p:cNvPr id="13" name="TextBox 12"/>
          <p:cNvSpPr txBox="1"/>
          <p:nvPr/>
        </p:nvSpPr>
        <p:spPr>
          <a:xfrm>
            <a:off x="2670048" y="1371600"/>
            <a:ext cx="1783080" cy="365760"/>
          </a:xfrm>
          <a:prstGeom prst="rect">
            <a:avLst/>
          </a:prstGeom>
          <a:noFill/>
        </p:spPr>
        <p:txBody>
          <a:bodyPr wrap="square" lIns="0" rIns="0" tIns="0" bIns="0" anchor="t">
            <a:spAutoFit/>
          </a:bodyPr>
          <a:lstStyle/>
          <a:p>
            <a:pPr algn="l">
              <a:spcAft>
                <a:spcPts val="0"/>
              </a:spcAft>
            </a:pPr>
            <a:r>
              <a:rPr sz="1500" b="1" i="0">
                <a:solidFill>
                  <a:srgbClr val="A48AFB"/>
                </a:solidFill>
                <a:latin typeface="Calibri"/>
              </a:rPr>
              <a:t>Operación</a:t>
            </a:r>
          </a:p>
        </p:txBody>
      </p:sp>
      <p:sp>
        <p:nvSpPr>
          <p:cNvPr id="14" name="TextBox 13"/>
          <p:cNvSpPr txBox="1"/>
          <p:nvPr/>
        </p:nvSpPr>
        <p:spPr>
          <a:xfrm>
            <a:off x="2670048" y="1783080"/>
            <a:ext cx="1783080" cy="731520"/>
          </a:xfrm>
          <a:prstGeom prst="rect">
            <a:avLst/>
          </a:prstGeom>
          <a:noFill/>
        </p:spPr>
        <p:txBody>
          <a:bodyPr wrap="square" lIns="0" rIns="0" tIns="0" bIns="0" anchor="t">
            <a:spAutoFit/>
          </a:bodyPr>
          <a:lstStyle/>
          <a:p>
            <a:pPr algn="l">
              <a:spcAft>
                <a:spcPts val="0"/>
              </a:spcAft>
            </a:pPr>
            <a:r>
              <a:rPr sz="1350" b="0" i="0">
                <a:solidFill>
                  <a:srgbClr val="F0F0F8"/>
                </a:solidFill>
                <a:latin typeface="Calibri"/>
              </a:rPr>
              <a:t>Piensa cómo se opera y se recupera</a:t>
            </a:r>
          </a:p>
        </p:txBody>
      </p:sp>
      <p:sp>
        <p:nvSpPr>
          <p:cNvPr id="15" name="Rounded Rectangle 14"/>
          <p:cNvSpPr/>
          <p:nvPr/>
        </p:nvSpPr>
        <p:spPr>
          <a:xfrm>
            <a:off x="4663440" y="1280160"/>
            <a:ext cx="1965960" cy="1280160"/>
          </a:xfrm>
          <a:prstGeom prst="roundRect">
            <a:avLst>
              <a:gd name="adj" fmla="val 6428"/>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36592" y="1280160"/>
            <a:ext cx="1819656" cy="1280160"/>
          </a:xfrm>
          <a:prstGeom prst="rect">
            <a:avLst/>
          </a:prstGeom>
          <a:noFill/>
        </p:spPr>
        <p:txBody>
          <a:bodyPr wrap="square" lIns="0" rIns="0" tIns="0" bIns="0" anchor="ctr">
            <a:spAutoFit/>
          </a:bodyPr>
          <a:lstStyle/>
          <a:p>
            <a:pPr algn="ctr">
              <a:spcAft>
                <a:spcPts val="0"/>
              </a:spcAft>
            </a:pPr>
            <a:r>
              <a:rPr sz="1500" b="0" i="0">
                <a:solidFill>
                  <a:srgbClr val="F0F0F8"/>
                </a:solidFill>
                <a:latin typeface="Calibri"/>
              </a:rPr>
              <a:t/>
            </a:r>
          </a:p>
        </p:txBody>
      </p:sp>
      <p:sp>
        <p:nvSpPr>
          <p:cNvPr id="17" name="TextBox 16"/>
          <p:cNvSpPr txBox="1"/>
          <p:nvPr/>
        </p:nvSpPr>
        <p:spPr>
          <a:xfrm>
            <a:off x="4773168" y="1371600"/>
            <a:ext cx="1783080" cy="365760"/>
          </a:xfrm>
          <a:prstGeom prst="rect">
            <a:avLst/>
          </a:prstGeom>
          <a:noFill/>
        </p:spPr>
        <p:txBody>
          <a:bodyPr wrap="square" lIns="0" rIns="0" tIns="0" bIns="0" anchor="t">
            <a:spAutoFit/>
          </a:bodyPr>
          <a:lstStyle/>
          <a:p>
            <a:pPr algn="l">
              <a:spcAft>
                <a:spcPts val="0"/>
              </a:spcAft>
            </a:pPr>
            <a:r>
              <a:rPr sz="1500" b="1" i="0">
                <a:solidFill>
                  <a:srgbClr val="A48AFB"/>
                </a:solidFill>
                <a:latin typeface="Calibri"/>
              </a:rPr>
              <a:t>Gobierno</a:t>
            </a:r>
          </a:p>
        </p:txBody>
      </p:sp>
      <p:sp>
        <p:nvSpPr>
          <p:cNvPr id="18" name="TextBox 17"/>
          <p:cNvSpPr txBox="1"/>
          <p:nvPr/>
        </p:nvSpPr>
        <p:spPr>
          <a:xfrm>
            <a:off x="4773168" y="1783080"/>
            <a:ext cx="1783080" cy="731520"/>
          </a:xfrm>
          <a:prstGeom prst="rect">
            <a:avLst/>
          </a:prstGeom>
          <a:noFill/>
        </p:spPr>
        <p:txBody>
          <a:bodyPr wrap="square" lIns="0" rIns="0" tIns="0" bIns="0" anchor="t">
            <a:spAutoFit/>
          </a:bodyPr>
          <a:lstStyle/>
          <a:p>
            <a:pPr algn="l">
              <a:spcAft>
                <a:spcPts val="0"/>
              </a:spcAft>
            </a:pPr>
            <a:r>
              <a:rPr sz="1350" b="0" i="0">
                <a:solidFill>
                  <a:srgbClr val="F0F0F8"/>
                </a:solidFill>
                <a:latin typeface="Calibri"/>
              </a:rPr>
              <a:t>Cuida el contrato, lo sensible y los responsables</a:t>
            </a:r>
          </a:p>
        </p:txBody>
      </p:sp>
      <p:sp>
        <p:nvSpPr>
          <p:cNvPr id="19" name="Rounded Rectangle 18"/>
          <p:cNvSpPr/>
          <p:nvPr/>
        </p:nvSpPr>
        <p:spPr>
          <a:xfrm>
            <a:off x="6766559" y="1280160"/>
            <a:ext cx="1965960" cy="1280160"/>
          </a:xfrm>
          <a:prstGeom prst="roundRect">
            <a:avLst>
              <a:gd name="adj" fmla="val 6428"/>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1280160"/>
            <a:ext cx="1819656" cy="1280160"/>
          </a:xfrm>
          <a:prstGeom prst="rect">
            <a:avLst/>
          </a:prstGeom>
          <a:noFill/>
        </p:spPr>
        <p:txBody>
          <a:bodyPr wrap="square" lIns="0" rIns="0" tIns="0" bIns="0" anchor="ctr">
            <a:spAutoFit/>
          </a:bodyPr>
          <a:lstStyle/>
          <a:p>
            <a:pPr algn="ctr">
              <a:spcAft>
                <a:spcPts val="0"/>
              </a:spcAft>
            </a:pPr>
            <a:r>
              <a:rPr sz="1500" b="0" i="0">
                <a:solidFill>
                  <a:srgbClr val="F0F0F8"/>
                </a:solidFill>
                <a:latin typeface="Calibri"/>
              </a:rPr>
              <a:t/>
            </a:r>
          </a:p>
        </p:txBody>
      </p:sp>
      <p:sp>
        <p:nvSpPr>
          <p:cNvPr id="21" name="TextBox 20"/>
          <p:cNvSpPr txBox="1"/>
          <p:nvPr/>
        </p:nvSpPr>
        <p:spPr>
          <a:xfrm>
            <a:off x="6876288" y="1371600"/>
            <a:ext cx="1783080" cy="365760"/>
          </a:xfrm>
          <a:prstGeom prst="rect">
            <a:avLst/>
          </a:prstGeom>
          <a:noFill/>
        </p:spPr>
        <p:txBody>
          <a:bodyPr wrap="square" lIns="0" rIns="0" tIns="0" bIns="0" anchor="t">
            <a:spAutoFit/>
          </a:bodyPr>
          <a:lstStyle/>
          <a:p>
            <a:pPr algn="l">
              <a:spcAft>
                <a:spcPts val="0"/>
              </a:spcAft>
            </a:pPr>
            <a:r>
              <a:rPr sz="1500" b="1" i="0">
                <a:solidFill>
                  <a:srgbClr val="A48AFB"/>
                </a:solidFill>
                <a:latin typeface="Calibri"/>
              </a:rPr>
              <a:t>Revisión</a:t>
            </a:r>
          </a:p>
        </p:txBody>
      </p:sp>
      <p:sp>
        <p:nvSpPr>
          <p:cNvPr id="22" name="TextBox 21"/>
          <p:cNvSpPr txBox="1"/>
          <p:nvPr/>
        </p:nvSpPr>
        <p:spPr>
          <a:xfrm>
            <a:off x="6876288" y="1783080"/>
            <a:ext cx="1783080" cy="731520"/>
          </a:xfrm>
          <a:prstGeom prst="rect">
            <a:avLst/>
          </a:prstGeom>
          <a:noFill/>
        </p:spPr>
        <p:txBody>
          <a:bodyPr wrap="square" lIns="0" rIns="0" tIns="0" bIns="0" anchor="t">
            <a:spAutoFit/>
          </a:bodyPr>
          <a:lstStyle/>
          <a:p>
            <a:pPr algn="l">
              <a:spcAft>
                <a:spcPts val="0"/>
              </a:spcAft>
            </a:pPr>
            <a:r>
              <a:rPr sz="1350" b="0" i="0">
                <a:solidFill>
                  <a:srgbClr val="F0F0F8"/>
                </a:solidFill>
                <a:latin typeface="Calibri"/>
              </a:rPr>
              <a:t>Pregunta por evidencia</a:t>
            </a:r>
          </a:p>
        </p:txBody>
      </p:sp>
      <p:sp>
        <p:nvSpPr>
          <p:cNvPr id="23" name="Rounded Rectangle 22"/>
          <p:cNvSpPr/>
          <p:nvPr/>
        </p:nvSpPr>
        <p:spPr>
          <a:xfrm>
            <a:off x="457200" y="2834640"/>
            <a:ext cx="2560320" cy="731520"/>
          </a:xfrm>
          <a:prstGeom prst="roundRect">
            <a:avLst>
              <a:gd name="adj" fmla="val 11249"/>
            </a:avLst>
          </a:prstGeom>
          <a:solidFill>
            <a:srgbClr val="1E1650"/>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2834640"/>
            <a:ext cx="2414015" cy="731520"/>
          </a:xfrm>
          <a:prstGeom prst="rect">
            <a:avLst/>
          </a:prstGeom>
          <a:noFill/>
        </p:spPr>
        <p:txBody>
          <a:bodyPr wrap="square" lIns="0" rIns="0" tIns="0" bIns="0" anchor="ctr">
            <a:spAutoFit/>
          </a:bodyPr>
          <a:lstStyle/>
          <a:p>
            <a:pPr algn="ctr">
              <a:spcAft>
                <a:spcPts val="0"/>
              </a:spcAft>
            </a:pPr>
            <a:r>
              <a:rPr sz="1500" b="1" i="0">
                <a:solidFill>
                  <a:srgbClr val="F0F0F8"/>
                </a:solidFill>
                <a:latin typeface="Calibri"/>
              </a:rPr>
              <a:t>Una DAG comentada</a:t>
            </a:r>
          </a:p>
        </p:txBody>
      </p:sp>
      <p:sp>
        <p:nvSpPr>
          <p:cNvPr id="25" name="Rounded Rectangle 24"/>
          <p:cNvSpPr/>
          <p:nvPr/>
        </p:nvSpPr>
        <p:spPr>
          <a:xfrm>
            <a:off x="3291840" y="2834640"/>
            <a:ext cx="2560320" cy="731520"/>
          </a:xfrm>
          <a:prstGeom prst="roundRect">
            <a:avLst>
              <a:gd name="adj" fmla="val 11249"/>
            </a:avLst>
          </a:prstGeom>
          <a:solidFill>
            <a:srgbClr val="1E1650"/>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64992" y="2834640"/>
            <a:ext cx="2414015" cy="731520"/>
          </a:xfrm>
          <a:prstGeom prst="rect">
            <a:avLst/>
          </a:prstGeom>
          <a:noFill/>
        </p:spPr>
        <p:txBody>
          <a:bodyPr wrap="square" lIns="0" rIns="0" tIns="0" bIns="0" anchor="ctr">
            <a:spAutoFit/>
          </a:bodyPr>
          <a:lstStyle/>
          <a:p>
            <a:pPr algn="ctr">
              <a:spcAft>
                <a:spcPts val="0"/>
              </a:spcAft>
            </a:pPr>
            <a:r>
              <a:rPr sz="1500" b="1" i="0">
                <a:solidFill>
                  <a:srgbClr val="F0F0F8"/>
                </a:solidFill>
                <a:latin typeface="Calibri"/>
              </a:rPr>
              <a:t>Una matriz RACI breve</a:t>
            </a:r>
          </a:p>
        </p:txBody>
      </p:sp>
      <p:sp>
        <p:nvSpPr>
          <p:cNvPr id="27" name="Rounded Rectangle 26"/>
          <p:cNvSpPr/>
          <p:nvPr/>
        </p:nvSpPr>
        <p:spPr>
          <a:xfrm>
            <a:off x="6126480" y="2834640"/>
            <a:ext cx="2560320" cy="731520"/>
          </a:xfrm>
          <a:prstGeom prst="roundRect">
            <a:avLst>
              <a:gd name="adj" fmla="val 11249"/>
            </a:avLst>
          </a:prstGeom>
          <a:solidFill>
            <a:srgbClr val="1E1650"/>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99632" y="2834640"/>
            <a:ext cx="2414015" cy="731520"/>
          </a:xfrm>
          <a:prstGeom prst="rect">
            <a:avLst/>
          </a:prstGeom>
          <a:noFill/>
        </p:spPr>
        <p:txBody>
          <a:bodyPr wrap="square" lIns="0" rIns="0" tIns="0" bIns="0" anchor="ctr">
            <a:spAutoFit/>
          </a:bodyPr>
          <a:lstStyle/>
          <a:p>
            <a:pPr algn="ctr">
              <a:spcAft>
                <a:spcPts val="0"/>
              </a:spcAft>
            </a:pPr>
            <a:r>
              <a:rPr sz="1500" b="1" i="0">
                <a:solidFill>
                  <a:srgbClr val="F0F0F8"/>
                </a:solidFill>
                <a:latin typeface="Calibri"/>
              </a:rPr>
              <a:t>Controles bloqueantes y no bloqueantes</a:t>
            </a:r>
          </a:p>
        </p:txBody>
      </p:sp>
      <p:sp>
        <p:nvSpPr>
          <p:cNvPr id="29" name="Rounded Rectangle 28"/>
          <p:cNvSpPr/>
          <p:nvPr/>
        </p:nvSpPr>
        <p:spPr>
          <a:xfrm>
            <a:off x="457200" y="3840480"/>
            <a:ext cx="8229600" cy="640080"/>
          </a:xfrm>
          <a:prstGeom prst="roundRect">
            <a:avLst>
              <a:gd name="adj" fmla="val 12857"/>
            </a:avLst>
          </a:prstGeom>
          <a:solidFill>
            <a:srgbClr val="1E1650"/>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0352" y="3840480"/>
            <a:ext cx="8083296" cy="640080"/>
          </a:xfrm>
          <a:prstGeom prst="rect">
            <a:avLst/>
          </a:prstGeom>
          <a:noFill/>
        </p:spPr>
        <p:txBody>
          <a:bodyPr wrap="square" lIns="0" rIns="0" tIns="0" bIns="0" anchor="ctr">
            <a:spAutoFit/>
          </a:bodyPr>
          <a:lstStyle/>
          <a:p>
            <a:pPr algn="ctr">
              <a:spcAft>
                <a:spcPts val="0"/>
              </a:spcAft>
            </a:pPr>
            <a:r>
              <a:rPr sz="1725" b="1" i="0">
                <a:solidFill>
                  <a:srgbClr val="F0F0F8"/>
                </a:solidFill>
                <a:latin typeface="Calibri"/>
              </a:rPr>
              <a:t>Cada decisión incluye una alternativa que se descartó.</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2F0"/>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4 · LOS SIETE DESAFÍOS</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2B2B2B"/>
                </a:solidFill>
                <a:latin typeface="Calibri"/>
              </a:rPr>
              <a:t>Siete equipos, </a:t>
            </a:r>
            <a:r>
              <a:rPr sz="3200" b="1" i="0">
                <a:solidFill>
                  <a:srgbClr val="6B4CE6"/>
                </a:solidFill>
                <a:latin typeface="Calibri"/>
              </a:rPr>
              <a:t>siete desafíos</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6B6B85"/>
                </a:solidFill>
                <a:latin typeface="Calibri"/>
              </a:rPr>
              <a:t>28</a:t>
            </a:r>
          </a:p>
        </p:txBody>
      </p:sp>
      <p:sp>
        <p:nvSpPr>
          <p:cNvPr id="7" name="Rounded Rectangle 6"/>
          <p:cNvSpPr/>
          <p:nvPr/>
        </p:nvSpPr>
        <p:spPr>
          <a:xfrm>
            <a:off x="457200" y="1234440"/>
            <a:ext cx="1954530" cy="1508760"/>
          </a:xfrm>
          <a:prstGeom prst="roundRect">
            <a:avLst>
              <a:gd name="adj" fmla="val 5454"/>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48640" y="1325880"/>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25880"/>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1</a:t>
            </a:r>
          </a:p>
        </p:txBody>
      </p:sp>
      <p:sp>
        <p:nvSpPr>
          <p:cNvPr id="10" name="TextBox 9"/>
          <p:cNvSpPr txBox="1"/>
          <p:nvPr/>
        </p:nvSpPr>
        <p:spPr>
          <a:xfrm>
            <a:off x="914400" y="1298448"/>
            <a:ext cx="1424178" cy="411480"/>
          </a:xfrm>
          <a:prstGeom prst="rect">
            <a:avLst/>
          </a:prstGeom>
          <a:noFill/>
        </p:spPr>
        <p:txBody>
          <a:bodyPr wrap="square" lIns="0" rIns="0" tIns="0" bIns="0" anchor="ctr">
            <a:spAutoFit/>
          </a:bodyPr>
          <a:lstStyle/>
          <a:p>
            <a:pPr algn="l">
              <a:spcAft>
                <a:spcPts val="0"/>
              </a:spcAft>
            </a:pPr>
            <a:r>
              <a:rPr sz="1350" b="1" i="0">
                <a:solidFill>
                  <a:srgbClr val="6B4CE6"/>
                </a:solidFill>
                <a:latin typeface="Calibri"/>
              </a:rPr>
              <a:t>Indicadores diarios</a:t>
            </a:r>
          </a:p>
        </p:txBody>
      </p:sp>
      <p:sp>
        <p:nvSpPr>
          <p:cNvPr id="11" name="TextBox 10"/>
          <p:cNvSpPr txBox="1"/>
          <p:nvPr/>
        </p:nvSpPr>
        <p:spPr>
          <a:xfrm>
            <a:off x="566928" y="1764792"/>
            <a:ext cx="1735074" cy="941831"/>
          </a:xfrm>
          <a:prstGeom prst="rect">
            <a:avLst/>
          </a:prstGeom>
          <a:noFill/>
        </p:spPr>
        <p:txBody>
          <a:bodyPr wrap="square" lIns="0" rIns="0" tIns="0" bIns="0" anchor="t">
            <a:spAutoFit/>
          </a:bodyPr>
          <a:lstStyle/>
          <a:p>
            <a:pPr algn="l">
              <a:spcAft>
                <a:spcPts val="0"/>
              </a:spcAft>
            </a:pPr>
            <a:r>
              <a:rPr sz="1275" b="0" i="0">
                <a:solidFill>
                  <a:srgbClr val="2B2B2B"/>
                </a:solidFill>
                <a:latin typeface="Calibri"/>
              </a:rPr>
              <a:t>Dependencias y qué se publica si una fuente llega tarde.</a:t>
            </a:r>
          </a:p>
        </p:txBody>
      </p:sp>
      <p:sp>
        <p:nvSpPr>
          <p:cNvPr id="12" name="Rounded Rectangle 11"/>
          <p:cNvSpPr/>
          <p:nvPr/>
        </p:nvSpPr>
        <p:spPr>
          <a:xfrm>
            <a:off x="2548890" y="1234440"/>
            <a:ext cx="1954530" cy="1508760"/>
          </a:xfrm>
          <a:prstGeom prst="roundRect">
            <a:avLst>
              <a:gd name="adj" fmla="val 5454"/>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640330" y="1325880"/>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40330" y="1325880"/>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2</a:t>
            </a:r>
          </a:p>
        </p:txBody>
      </p:sp>
      <p:sp>
        <p:nvSpPr>
          <p:cNvPr id="15" name="TextBox 14"/>
          <p:cNvSpPr txBox="1"/>
          <p:nvPr/>
        </p:nvSpPr>
        <p:spPr>
          <a:xfrm>
            <a:off x="3006090" y="1298448"/>
            <a:ext cx="1424178" cy="411480"/>
          </a:xfrm>
          <a:prstGeom prst="rect">
            <a:avLst/>
          </a:prstGeom>
          <a:noFill/>
        </p:spPr>
        <p:txBody>
          <a:bodyPr wrap="square" lIns="0" rIns="0" tIns="0" bIns="0" anchor="ctr">
            <a:spAutoFit/>
          </a:bodyPr>
          <a:lstStyle/>
          <a:p>
            <a:pPr algn="l">
              <a:spcAft>
                <a:spcPts val="0"/>
              </a:spcAft>
            </a:pPr>
            <a:r>
              <a:rPr sz="1350" b="1" i="0">
                <a:solidFill>
                  <a:srgbClr val="6B4CE6"/>
                </a:solidFill>
                <a:latin typeface="Calibri"/>
              </a:rPr>
              <a:t>Alertas durante el día</a:t>
            </a:r>
          </a:p>
        </p:txBody>
      </p:sp>
      <p:sp>
        <p:nvSpPr>
          <p:cNvPr id="16" name="TextBox 15"/>
          <p:cNvSpPr txBox="1"/>
          <p:nvPr/>
        </p:nvSpPr>
        <p:spPr>
          <a:xfrm>
            <a:off x="2658618" y="1764792"/>
            <a:ext cx="1735074" cy="941831"/>
          </a:xfrm>
          <a:prstGeom prst="rect">
            <a:avLst/>
          </a:prstGeom>
          <a:noFill/>
        </p:spPr>
        <p:txBody>
          <a:bodyPr wrap="square" lIns="0" rIns="0" tIns="0" bIns="0" anchor="t">
            <a:spAutoFit/>
          </a:bodyPr>
          <a:lstStyle/>
          <a:p>
            <a:pPr algn="l">
              <a:spcAft>
                <a:spcPts val="0"/>
              </a:spcAft>
            </a:pPr>
            <a:r>
              <a:rPr sz="1275" b="0" i="0">
                <a:solidFill>
                  <a:srgbClr val="2B2B2B"/>
                </a:solidFill>
                <a:latin typeface="Calibri"/>
              </a:rPr>
              <a:t>La frecuencia sale del requisito de latencia.</a:t>
            </a:r>
          </a:p>
        </p:txBody>
      </p:sp>
      <p:sp>
        <p:nvSpPr>
          <p:cNvPr id="17" name="Rounded Rectangle 16"/>
          <p:cNvSpPr/>
          <p:nvPr/>
        </p:nvSpPr>
        <p:spPr>
          <a:xfrm>
            <a:off x="4640580" y="1234440"/>
            <a:ext cx="1954530" cy="1508760"/>
          </a:xfrm>
          <a:prstGeom prst="roundRect">
            <a:avLst>
              <a:gd name="adj" fmla="val 5454"/>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732020" y="1325880"/>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32020" y="1325880"/>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3</a:t>
            </a:r>
          </a:p>
        </p:txBody>
      </p:sp>
      <p:sp>
        <p:nvSpPr>
          <p:cNvPr id="20" name="TextBox 19"/>
          <p:cNvSpPr txBox="1"/>
          <p:nvPr/>
        </p:nvSpPr>
        <p:spPr>
          <a:xfrm>
            <a:off x="5097780" y="1298448"/>
            <a:ext cx="1424178" cy="411480"/>
          </a:xfrm>
          <a:prstGeom prst="rect">
            <a:avLst/>
          </a:prstGeom>
          <a:noFill/>
        </p:spPr>
        <p:txBody>
          <a:bodyPr wrap="square" lIns="0" rIns="0" tIns="0" bIns="0" anchor="ctr">
            <a:spAutoFit/>
          </a:bodyPr>
          <a:lstStyle/>
          <a:p>
            <a:pPr algn="l">
              <a:spcAft>
                <a:spcPts val="0"/>
              </a:spcAft>
            </a:pPr>
            <a:r>
              <a:rPr sz="1350" b="1" i="0">
                <a:solidFill>
                  <a:srgbClr val="6B4CE6"/>
                </a:solidFill>
                <a:latin typeface="Calibri"/>
              </a:rPr>
              <a:t>Archivo tarde o repetido</a:t>
            </a:r>
          </a:p>
        </p:txBody>
      </p:sp>
      <p:sp>
        <p:nvSpPr>
          <p:cNvPr id="21" name="TextBox 20"/>
          <p:cNvSpPr txBox="1"/>
          <p:nvPr/>
        </p:nvSpPr>
        <p:spPr>
          <a:xfrm>
            <a:off x="4750308" y="1764792"/>
            <a:ext cx="1735074" cy="941831"/>
          </a:xfrm>
          <a:prstGeom prst="rect">
            <a:avLst/>
          </a:prstGeom>
          <a:noFill/>
        </p:spPr>
        <p:txBody>
          <a:bodyPr wrap="square" lIns="0" rIns="0" tIns="0" bIns="0" anchor="t">
            <a:spAutoFit/>
          </a:bodyPr>
          <a:lstStyle/>
          <a:p>
            <a:pPr algn="l">
              <a:spcAft>
                <a:spcPts val="0"/>
              </a:spcAft>
            </a:pPr>
            <a:r>
              <a:rPr sz="1275" b="0" i="0">
                <a:solidFill>
                  <a:srgbClr val="2B2B2B"/>
                </a:solidFill>
                <a:latin typeface="Calibri"/>
              </a:rPr>
              <a:t>Sensor, versión del archivo e idempotencia.</a:t>
            </a:r>
          </a:p>
        </p:txBody>
      </p:sp>
      <p:sp>
        <p:nvSpPr>
          <p:cNvPr id="22" name="Rounded Rectangle 21"/>
          <p:cNvSpPr/>
          <p:nvPr/>
        </p:nvSpPr>
        <p:spPr>
          <a:xfrm>
            <a:off x="6732270" y="1234440"/>
            <a:ext cx="1954530" cy="1508760"/>
          </a:xfrm>
          <a:prstGeom prst="roundRect">
            <a:avLst>
              <a:gd name="adj" fmla="val 5454"/>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823710" y="1325880"/>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23710" y="1325880"/>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4</a:t>
            </a:r>
          </a:p>
        </p:txBody>
      </p:sp>
      <p:sp>
        <p:nvSpPr>
          <p:cNvPr id="25" name="TextBox 24"/>
          <p:cNvSpPr txBox="1"/>
          <p:nvPr/>
        </p:nvSpPr>
        <p:spPr>
          <a:xfrm>
            <a:off x="7189470" y="1298448"/>
            <a:ext cx="1424178" cy="411480"/>
          </a:xfrm>
          <a:prstGeom prst="rect">
            <a:avLst/>
          </a:prstGeom>
          <a:noFill/>
        </p:spPr>
        <p:txBody>
          <a:bodyPr wrap="square" lIns="0" rIns="0" tIns="0" bIns="0" anchor="ctr">
            <a:spAutoFit/>
          </a:bodyPr>
          <a:lstStyle/>
          <a:p>
            <a:pPr algn="l">
              <a:spcAft>
                <a:spcPts val="0"/>
              </a:spcAft>
            </a:pPr>
            <a:r>
              <a:rPr sz="1350" b="1" i="0">
                <a:solidFill>
                  <a:srgbClr val="6B4CE6"/>
                </a:solidFill>
                <a:latin typeface="Calibri"/>
              </a:rPr>
              <a:t>API con límite y caídas</a:t>
            </a:r>
          </a:p>
        </p:txBody>
      </p:sp>
      <p:sp>
        <p:nvSpPr>
          <p:cNvPr id="26" name="TextBox 25"/>
          <p:cNvSpPr txBox="1"/>
          <p:nvPr/>
        </p:nvSpPr>
        <p:spPr>
          <a:xfrm>
            <a:off x="6841998" y="1764792"/>
            <a:ext cx="1735074" cy="941831"/>
          </a:xfrm>
          <a:prstGeom prst="rect">
            <a:avLst/>
          </a:prstGeom>
          <a:noFill/>
        </p:spPr>
        <p:txBody>
          <a:bodyPr wrap="square" lIns="0" rIns="0" tIns="0" bIns="0" anchor="t">
            <a:spAutoFit/>
          </a:bodyPr>
          <a:lstStyle/>
          <a:p>
            <a:pPr algn="l">
              <a:spcAft>
                <a:spcPts val="0"/>
              </a:spcAft>
            </a:pPr>
            <a:r>
              <a:rPr sz="1275" b="0" i="0">
                <a:solidFill>
                  <a:srgbClr val="2B2B2B"/>
                </a:solidFill>
                <a:latin typeface="Calibri"/>
              </a:rPr>
              <a:t>Reintentos, tandas y reproceso sin saturar.</a:t>
            </a:r>
          </a:p>
        </p:txBody>
      </p:sp>
      <p:sp>
        <p:nvSpPr>
          <p:cNvPr id="27" name="Rounded Rectangle 26"/>
          <p:cNvSpPr/>
          <p:nvPr/>
        </p:nvSpPr>
        <p:spPr>
          <a:xfrm>
            <a:off x="1503044" y="2880360"/>
            <a:ext cx="1954530" cy="1508760"/>
          </a:xfrm>
          <a:prstGeom prst="roundRect">
            <a:avLst>
              <a:gd name="adj" fmla="val 5454"/>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594485" y="2971800"/>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94485" y="2971800"/>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5</a:t>
            </a:r>
          </a:p>
        </p:txBody>
      </p:sp>
      <p:sp>
        <p:nvSpPr>
          <p:cNvPr id="30" name="TextBox 29"/>
          <p:cNvSpPr txBox="1"/>
          <p:nvPr/>
        </p:nvSpPr>
        <p:spPr>
          <a:xfrm>
            <a:off x="1960244" y="2944368"/>
            <a:ext cx="1424178" cy="411480"/>
          </a:xfrm>
          <a:prstGeom prst="rect">
            <a:avLst/>
          </a:prstGeom>
          <a:noFill/>
        </p:spPr>
        <p:txBody>
          <a:bodyPr wrap="square" lIns="0" rIns="0" tIns="0" bIns="0" anchor="ctr">
            <a:spAutoFit/>
          </a:bodyPr>
          <a:lstStyle/>
          <a:p>
            <a:pPr algn="l">
              <a:spcAft>
                <a:spcPts val="0"/>
              </a:spcAft>
            </a:pPr>
            <a:r>
              <a:rPr sz="1350" b="1" i="0">
                <a:solidFill>
                  <a:srgbClr val="6B4CE6"/>
                </a:solidFill>
                <a:latin typeface="Calibri"/>
              </a:rPr>
              <a:t>Datos sensibles</a:t>
            </a:r>
          </a:p>
        </p:txBody>
      </p:sp>
      <p:sp>
        <p:nvSpPr>
          <p:cNvPr id="31" name="TextBox 30"/>
          <p:cNvSpPr txBox="1"/>
          <p:nvPr/>
        </p:nvSpPr>
        <p:spPr>
          <a:xfrm>
            <a:off x="1612773" y="3410712"/>
            <a:ext cx="1735074" cy="941831"/>
          </a:xfrm>
          <a:prstGeom prst="rect">
            <a:avLst/>
          </a:prstGeom>
          <a:noFill/>
        </p:spPr>
        <p:txBody>
          <a:bodyPr wrap="square" lIns="0" rIns="0" tIns="0" bIns="0" anchor="t">
            <a:spAutoFit/>
          </a:bodyPr>
          <a:lstStyle/>
          <a:p>
            <a:pPr algn="l">
              <a:spcAft>
                <a:spcPts val="0"/>
              </a:spcAft>
            </a:pPr>
            <a:r>
              <a:rPr sz="1275" b="0" i="0">
                <a:solidFill>
                  <a:srgbClr val="2B2B2B"/>
                </a:solidFill>
                <a:latin typeface="Calibri"/>
              </a:rPr>
              <a:t>Clasificar, enmascarar y registrar accesos.</a:t>
            </a:r>
          </a:p>
        </p:txBody>
      </p:sp>
      <p:sp>
        <p:nvSpPr>
          <p:cNvPr id="32" name="Rounded Rectangle 31"/>
          <p:cNvSpPr/>
          <p:nvPr/>
        </p:nvSpPr>
        <p:spPr>
          <a:xfrm>
            <a:off x="3594735" y="2880360"/>
            <a:ext cx="1954530" cy="1508760"/>
          </a:xfrm>
          <a:prstGeom prst="roundRect">
            <a:avLst>
              <a:gd name="adj" fmla="val 5454"/>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686175" y="2971800"/>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86175" y="2971800"/>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6</a:t>
            </a:r>
          </a:p>
        </p:txBody>
      </p:sp>
      <p:sp>
        <p:nvSpPr>
          <p:cNvPr id="35" name="TextBox 34"/>
          <p:cNvSpPr txBox="1"/>
          <p:nvPr/>
        </p:nvSpPr>
        <p:spPr>
          <a:xfrm>
            <a:off x="4051935" y="2944368"/>
            <a:ext cx="1424178" cy="411480"/>
          </a:xfrm>
          <a:prstGeom prst="rect">
            <a:avLst/>
          </a:prstGeom>
          <a:noFill/>
        </p:spPr>
        <p:txBody>
          <a:bodyPr wrap="square" lIns="0" rIns="0" tIns="0" bIns="0" anchor="ctr">
            <a:spAutoFit/>
          </a:bodyPr>
          <a:lstStyle/>
          <a:p>
            <a:pPr algn="l">
              <a:spcAft>
                <a:spcPts val="0"/>
              </a:spcAft>
            </a:pPr>
            <a:r>
              <a:rPr sz="1350" b="1" i="0">
                <a:solidFill>
                  <a:srgbClr val="6B4CE6"/>
                </a:solidFill>
                <a:latin typeface="Calibri"/>
              </a:rPr>
              <a:t>El esquema cambió</a:t>
            </a:r>
          </a:p>
        </p:txBody>
      </p:sp>
      <p:sp>
        <p:nvSpPr>
          <p:cNvPr id="36" name="TextBox 35"/>
          <p:cNvSpPr txBox="1"/>
          <p:nvPr/>
        </p:nvSpPr>
        <p:spPr>
          <a:xfrm>
            <a:off x="3704462" y="3410712"/>
            <a:ext cx="1735074" cy="941831"/>
          </a:xfrm>
          <a:prstGeom prst="rect">
            <a:avLst/>
          </a:prstGeom>
          <a:noFill/>
        </p:spPr>
        <p:txBody>
          <a:bodyPr wrap="square" lIns="0" rIns="0" tIns="0" bIns="0" anchor="t">
            <a:spAutoFit/>
          </a:bodyPr>
          <a:lstStyle/>
          <a:p>
            <a:pPr algn="l">
              <a:spcAft>
                <a:spcPts val="0"/>
              </a:spcAft>
            </a:pPr>
            <a:r>
              <a:rPr sz="1275" b="0" i="0">
                <a:solidFill>
                  <a:srgbClr val="2B2B2B"/>
                </a:solidFill>
                <a:latin typeface="Calibri"/>
              </a:rPr>
              <a:t>Contrato, esquema bloqueante y recuperación.</a:t>
            </a:r>
          </a:p>
        </p:txBody>
      </p:sp>
      <p:sp>
        <p:nvSpPr>
          <p:cNvPr id="37" name="Rounded Rectangle 36"/>
          <p:cNvSpPr/>
          <p:nvPr/>
        </p:nvSpPr>
        <p:spPr>
          <a:xfrm>
            <a:off x="5686425" y="2880360"/>
            <a:ext cx="1954530" cy="1508760"/>
          </a:xfrm>
          <a:prstGeom prst="roundRect">
            <a:avLst>
              <a:gd name="adj" fmla="val 5454"/>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777865" y="2971800"/>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77865" y="2971800"/>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7</a:t>
            </a:r>
          </a:p>
        </p:txBody>
      </p:sp>
      <p:sp>
        <p:nvSpPr>
          <p:cNvPr id="40" name="TextBox 39"/>
          <p:cNvSpPr txBox="1"/>
          <p:nvPr/>
        </p:nvSpPr>
        <p:spPr>
          <a:xfrm>
            <a:off x="6143625" y="2944368"/>
            <a:ext cx="1424178" cy="411480"/>
          </a:xfrm>
          <a:prstGeom prst="rect">
            <a:avLst/>
          </a:prstGeom>
          <a:noFill/>
        </p:spPr>
        <p:txBody>
          <a:bodyPr wrap="square" lIns="0" rIns="0" tIns="0" bIns="0" anchor="ctr">
            <a:spAutoFit/>
          </a:bodyPr>
          <a:lstStyle/>
          <a:p>
            <a:pPr algn="l">
              <a:spcAft>
                <a:spcPts val="0"/>
              </a:spcAft>
            </a:pPr>
            <a:r>
              <a:rPr sz="1350" b="1" i="0">
                <a:solidFill>
                  <a:srgbClr val="6B4CE6"/>
                </a:solidFill>
                <a:latin typeface="Calibri"/>
              </a:rPr>
              <a:t>¿Hace falta un orquestador?</a:t>
            </a:r>
          </a:p>
        </p:txBody>
      </p:sp>
      <p:sp>
        <p:nvSpPr>
          <p:cNvPr id="41" name="TextBox 40"/>
          <p:cNvSpPr txBox="1"/>
          <p:nvPr/>
        </p:nvSpPr>
        <p:spPr>
          <a:xfrm>
            <a:off x="5796153" y="3410712"/>
            <a:ext cx="1735074" cy="941831"/>
          </a:xfrm>
          <a:prstGeom prst="rect">
            <a:avLst/>
          </a:prstGeom>
          <a:noFill/>
        </p:spPr>
        <p:txBody>
          <a:bodyPr wrap="square" lIns="0" rIns="0" tIns="0" bIns="0" anchor="t">
            <a:spAutoFit/>
          </a:bodyPr>
          <a:lstStyle/>
          <a:p>
            <a:pPr algn="l">
              <a:spcAft>
                <a:spcPts val="0"/>
              </a:spcAft>
            </a:pPr>
            <a:r>
              <a:rPr sz="1275" b="0" i="0">
                <a:solidFill>
                  <a:srgbClr val="2B2B2B"/>
                </a:solidFill>
                <a:latin typeface="Calibri"/>
              </a:rPr>
              <a:t>Decidir con criterio: sí o no.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D0D14"/>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4 · LA ENTREGA</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FFFFFF"/>
                </a:solidFill>
                <a:latin typeface="Calibri"/>
              </a:rPr>
              <a:t>Seis preguntas </a:t>
            </a:r>
            <a:r>
              <a:rPr sz="3200" b="1" i="0">
                <a:solidFill>
                  <a:srgbClr val="A48AFB"/>
                </a:solidFill>
                <a:latin typeface="Calibri"/>
              </a:rPr>
              <a:t>que tiene que responder</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8888A8"/>
                </a:solidFill>
                <a:latin typeface="Calibri"/>
              </a:rPr>
              <a:t>29</a:t>
            </a:r>
          </a:p>
        </p:txBody>
      </p:sp>
      <p:sp>
        <p:nvSpPr>
          <p:cNvPr id="7" name="Rounded Rectangle 6"/>
          <p:cNvSpPr/>
          <p:nvPr/>
        </p:nvSpPr>
        <p:spPr>
          <a:xfrm>
            <a:off x="457200" y="1325880"/>
            <a:ext cx="2651760" cy="1325880"/>
          </a:xfrm>
          <a:prstGeom prst="roundRect">
            <a:avLst>
              <a:gd name="adj" fmla="val 620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48640" y="1417320"/>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17320"/>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1</a:t>
            </a:r>
          </a:p>
        </p:txBody>
      </p:sp>
      <p:sp>
        <p:nvSpPr>
          <p:cNvPr id="10" name="TextBox 9"/>
          <p:cNvSpPr txBox="1"/>
          <p:nvPr/>
        </p:nvSpPr>
        <p:spPr>
          <a:xfrm>
            <a:off x="914400" y="1389888"/>
            <a:ext cx="2121408" cy="411480"/>
          </a:xfrm>
          <a:prstGeom prst="rect">
            <a:avLst/>
          </a:prstGeom>
          <a:noFill/>
        </p:spPr>
        <p:txBody>
          <a:bodyPr wrap="square" lIns="0" rIns="0" tIns="0" bIns="0" anchor="ctr">
            <a:spAutoFit/>
          </a:bodyPr>
          <a:lstStyle/>
          <a:p>
            <a:pPr algn="l">
              <a:spcAft>
                <a:spcPts val="0"/>
              </a:spcAft>
            </a:pPr>
            <a:r>
              <a:rPr sz="1350" b="1" i="0">
                <a:solidFill>
                  <a:srgbClr val="A48AFB"/>
                </a:solidFill>
                <a:latin typeface="Calibri"/>
              </a:rPr>
              <a:t>¿Qué problema y qué decisión resuelve?</a:t>
            </a:r>
          </a:p>
        </p:txBody>
      </p:sp>
      <p:sp>
        <p:nvSpPr>
          <p:cNvPr id="11" name="TextBox 10"/>
          <p:cNvSpPr txBox="1"/>
          <p:nvPr/>
        </p:nvSpPr>
        <p:spPr>
          <a:xfrm>
            <a:off x="566928" y="1856231"/>
            <a:ext cx="2432304" cy="758952"/>
          </a:xfrm>
          <a:prstGeom prst="rect">
            <a:avLst/>
          </a:prstGeom>
          <a:noFill/>
        </p:spPr>
        <p:txBody>
          <a:bodyPr wrap="square" lIns="0" rIns="0" tIns="0" bIns="0" anchor="t">
            <a:spAutoFit/>
          </a:bodyPr>
          <a:lstStyle/>
          <a:p>
            <a:pPr algn="l">
              <a:spcAft>
                <a:spcPts val="0"/>
              </a:spcAft>
            </a:pPr>
            <a:r>
              <a:rPr sz="1275" b="0" i="0">
                <a:solidFill>
                  <a:srgbClr val="F0F0F8"/>
                </a:solidFill>
                <a:latin typeface="Calibri"/>
              </a:rPr>
              <a:t/>
            </a:r>
          </a:p>
        </p:txBody>
      </p:sp>
      <p:sp>
        <p:nvSpPr>
          <p:cNvPr id="12" name="Rounded Rectangle 11"/>
          <p:cNvSpPr/>
          <p:nvPr/>
        </p:nvSpPr>
        <p:spPr>
          <a:xfrm>
            <a:off x="3246120" y="1325880"/>
            <a:ext cx="2651760" cy="1325880"/>
          </a:xfrm>
          <a:prstGeom prst="roundRect">
            <a:avLst>
              <a:gd name="adj" fmla="val 620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337560" y="1417320"/>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1417320"/>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2</a:t>
            </a:r>
          </a:p>
        </p:txBody>
      </p:sp>
      <p:sp>
        <p:nvSpPr>
          <p:cNvPr id="15" name="TextBox 14"/>
          <p:cNvSpPr txBox="1"/>
          <p:nvPr/>
        </p:nvSpPr>
        <p:spPr>
          <a:xfrm>
            <a:off x="3703320" y="1389888"/>
            <a:ext cx="2121408" cy="411480"/>
          </a:xfrm>
          <a:prstGeom prst="rect">
            <a:avLst/>
          </a:prstGeom>
          <a:noFill/>
        </p:spPr>
        <p:txBody>
          <a:bodyPr wrap="square" lIns="0" rIns="0" tIns="0" bIns="0" anchor="ctr">
            <a:spAutoFit/>
          </a:bodyPr>
          <a:lstStyle/>
          <a:p>
            <a:pPr algn="l">
              <a:spcAft>
                <a:spcPts val="0"/>
              </a:spcAft>
            </a:pPr>
            <a:r>
              <a:rPr sz="1350" b="1" i="0">
                <a:solidFill>
                  <a:srgbClr val="A48AFB"/>
                </a:solidFill>
                <a:latin typeface="Calibri"/>
              </a:rPr>
              <a:t>¿Qué entra y qué queda fuera de alcance?</a:t>
            </a:r>
          </a:p>
        </p:txBody>
      </p:sp>
      <p:sp>
        <p:nvSpPr>
          <p:cNvPr id="16" name="TextBox 15"/>
          <p:cNvSpPr txBox="1"/>
          <p:nvPr/>
        </p:nvSpPr>
        <p:spPr>
          <a:xfrm>
            <a:off x="3355848" y="1856231"/>
            <a:ext cx="2432304" cy="758952"/>
          </a:xfrm>
          <a:prstGeom prst="rect">
            <a:avLst/>
          </a:prstGeom>
          <a:noFill/>
        </p:spPr>
        <p:txBody>
          <a:bodyPr wrap="square" lIns="0" rIns="0" tIns="0" bIns="0" anchor="t">
            <a:spAutoFit/>
          </a:bodyPr>
          <a:lstStyle/>
          <a:p>
            <a:pPr algn="l">
              <a:spcAft>
                <a:spcPts val="0"/>
              </a:spcAft>
            </a:pPr>
            <a:r>
              <a:rPr sz="1275" b="0" i="0">
                <a:solidFill>
                  <a:srgbClr val="F0F0F8"/>
                </a:solidFill>
                <a:latin typeface="Calibri"/>
              </a:rPr>
              <a:t/>
            </a:r>
          </a:p>
        </p:txBody>
      </p:sp>
      <p:sp>
        <p:nvSpPr>
          <p:cNvPr id="17" name="Rounded Rectangle 16"/>
          <p:cNvSpPr/>
          <p:nvPr/>
        </p:nvSpPr>
        <p:spPr>
          <a:xfrm>
            <a:off x="6035040" y="1325880"/>
            <a:ext cx="2651760" cy="1325880"/>
          </a:xfrm>
          <a:prstGeom prst="roundRect">
            <a:avLst>
              <a:gd name="adj" fmla="val 620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9" y="1417320"/>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79" y="1417320"/>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3</a:t>
            </a:r>
          </a:p>
        </p:txBody>
      </p:sp>
      <p:sp>
        <p:nvSpPr>
          <p:cNvPr id="20" name="TextBox 19"/>
          <p:cNvSpPr txBox="1"/>
          <p:nvPr/>
        </p:nvSpPr>
        <p:spPr>
          <a:xfrm>
            <a:off x="6492240" y="1389888"/>
            <a:ext cx="2121408" cy="411480"/>
          </a:xfrm>
          <a:prstGeom prst="rect">
            <a:avLst/>
          </a:prstGeom>
          <a:noFill/>
        </p:spPr>
        <p:txBody>
          <a:bodyPr wrap="square" lIns="0" rIns="0" tIns="0" bIns="0" anchor="ctr">
            <a:spAutoFit/>
          </a:bodyPr>
          <a:lstStyle/>
          <a:p>
            <a:pPr algn="l">
              <a:spcAft>
                <a:spcPts val="0"/>
              </a:spcAft>
            </a:pPr>
            <a:r>
              <a:rPr sz="1350" b="1" i="0">
                <a:solidFill>
                  <a:srgbClr val="A48AFB"/>
                </a:solidFill>
                <a:latin typeface="Calibri"/>
              </a:rPr>
              <a:t>¿Qué alternativa se descartó y por qué?</a:t>
            </a:r>
          </a:p>
        </p:txBody>
      </p:sp>
      <p:sp>
        <p:nvSpPr>
          <p:cNvPr id="21" name="TextBox 20"/>
          <p:cNvSpPr txBox="1"/>
          <p:nvPr/>
        </p:nvSpPr>
        <p:spPr>
          <a:xfrm>
            <a:off x="6144768" y="1856231"/>
            <a:ext cx="2432304" cy="758952"/>
          </a:xfrm>
          <a:prstGeom prst="rect">
            <a:avLst/>
          </a:prstGeom>
          <a:noFill/>
        </p:spPr>
        <p:txBody>
          <a:bodyPr wrap="square" lIns="0" rIns="0" tIns="0" bIns="0" anchor="t">
            <a:spAutoFit/>
          </a:bodyPr>
          <a:lstStyle/>
          <a:p>
            <a:pPr algn="l">
              <a:spcAft>
                <a:spcPts val="0"/>
              </a:spcAft>
            </a:pPr>
            <a:r>
              <a:rPr sz="1275" b="0" i="0">
                <a:solidFill>
                  <a:srgbClr val="F0F0F8"/>
                </a:solidFill>
                <a:latin typeface="Calibri"/>
              </a:rPr>
              <a:t/>
            </a:r>
          </a:p>
        </p:txBody>
      </p:sp>
      <p:sp>
        <p:nvSpPr>
          <p:cNvPr id="22" name="Rounded Rectangle 21"/>
          <p:cNvSpPr/>
          <p:nvPr/>
        </p:nvSpPr>
        <p:spPr>
          <a:xfrm>
            <a:off x="457200" y="2788920"/>
            <a:ext cx="2651760" cy="1325880"/>
          </a:xfrm>
          <a:prstGeom prst="roundRect">
            <a:avLst>
              <a:gd name="adj" fmla="val 620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48640" y="2880360"/>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2880360"/>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4</a:t>
            </a:r>
          </a:p>
        </p:txBody>
      </p:sp>
      <p:sp>
        <p:nvSpPr>
          <p:cNvPr id="25" name="TextBox 24"/>
          <p:cNvSpPr txBox="1"/>
          <p:nvPr/>
        </p:nvSpPr>
        <p:spPr>
          <a:xfrm>
            <a:off x="914400" y="2852927"/>
            <a:ext cx="2121408" cy="411480"/>
          </a:xfrm>
          <a:prstGeom prst="rect">
            <a:avLst/>
          </a:prstGeom>
          <a:noFill/>
        </p:spPr>
        <p:txBody>
          <a:bodyPr wrap="square" lIns="0" rIns="0" tIns="0" bIns="0" anchor="ctr">
            <a:spAutoFit/>
          </a:bodyPr>
          <a:lstStyle/>
          <a:p>
            <a:pPr algn="l">
              <a:spcAft>
                <a:spcPts val="0"/>
              </a:spcAft>
            </a:pPr>
            <a:r>
              <a:rPr sz="1350" b="1" i="0">
                <a:solidFill>
                  <a:srgbClr val="A48AFB"/>
                </a:solidFill>
                <a:latin typeface="Calibri"/>
              </a:rPr>
              <a:t>¿Cómo se prueba antes de pasar a producción?</a:t>
            </a:r>
          </a:p>
        </p:txBody>
      </p:sp>
      <p:sp>
        <p:nvSpPr>
          <p:cNvPr id="26" name="TextBox 25"/>
          <p:cNvSpPr txBox="1"/>
          <p:nvPr/>
        </p:nvSpPr>
        <p:spPr>
          <a:xfrm>
            <a:off x="566928" y="3319272"/>
            <a:ext cx="2432304" cy="758952"/>
          </a:xfrm>
          <a:prstGeom prst="rect">
            <a:avLst/>
          </a:prstGeom>
          <a:noFill/>
        </p:spPr>
        <p:txBody>
          <a:bodyPr wrap="square" lIns="0" rIns="0" tIns="0" bIns="0" anchor="t">
            <a:spAutoFit/>
          </a:bodyPr>
          <a:lstStyle/>
          <a:p>
            <a:pPr algn="l">
              <a:spcAft>
                <a:spcPts val="0"/>
              </a:spcAft>
            </a:pPr>
            <a:r>
              <a:rPr sz="1275" b="0" i="0">
                <a:solidFill>
                  <a:srgbClr val="F0F0F8"/>
                </a:solidFill>
                <a:latin typeface="Calibri"/>
              </a:rPr>
              <a:t/>
            </a:r>
          </a:p>
        </p:txBody>
      </p:sp>
      <p:sp>
        <p:nvSpPr>
          <p:cNvPr id="27" name="Rounded Rectangle 26"/>
          <p:cNvSpPr/>
          <p:nvPr/>
        </p:nvSpPr>
        <p:spPr>
          <a:xfrm>
            <a:off x="3246120" y="2788920"/>
            <a:ext cx="2651760" cy="1325880"/>
          </a:xfrm>
          <a:prstGeom prst="roundRect">
            <a:avLst>
              <a:gd name="adj" fmla="val 620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337560" y="2880360"/>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37560" y="2880360"/>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5</a:t>
            </a:r>
          </a:p>
        </p:txBody>
      </p:sp>
      <p:sp>
        <p:nvSpPr>
          <p:cNvPr id="30" name="TextBox 29"/>
          <p:cNvSpPr txBox="1"/>
          <p:nvPr/>
        </p:nvSpPr>
        <p:spPr>
          <a:xfrm>
            <a:off x="3703320" y="2852927"/>
            <a:ext cx="2121408" cy="411480"/>
          </a:xfrm>
          <a:prstGeom prst="rect">
            <a:avLst/>
          </a:prstGeom>
          <a:noFill/>
        </p:spPr>
        <p:txBody>
          <a:bodyPr wrap="square" lIns="0" rIns="0" tIns="0" bIns="0" anchor="ctr">
            <a:spAutoFit/>
          </a:bodyPr>
          <a:lstStyle/>
          <a:p>
            <a:pPr algn="l">
              <a:spcAft>
                <a:spcPts val="0"/>
              </a:spcAft>
            </a:pPr>
            <a:r>
              <a:rPr sz="1350" b="1" i="0">
                <a:solidFill>
                  <a:srgbClr val="A48AFB"/>
                </a:solidFill>
                <a:latin typeface="Calibri"/>
              </a:rPr>
              <a:t>¿Cómo se detecta, se contiene y se recupera una falla?</a:t>
            </a:r>
          </a:p>
        </p:txBody>
      </p:sp>
      <p:sp>
        <p:nvSpPr>
          <p:cNvPr id="31" name="TextBox 30"/>
          <p:cNvSpPr txBox="1"/>
          <p:nvPr/>
        </p:nvSpPr>
        <p:spPr>
          <a:xfrm>
            <a:off x="3355848" y="3319272"/>
            <a:ext cx="2432304" cy="758952"/>
          </a:xfrm>
          <a:prstGeom prst="rect">
            <a:avLst/>
          </a:prstGeom>
          <a:noFill/>
        </p:spPr>
        <p:txBody>
          <a:bodyPr wrap="square" lIns="0" rIns="0" tIns="0" bIns="0" anchor="t">
            <a:spAutoFit/>
          </a:bodyPr>
          <a:lstStyle/>
          <a:p>
            <a:pPr algn="l">
              <a:spcAft>
                <a:spcPts val="0"/>
              </a:spcAft>
            </a:pPr>
            <a:r>
              <a:rPr sz="1275" b="0" i="0">
                <a:solidFill>
                  <a:srgbClr val="F0F0F8"/>
                </a:solidFill>
                <a:latin typeface="Calibri"/>
              </a:rPr>
              <a:t/>
            </a:r>
          </a:p>
        </p:txBody>
      </p:sp>
      <p:sp>
        <p:nvSpPr>
          <p:cNvPr id="32" name="Rounded Rectangle 31"/>
          <p:cNvSpPr/>
          <p:nvPr/>
        </p:nvSpPr>
        <p:spPr>
          <a:xfrm>
            <a:off x="6035040" y="2788920"/>
            <a:ext cx="2651760" cy="1325880"/>
          </a:xfrm>
          <a:prstGeom prst="roundRect">
            <a:avLst>
              <a:gd name="adj" fmla="val 620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126479" y="2880360"/>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26479" y="2880360"/>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6</a:t>
            </a:r>
          </a:p>
        </p:txBody>
      </p:sp>
      <p:sp>
        <p:nvSpPr>
          <p:cNvPr id="35" name="TextBox 34"/>
          <p:cNvSpPr txBox="1"/>
          <p:nvPr/>
        </p:nvSpPr>
        <p:spPr>
          <a:xfrm>
            <a:off x="6492240" y="2852927"/>
            <a:ext cx="2121408" cy="411480"/>
          </a:xfrm>
          <a:prstGeom prst="rect">
            <a:avLst/>
          </a:prstGeom>
          <a:noFill/>
        </p:spPr>
        <p:txBody>
          <a:bodyPr wrap="square" lIns="0" rIns="0" tIns="0" bIns="0" anchor="ctr">
            <a:spAutoFit/>
          </a:bodyPr>
          <a:lstStyle/>
          <a:p>
            <a:pPr algn="l">
              <a:spcAft>
                <a:spcPts val="0"/>
              </a:spcAft>
            </a:pPr>
            <a:r>
              <a:rPr sz="1350" b="1" i="0">
                <a:solidFill>
                  <a:srgbClr val="A48AFB"/>
                </a:solidFill>
                <a:latin typeface="Calibri"/>
              </a:rPr>
              <a:t>¿Quién decide cuando un control no pasa?</a:t>
            </a:r>
          </a:p>
        </p:txBody>
      </p:sp>
      <p:sp>
        <p:nvSpPr>
          <p:cNvPr id="36" name="TextBox 35"/>
          <p:cNvSpPr txBox="1"/>
          <p:nvPr/>
        </p:nvSpPr>
        <p:spPr>
          <a:xfrm>
            <a:off x="6144768" y="3319272"/>
            <a:ext cx="2432304" cy="758952"/>
          </a:xfrm>
          <a:prstGeom prst="rect">
            <a:avLst/>
          </a:prstGeom>
          <a:noFill/>
        </p:spPr>
        <p:txBody>
          <a:bodyPr wrap="square" lIns="0" rIns="0" tIns="0" bIns="0" anchor="t">
            <a:spAutoFit/>
          </a:bodyPr>
          <a:lstStyle/>
          <a:p>
            <a:pPr algn="l">
              <a:spcAft>
                <a:spcPts val="0"/>
              </a:spcAft>
            </a:pPr>
            <a:r>
              <a:rPr sz="1275" b="0" i="0">
                <a:solidFill>
                  <a:srgbClr val="F0F0F8"/>
                </a:solidFill>
                <a:latin typeface="Calibri"/>
              </a:rPr>
              <a:t/>
            </a:r>
          </a:p>
        </p:txBody>
      </p:sp>
      <p:sp>
        <p:nvSpPr>
          <p:cNvPr id="37" name="Rounded Rectangle 36"/>
          <p:cNvSpPr/>
          <p:nvPr/>
        </p:nvSpPr>
        <p:spPr>
          <a:xfrm>
            <a:off x="457200" y="4251960"/>
            <a:ext cx="8229600" cy="411480"/>
          </a:xfrm>
          <a:prstGeom prst="roundRect">
            <a:avLst>
              <a:gd name="adj" fmla="val 20000"/>
            </a:avLst>
          </a:prstGeom>
          <a:solidFill>
            <a:srgbClr val="1E1650"/>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30352" y="4251960"/>
            <a:ext cx="8083296" cy="411480"/>
          </a:xfrm>
          <a:prstGeom prst="rect">
            <a:avLst/>
          </a:prstGeom>
          <a:noFill/>
        </p:spPr>
        <p:txBody>
          <a:bodyPr wrap="square" lIns="0" rIns="0" tIns="0" bIns="0" anchor="ctr">
            <a:spAutoFit/>
          </a:bodyPr>
          <a:lstStyle/>
          <a:p>
            <a:pPr algn="ctr">
              <a:spcAft>
                <a:spcPts val="0"/>
              </a:spcAft>
            </a:pPr>
            <a:r>
              <a:rPr sz="1500" b="1" i="0">
                <a:solidFill>
                  <a:srgbClr val="F0F0F8"/>
                </a:solidFill>
                <a:latin typeface="Calibri"/>
              </a:rPr>
              <a:t>Están al final del notebook, en la ficha de entrega.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2F0"/>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4 · CONTROL CRUZADO</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2B2B2B"/>
                </a:solidFill>
                <a:latin typeface="Calibri"/>
              </a:rPr>
              <a:t>Revisión cruzada </a:t>
            </a:r>
            <a:r>
              <a:rPr sz="3200" b="1" i="0">
                <a:solidFill>
                  <a:srgbClr val="6B4CE6"/>
                </a:solidFill>
                <a:latin typeface="Calibri"/>
              </a:rPr>
              <a:t>con una lista</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6B6B85"/>
                </a:solidFill>
                <a:latin typeface="Calibri"/>
              </a:rPr>
              <a:t>30</a:t>
            </a:r>
          </a:p>
        </p:txBody>
      </p:sp>
      <p:sp>
        <p:nvSpPr>
          <p:cNvPr id="7" name="Rounded Rectangle 6"/>
          <p:cNvSpPr/>
          <p:nvPr/>
        </p:nvSpPr>
        <p:spPr>
          <a:xfrm>
            <a:off x="457200" y="1234440"/>
            <a:ext cx="4023360" cy="640080"/>
          </a:xfrm>
          <a:prstGeom prst="roundRect">
            <a:avLst>
              <a:gd name="adj" fmla="val 12857"/>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234440"/>
            <a:ext cx="3749039" cy="640080"/>
          </a:xfrm>
          <a:prstGeom prst="rect">
            <a:avLst/>
          </a:prstGeom>
          <a:noFill/>
        </p:spPr>
        <p:txBody>
          <a:bodyPr wrap="square" lIns="0" rIns="0" tIns="0" bIns="0" anchor="ctr">
            <a:spAutoFit/>
          </a:bodyPr>
          <a:lstStyle/>
          <a:p>
            <a:pPr algn="l">
              <a:spcAft>
                <a:spcPts val="0"/>
              </a:spcAft>
            </a:pPr>
            <a:r>
              <a:rPr sz="1350" b="0" i="0">
                <a:solidFill>
                  <a:srgbClr val="2B2B2B"/>
                </a:solidFill>
                <a:latin typeface="Calibri"/>
              </a:rPr>
              <a:t>☐  El problema está formulado como decisión y no como deseo</a:t>
            </a:r>
          </a:p>
        </p:txBody>
      </p:sp>
      <p:sp>
        <p:nvSpPr>
          <p:cNvPr id="9" name="Rounded Rectangle 8"/>
          <p:cNvSpPr/>
          <p:nvPr/>
        </p:nvSpPr>
        <p:spPr>
          <a:xfrm>
            <a:off x="4663440" y="1234440"/>
            <a:ext cx="4023360" cy="640080"/>
          </a:xfrm>
          <a:prstGeom prst="roundRect">
            <a:avLst>
              <a:gd name="adj" fmla="val 12857"/>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0600" y="1234440"/>
            <a:ext cx="3749039" cy="640080"/>
          </a:xfrm>
          <a:prstGeom prst="rect">
            <a:avLst/>
          </a:prstGeom>
          <a:noFill/>
        </p:spPr>
        <p:txBody>
          <a:bodyPr wrap="square" lIns="0" rIns="0" tIns="0" bIns="0" anchor="ctr">
            <a:spAutoFit/>
          </a:bodyPr>
          <a:lstStyle/>
          <a:p>
            <a:pPr algn="l">
              <a:spcAft>
                <a:spcPts val="0"/>
              </a:spcAft>
            </a:pPr>
            <a:r>
              <a:rPr sz="1350" b="0" i="0">
                <a:solidFill>
                  <a:srgbClr val="2B2B2B"/>
                </a:solidFill>
                <a:latin typeface="Calibri"/>
              </a:rPr>
              <a:t>☐  Las fuentes, transformaciones y consumidores son identificables</a:t>
            </a:r>
          </a:p>
        </p:txBody>
      </p:sp>
      <p:sp>
        <p:nvSpPr>
          <p:cNvPr id="11" name="Rounded Rectangle 10"/>
          <p:cNvSpPr/>
          <p:nvPr/>
        </p:nvSpPr>
        <p:spPr>
          <a:xfrm>
            <a:off x="457200" y="1965960"/>
            <a:ext cx="4023360" cy="640080"/>
          </a:xfrm>
          <a:prstGeom prst="roundRect">
            <a:avLst>
              <a:gd name="adj" fmla="val 12857"/>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965960"/>
            <a:ext cx="3749039" cy="640080"/>
          </a:xfrm>
          <a:prstGeom prst="rect">
            <a:avLst/>
          </a:prstGeom>
          <a:noFill/>
        </p:spPr>
        <p:txBody>
          <a:bodyPr wrap="square" lIns="0" rIns="0" tIns="0" bIns="0" anchor="ctr">
            <a:spAutoFit/>
          </a:bodyPr>
          <a:lstStyle/>
          <a:p>
            <a:pPr algn="l">
              <a:spcAft>
                <a:spcPts val="0"/>
              </a:spcAft>
            </a:pPr>
            <a:r>
              <a:rPr sz="1350" b="0" i="0">
                <a:solidFill>
                  <a:srgbClr val="2B2B2B"/>
                </a:solidFill>
                <a:latin typeface="Calibri"/>
              </a:rPr>
              <a:t>☐  Los límites de seguridad y responsabilidad están visibles</a:t>
            </a:r>
          </a:p>
        </p:txBody>
      </p:sp>
      <p:sp>
        <p:nvSpPr>
          <p:cNvPr id="13" name="Rounded Rectangle 12"/>
          <p:cNvSpPr/>
          <p:nvPr/>
        </p:nvSpPr>
        <p:spPr>
          <a:xfrm>
            <a:off x="4663440" y="1965960"/>
            <a:ext cx="4023360" cy="640080"/>
          </a:xfrm>
          <a:prstGeom prst="roundRect">
            <a:avLst>
              <a:gd name="adj" fmla="val 12857"/>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00600" y="1965960"/>
            <a:ext cx="3749039" cy="640080"/>
          </a:xfrm>
          <a:prstGeom prst="rect">
            <a:avLst/>
          </a:prstGeom>
          <a:noFill/>
        </p:spPr>
        <p:txBody>
          <a:bodyPr wrap="square" lIns="0" rIns="0" tIns="0" bIns="0" anchor="ctr">
            <a:spAutoFit/>
          </a:bodyPr>
          <a:lstStyle/>
          <a:p>
            <a:pPr algn="l">
              <a:spcAft>
                <a:spcPts val="0"/>
              </a:spcAft>
            </a:pPr>
            <a:r>
              <a:rPr sz="1350" b="0" i="0">
                <a:solidFill>
                  <a:srgbClr val="2B2B2B"/>
                </a:solidFill>
                <a:latin typeface="Calibri"/>
              </a:rPr>
              <a:t>☐  Existe un criterio de calidad medible</a:t>
            </a:r>
          </a:p>
        </p:txBody>
      </p:sp>
      <p:sp>
        <p:nvSpPr>
          <p:cNvPr id="15" name="Rounded Rectangle 14"/>
          <p:cNvSpPr/>
          <p:nvPr/>
        </p:nvSpPr>
        <p:spPr>
          <a:xfrm>
            <a:off x="457200" y="2697480"/>
            <a:ext cx="4023360" cy="640080"/>
          </a:xfrm>
          <a:prstGeom prst="roundRect">
            <a:avLst>
              <a:gd name="adj" fmla="val 12857"/>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697480"/>
            <a:ext cx="3749039" cy="640080"/>
          </a:xfrm>
          <a:prstGeom prst="rect">
            <a:avLst/>
          </a:prstGeom>
          <a:noFill/>
        </p:spPr>
        <p:txBody>
          <a:bodyPr wrap="square" lIns="0" rIns="0" tIns="0" bIns="0" anchor="ctr">
            <a:spAutoFit/>
          </a:bodyPr>
          <a:lstStyle/>
          <a:p>
            <a:pPr algn="l">
              <a:spcAft>
                <a:spcPts val="0"/>
              </a:spcAft>
            </a:pPr>
            <a:r>
              <a:rPr sz="1350" b="0" i="0">
                <a:solidFill>
                  <a:srgbClr val="2B2B2B"/>
                </a:solidFill>
                <a:latin typeface="Calibri"/>
              </a:rPr>
              <a:t>☐  Hay una estrategia de reintento, reproceso o rollback</a:t>
            </a:r>
          </a:p>
        </p:txBody>
      </p:sp>
      <p:sp>
        <p:nvSpPr>
          <p:cNvPr id="17" name="Rounded Rectangle 16"/>
          <p:cNvSpPr/>
          <p:nvPr/>
        </p:nvSpPr>
        <p:spPr>
          <a:xfrm>
            <a:off x="4663440" y="2697480"/>
            <a:ext cx="4023360" cy="640080"/>
          </a:xfrm>
          <a:prstGeom prst="roundRect">
            <a:avLst>
              <a:gd name="adj" fmla="val 12857"/>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697480"/>
            <a:ext cx="3749039" cy="640080"/>
          </a:xfrm>
          <a:prstGeom prst="rect">
            <a:avLst/>
          </a:prstGeom>
          <a:noFill/>
        </p:spPr>
        <p:txBody>
          <a:bodyPr wrap="square" lIns="0" rIns="0" tIns="0" bIns="0" anchor="ctr">
            <a:spAutoFit/>
          </a:bodyPr>
          <a:lstStyle/>
          <a:p>
            <a:pPr algn="l">
              <a:spcAft>
                <a:spcPts val="0"/>
              </a:spcAft>
            </a:pPr>
            <a:r>
              <a:rPr sz="1350" b="0" i="0">
                <a:solidFill>
                  <a:srgbClr val="2B2B2B"/>
                </a:solidFill>
                <a:latin typeface="Calibri"/>
              </a:rPr>
              <a:t>☐  Se registra evidencia suficiente para explicar qué ocurrió</a:t>
            </a:r>
          </a:p>
        </p:txBody>
      </p:sp>
      <p:sp>
        <p:nvSpPr>
          <p:cNvPr id="19" name="Rounded Rectangle 18"/>
          <p:cNvSpPr/>
          <p:nvPr/>
        </p:nvSpPr>
        <p:spPr>
          <a:xfrm>
            <a:off x="457200" y="3429000"/>
            <a:ext cx="4023360" cy="640080"/>
          </a:xfrm>
          <a:prstGeom prst="roundRect">
            <a:avLst>
              <a:gd name="adj" fmla="val 12857"/>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429000"/>
            <a:ext cx="3749039" cy="640080"/>
          </a:xfrm>
          <a:prstGeom prst="rect">
            <a:avLst/>
          </a:prstGeom>
          <a:noFill/>
        </p:spPr>
        <p:txBody>
          <a:bodyPr wrap="square" lIns="0" rIns="0" tIns="0" bIns="0" anchor="ctr">
            <a:spAutoFit/>
          </a:bodyPr>
          <a:lstStyle/>
          <a:p>
            <a:pPr algn="l">
              <a:spcAft>
                <a:spcPts val="0"/>
              </a:spcAft>
            </a:pPr>
            <a:r>
              <a:rPr sz="1350" b="0" i="0">
                <a:solidFill>
                  <a:srgbClr val="2B2B2B"/>
                </a:solidFill>
                <a:latin typeface="Calibri"/>
              </a:rPr>
              <a:t>☐  El costo o complejidad aceptados están declarados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D0D14"/>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PARTE 4 · PUESTA EN COMÚN</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FFFFFF"/>
                </a:solidFill>
                <a:latin typeface="Calibri"/>
              </a:rPr>
              <a:t>Preguntas para </a:t>
            </a:r>
            <a:r>
              <a:rPr sz="3200" b="1" i="0">
                <a:solidFill>
                  <a:srgbClr val="A48AFB"/>
                </a:solidFill>
                <a:latin typeface="Calibri"/>
              </a:rPr>
              <a:t>el debrief</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8888A8"/>
                </a:solidFill>
                <a:latin typeface="Calibri"/>
              </a:rPr>
              <a:t>31</a:t>
            </a:r>
          </a:p>
        </p:txBody>
      </p:sp>
      <p:sp>
        <p:nvSpPr>
          <p:cNvPr id="7" name="Rounded Rectangle 6"/>
          <p:cNvSpPr/>
          <p:nvPr/>
        </p:nvSpPr>
        <p:spPr>
          <a:xfrm>
            <a:off x="457200" y="1188720"/>
            <a:ext cx="8229600" cy="566928"/>
          </a:xfrm>
          <a:prstGeom prst="roundRect">
            <a:avLst>
              <a:gd name="adj" fmla="val 1451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6928" y="1325880"/>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325880"/>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1</a:t>
            </a:r>
          </a:p>
        </p:txBody>
      </p:sp>
      <p:sp>
        <p:nvSpPr>
          <p:cNvPr id="10" name="TextBox 9"/>
          <p:cNvSpPr txBox="1"/>
          <p:nvPr/>
        </p:nvSpPr>
        <p:spPr>
          <a:xfrm>
            <a:off x="1005840" y="1188720"/>
            <a:ext cx="7589520" cy="566928"/>
          </a:xfrm>
          <a:prstGeom prst="rect">
            <a:avLst/>
          </a:prstGeom>
          <a:noFill/>
        </p:spPr>
        <p:txBody>
          <a:bodyPr wrap="square" lIns="0" rIns="0" tIns="0" bIns="0" anchor="ctr">
            <a:spAutoFit/>
          </a:bodyPr>
          <a:lstStyle/>
          <a:p>
            <a:pPr algn="l">
              <a:spcAft>
                <a:spcPts val="0"/>
              </a:spcAft>
            </a:pPr>
            <a:r>
              <a:rPr sz="1425" b="0" i="0">
                <a:solidFill>
                  <a:srgbClr val="F0F0F8"/>
                </a:solidFill>
                <a:latin typeface="Calibri"/>
              </a:rPr>
              <a:t>¿Qué decisión cambiaría si la latencia requerida se redujera diez veces?</a:t>
            </a:r>
          </a:p>
        </p:txBody>
      </p:sp>
      <p:sp>
        <p:nvSpPr>
          <p:cNvPr id="11" name="Rounded Rectangle 10"/>
          <p:cNvSpPr/>
          <p:nvPr/>
        </p:nvSpPr>
        <p:spPr>
          <a:xfrm>
            <a:off x="457200" y="1847088"/>
            <a:ext cx="8229600" cy="566928"/>
          </a:xfrm>
          <a:prstGeom prst="roundRect">
            <a:avLst>
              <a:gd name="adj" fmla="val 1451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6928" y="1984248"/>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1984248"/>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2</a:t>
            </a:r>
          </a:p>
        </p:txBody>
      </p:sp>
      <p:sp>
        <p:nvSpPr>
          <p:cNvPr id="14" name="TextBox 13"/>
          <p:cNvSpPr txBox="1"/>
          <p:nvPr/>
        </p:nvSpPr>
        <p:spPr>
          <a:xfrm>
            <a:off x="1005840" y="1847088"/>
            <a:ext cx="7589520" cy="566928"/>
          </a:xfrm>
          <a:prstGeom prst="rect">
            <a:avLst/>
          </a:prstGeom>
          <a:noFill/>
        </p:spPr>
        <p:txBody>
          <a:bodyPr wrap="square" lIns="0" rIns="0" tIns="0" bIns="0" anchor="ctr">
            <a:spAutoFit/>
          </a:bodyPr>
          <a:lstStyle/>
          <a:p>
            <a:pPr algn="l">
              <a:spcAft>
                <a:spcPts val="0"/>
              </a:spcAft>
            </a:pPr>
            <a:r>
              <a:rPr sz="1425" b="0" i="0">
                <a:solidFill>
                  <a:srgbClr val="F0F0F8"/>
                </a:solidFill>
                <a:latin typeface="Calibri"/>
              </a:rPr>
              <a:t>¿Qué componente concentra el mayor radio de impacto ante una falla?</a:t>
            </a:r>
          </a:p>
        </p:txBody>
      </p:sp>
      <p:sp>
        <p:nvSpPr>
          <p:cNvPr id="15" name="Rounded Rectangle 14"/>
          <p:cNvSpPr/>
          <p:nvPr/>
        </p:nvSpPr>
        <p:spPr>
          <a:xfrm>
            <a:off x="457200" y="2505456"/>
            <a:ext cx="8229600" cy="566928"/>
          </a:xfrm>
          <a:prstGeom prst="roundRect">
            <a:avLst>
              <a:gd name="adj" fmla="val 1451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6928" y="2642616"/>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2642616"/>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3</a:t>
            </a:r>
          </a:p>
        </p:txBody>
      </p:sp>
      <p:sp>
        <p:nvSpPr>
          <p:cNvPr id="18" name="TextBox 17"/>
          <p:cNvSpPr txBox="1"/>
          <p:nvPr/>
        </p:nvSpPr>
        <p:spPr>
          <a:xfrm>
            <a:off x="1005840" y="2505456"/>
            <a:ext cx="7589520" cy="566928"/>
          </a:xfrm>
          <a:prstGeom prst="rect">
            <a:avLst/>
          </a:prstGeom>
          <a:noFill/>
        </p:spPr>
        <p:txBody>
          <a:bodyPr wrap="square" lIns="0" rIns="0" tIns="0" bIns="0" anchor="ctr">
            <a:spAutoFit/>
          </a:bodyPr>
          <a:lstStyle/>
          <a:p>
            <a:pPr algn="l">
              <a:spcAft>
                <a:spcPts val="0"/>
              </a:spcAft>
            </a:pPr>
            <a:r>
              <a:rPr sz="1425" b="0" i="0">
                <a:solidFill>
                  <a:srgbClr val="F0F0F8"/>
                </a:solidFill>
                <a:latin typeface="Calibri"/>
              </a:rPr>
              <a:t>¿Qué evidencia necesitaría una persona ajena para reconstruir lo ocurrido?</a:t>
            </a:r>
          </a:p>
        </p:txBody>
      </p:sp>
      <p:sp>
        <p:nvSpPr>
          <p:cNvPr id="19" name="Rounded Rectangle 18"/>
          <p:cNvSpPr/>
          <p:nvPr/>
        </p:nvSpPr>
        <p:spPr>
          <a:xfrm>
            <a:off x="457200" y="3163824"/>
            <a:ext cx="8229600" cy="566928"/>
          </a:xfrm>
          <a:prstGeom prst="roundRect">
            <a:avLst>
              <a:gd name="adj" fmla="val 1451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66928" y="3300984"/>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300984"/>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4</a:t>
            </a:r>
          </a:p>
        </p:txBody>
      </p:sp>
      <p:sp>
        <p:nvSpPr>
          <p:cNvPr id="22" name="TextBox 21"/>
          <p:cNvSpPr txBox="1"/>
          <p:nvPr/>
        </p:nvSpPr>
        <p:spPr>
          <a:xfrm>
            <a:off x="1005840" y="3163824"/>
            <a:ext cx="7589520" cy="566928"/>
          </a:xfrm>
          <a:prstGeom prst="rect">
            <a:avLst/>
          </a:prstGeom>
          <a:noFill/>
        </p:spPr>
        <p:txBody>
          <a:bodyPr wrap="square" lIns="0" rIns="0" tIns="0" bIns="0" anchor="ctr">
            <a:spAutoFit/>
          </a:bodyPr>
          <a:lstStyle/>
          <a:p>
            <a:pPr algn="l">
              <a:spcAft>
                <a:spcPts val="0"/>
              </a:spcAft>
            </a:pPr>
            <a:r>
              <a:rPr sz="1425" b="0" i="0">
                <a:solidFill>
                  <a:srgbClr val="F0F0F8"/>
                </a:solidFill>
                <a:latin typeface="Calibri"/>
              </a:rPr>
              <a:t>¿Qué control podría generar falsos positivos y cómo se administraría?</a:t>
            </a:r>
          </a:p>
        </p:txBody>
      </p:sp>
      <p:sp>
        <p:nvSpPr>
          <p:cNvPr id="23" name="Rounded Rectangle 22"/>
          <p:cNvSpPr/>
          <p:nvPr/>
        </p:nvSpPr>
        <p:spPr>
          <a:xfrm>
            <a:off x="457200" y="3822191"/>
            <a:ext cx="8229600" cy="566928"/>
          </a:xfrm>
          <a:prstGeom prst="roundRect">
            <a:avLst>
              <a:gd name="adj" fmla="val 14516"/>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66928" y="3959352"/>
            <a:ext cx="292608" cy="292608"/>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959352"/>
            <a:ext cx="292608" cy="292608"/>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5</a:t>
            </a:r>
          </a:p>
        </p:txBody>
      </p:sp>
      <p:sp>
        <p:nvSpPr>
          <p:cNvPr id="26" name="TextBox 25"/>
          <p:cNvSpPr txBox="1"/>
          <p:nvPr/>
        </p:nvSpPr>
        <p:spPr>
          <a:xfrm>
            <a:off x="1005840" y="3822191"/>
            <a:ext cx="7589520" cy="566928"/>
          </a:xfrm>
          <a:prstGeom prst="rect">
            <a:avLst/>
          </a:prstGeom>
          <a:noFill/>
        </p:spPr>
        <p:txBody>
          <a:bodyPr wrap="square" lIns="0" rIns="0" tIns="0" bIns="0" anchor="ctr">
            <a:spAutoFit/>
          </a:bodyPr>
          <a:lstStyle/>
          <a:p>
            <a:pPr algn="l">
              <a:spcAft>
                <a:spcPts val="0"/>
              </a:spcAft>
            </a:pPr>
            <a:r>
              <a:rPr sz="1425" b="0" i="0">
                <a:solidFill>
                  <a:srgbClr val="F0F0F8"/>
                </a:solidFill>
                <a:latin typeface="Calibri"/>
              </a:rPr>
              <a:t>¿Qué parte del diseño depende de una política o infraestructura todavía no confirmada?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2F0"/>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CIERRE</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2B2B2B"/>
                </a:solidFill>
                <a:latin typeface="Calibri"/>
              </a:rPr>
              <a:t>Qué me llevo </a:t>
            </a:r>
            <a:r>
              <a:rPr sz="3200" b="1" i="0">
                <a:solidFill>
                  <a:srgbClr val="6B4CE6"/>
                </a:solidFill>
                <a:latin typeface="Calibri"/>
              </a:rPr>
              <a:t>y qué dejo escrito</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6B6B85"/>
                </a:solidFill>
                <a:latin typeface="Calibri"/>
              </a:rPr>
              <a:t>32</a:t>
            </a:r>
          </a:p>
        </p:txBody>
      </p:sp>
      <p:sp>
        <p:nvSpPr>
          <p:cNvPr id="7" name="TextBox 6"/>
          <p:cNvSpPr txBox="1"/>
          <p:nvPr/>
        </p:nvSpPr>
        <p:spPr>
          <a:xfrm>
            <a:off x="457200" y="1170432"/>
            <a:ext cx="4023360" cy="201168"/>
          </a:xfrm>
          <a:prstGeom prst="rect">
            <a:avLst/>
          </a:prstGeom>
          <a:noFill/>
        </p:spPr>
        <p:txBody>
          <a:bodyPr wrap="square" lIns="0" rIns="0" tIns="0" bIns="0" anchor="t">
            <a:spAutoFit/>
          </a:bodyPr>
          <a:lstStyle/>
          <a:p>
            <a:pPr algn="l">
              <a:spcAft>
                <a:spcPts val="0"/>
              </a:spcAft>
            </a:pPr>
            <a:r>
              <a:rPr sz="1275" b="1" i="0" spc="120">
                <a:solidFill>
                  <a:srgbClr val="6B4CE6"/>
                </a:solidFill>
                <a:latin typeface="Calibri"/>
              </a:rPr>
              <a:t>CUATRO IDEAS PARA LLEVARSE</a:t>
            </a:r>
          </a:p>
        </p:txBody>
      </p:sp>
      <p:sp>
        <p:nvSpPr>
          <p:cNvPr id="8" name="Rounded Rectangle 7"/>
          <p:cNvSpPr/>
          <p:nvPr/>
        </p:nvSpPr>
        <p:spPr>
          <a:xfrm>
            <a:off x="457200" y="1389888"/>
            <a:ext cx="4023360" cy="786384"/>
          </a:xfrm>
          <a:prstGeom prst="roundRect">
            <a:avLst>
              <a:gd name="adj" fmla="val 10465"/>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66928" y="1627632"/>
            <a:ext cx="310896" cy="310896"/>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627632"/>
            <a:ext cx="310896" cy="310896"/>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1</a:t>
            </a:r>
          </a:p>
        </p:txBody>
      </p:sp>
      <p:sp>
        <p:nvSpPr>
          <p:cNvPr id="11" name="TextBox 10"/>
          <p:cNvSpPr txBox="1"/>
          <p:nvPr/>
        </p:nvSpPr>
        <p:spPr>
          <a:xfrm>
            <a:off x="1051560" y="1435608"/>
            <a:ext cx="3337560" cy="274320"/>
          </a:xfrm>
          <a:prstGeom prst="rect">
            <a:avLst/>
          </a:prstGeom>
          <a:noFill/>
        </p:spPr>
        <p:txBody>
          <a:bodyPr wrap="square" lIns="0" rIns="0" tIns="0" bIns="0" anchor="t">
            <a:spAutoFit/>
          </a:bodyPr>
          <a:lstStyle/>
          <a:p>
            <a:pPr algn="l">
              <a:spcAft>
                <a:spcPts val="0"/>
              </a:spcAft>
            </a:pPr>
            <a:r>
              <a:rPr sz="1500" b="1" i="0">
                <a:solidFill>
                  <a:srgbClr val="6B4CE6"/>
                </a:solidFill>
                <a:latin typeface="Calibri"/>
              </a:rPr>
              <a:t>Cinco pasos para razonar</a:t>
            </a:r>
          </a:p>
        </p:txBody>
      </p:sp>
      <p:sp>
        <p:nvSpPr>
          <p:cNvPr id="12" name="TextBox 11"/>
          <p:cNvSpPr txBox="1"/>
          <p:nvPr/>
        </p:nvSpPr>
        <p:spPr>
          <a:xfrm>
            <a:off x="1051560" y="1737360"/>
            <a:ext cx="3337560" cy="420624"/>
          </a:xfrm>
          <a:prstGeom prst="rect">
            <a:avLst/>
          </a:prstGeom>
          <a:noFill/>
        </p:spPr>
        <p:txBody>
          <a:bodyPr wrap="square" lIns="0" rIns="0" tIns="0" bIns="0" anchor="t">
            <a:spAutoFit/>
          </a:bodyPr>
          <a:lstStyle/>
          <a:p>
            <a:pPr algn="l">
              <a:spcAft>
                <a:spcPts val="0"/>
              </a:spcAft>
            </a:pPr>
            <a:r>
              <a:rPr sz="1275" b="0" i="0">
                <a:solidFill>
                  <a:srgbClr val="2B2B2B"/>
                </a:solidFill>
                <a:latin typeface="Calibri"/>
              </a:rPr>
              <a:t>Restricción, opción, trade-off, control y evidencia.</a:t>
            </a:r>
          </a:p>
        </p:txBody>
      </p:sp>
      <p:sp>
        <p:nvSpPr>
          <p:cNvPr id="13" name="Rounded Rectangle 12"/>
          <p:cNvSpPr/>
          <p:nvPr/>
        </p:nvSpPr>
        <p:spPr>
          <a:xfrm>
            <a:off x="457200" y="2212848"/>
            <a:ext cx="4023360" cy="786384"/>
          </a:xfrm>
          <a:prstGeom prst="roundRect">
            <a:avLst>
              <a:gd name="adj" fmla="val 10465"/>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66928" y="2450591"/>
            <a:ext cx="310896" cy="310896"/>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450591"/>
            <a:ext cx="310896" cy="310896"/>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2</a:t>
            </a:r>
          </a:p>
        </p:txBody>
      </p:sp>
      <p:sp>
        <p:nvSpPr>
          <p:cNvPr id="16" name="TextBox 15"/>
          <p:cNvSpPr txBox="1"/>
          <p:nvPr/>
        </p:nvSpPr>
        <p:spPr>
          <a:xfrm>
            <a:off x="1051560" y="2258568"/>
            <a:ext cx="3337560" cy="274320"/>
          </a:xfrm>
          <a:prstGeom prst="rect">
            <a:avLst/>
          </a:prstGeom>
          <a:noFill/>
        </p:spPr>
        <p:txBody>
          <a:bodyPr wrap="square" lIns="0" rIns="0" tIns="0" bIns="0" anchor="t">
            <a:spAutoFit/>
          </a:bodyPr>
          <a:lstStyle/>
          <a:p>
            <a:pPr algn="l">
              <a:spcAft>
                <a:spcPts val="0"/>
              </a:spcAft>
            </a:pPr>
            <a:r>
              <a:rPr sz="1500" b="1" i="0">
                <a:solidFill>
                  <a:srgbClr val="6B4CE6"/>
                </a:solidFill>
                <a:latin typeface="Calibri"/>
              </a:rPr>
              <a:t>El requisito manda</a:t>
            </a:r>
          </a:p>
        </p:txBody>
      </p:sp>
      <p:sp>
        <p:nvSpPr>
          <p:cNvPr id="17" name="TextBox 16"/>
          <p:cNvSpPr txBox="1"/>
          <p:nvPr/>
        </p:nvSpPr>
        <p:spPr>
          <a:xfrm>
            <a:off x="1051560" y="2560320"/>
            <a:ext cx="3337560" cy="420624"/>
          </a:xfrm>
          <a:prstGeom prst="rect">
            <a:avLst/>
          </a:prstGeom>
          <a:noFill/>
        </p:spPr>
        <p:txBody>
          <a:bodyPr wrap="square" lIns="0" rIns="0" tIns="0" bIns="0" anchor="t">
            <a:spAutoFit/>
          </a:bodyPr>
          <a:lstStyle/>
          <a:p>
            <a:pPr algn="l">
              <a:spcAft>
                <a:spcPts val="0"/>
              </a:spcAft>
            </a:pPr>
            <a:r>
              <a:rPr sz="1275" b="0" i="0">
                <a:solidFill>
                  <a:srgbClr val="2B2B2B"/>
                </a:solidFill>
                <a:latin typeface="Calibri"/>
              </a:rPr>
              <a:t>Un orquestador se decide con el requisito, no con la moda.</a:t>
            </a:r>
          </a:p>
        </p:txBody>
      </p:sp>
      <p:sp>
        <p:nvSpPr>
          <p:cNvPr id="18" name="Rounded Rectangle 17"/>
          <p:cNvSpPr/>
          <p:nvPr/>
        </p:nvSpPr>
        <p:spPr>
          <a:xfrm>
            <a:off x="457200" y="3035808"/>
            <a:ext cx="4023360" cy="786384"/>
          </a:xfrm>
          <a:prstGeom prst="roundRect">
            <a:avLst>
              <a:gd name="adj" fmla="val 10465"/>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6928" y="3273552"/>
            <a:ext cx="310896" cy="310896"/>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273552"/>
            <a:ext cx="310896" cy="310896"/>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3</a:t>
            </a:r>
          </a:p>
        </p:txBody>
      </p:sp>
      <p:sp>
        <p:nvSpPr>
          <p:cNvPr id="21" name="TextBox 20"/>
          <p:cNvSpPr txBox="1"/>
          <p:nvPr/>
        </p:nvSpPr>
        <p:spPr>
          <a:xfrm>
            <a:off x="1051560" y="3081528"/>
            <a:ext cx="3337560" cy="274320"/>
          </a:xfrm>
          <a:prstGeom prst="rect">
            <a:avLst/>
          </a:prstGeom>
          <a:noFill/>
        </p:spPr>
        <p:txBody>
          <a:bodyPr wrap="square" lIns="0" rIns="0" tIns="0" bIns="0" anchor="t">
            <a:spAutoFit/>
          </a:bodyPr>
          <a:lstStyle/>
          <a:p>
            <a:pPr algn="l">
              <a:spcAft>
                <a:spcPts val="0"/>
              </a:spcAft>
            </a:pPr>
            <a:r>
              <a:rPr sz="1500" b="1" i="0">
                <a:solidFill>
                  <a:srgbClr val="6B4CE6"/>
                </a:solidFill>
                <a:latin typeface="Calibri"/>
              </a:rPr>
              <a:t>Calidad es acción</a:t>
            </a:r>
          </a:p>
        </p:txBody>
      </p:sp>
      <p:sp>
        <p:nvSpPr>
          <p:cNvPr id="22" name="TextBox 21"/>
          <p:cNvSpPr txBox="1"/>
          <p:nvPr/>
        </p:nvSpPr>
        <p:spPr>
          <a:xfrm>
            <a:off x="1051560" y="3383280"/>
            <a:ext cx="3337560" cy="420624"/>
          </a:xfrm>
          <a:prstGeom prst="rect">
            <a:avLst/>
          </a:prstGeom>
          <a:noFill/>
        </p:spPr>
        <p:txBody>
          <a:bodyPr wrap="square" lIns="0" rIns="0" tIns="0" bIns="0" anchor="t">
            <a:spAutoFit/>
          </a:bodyPr>
          <a:lstStyle/>
          <a:p>
            <a:pPr algn="l">
              <a:spcAft>
                <a:spcPts val="0"/>
              </a:spcAft>
            </a:pPr>
            <a:r>
              <a:rPr sz="1275" b="0" i="0">
                <a:solidFill>
                  <a:srgbClr val="2B2B2B"/>
                </a:solidFill>
                <a:latin typeface="Calibri"/>
              </a:rPr>
              <a:t>Cada control: bloqueante o no, con responsable.</a:t>
            </a:r>
          </a:p>
        </p:txBody>
      </p:sp>
      <p:sp>
        <p:nvSpPr>
          <p:cNvPr id="23" name="Rounded Rectangle 22"/>
          <p:cNvSpPr/>
          <p:nvPr/>
        </p:nvSpPr>
        <p:spPr>
          <a:xfrm>
            <a:off x="457200" y="3858768"/>
            <a:ext cx="4023360" cy="786384"/>
          </a:xfrm>
          <a:prstGeom prst="roundRect">
            <a:avLst>
              <a:gd name="adj" fmla="val 10465"/>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66928" y="4096512"/>
            <a:ext cx="310896" cy="310896"/>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4096512"/>
            <a:ext cx="310896" cy="310896"/>
          </a:xfrm>
          <a:prstGeom prst="rect">
            <a:avLst/>
          </a:prstGeom>
          <a:noFill/>
        </p:spPr>
        <p:txBody>
          <a:bodyPr wrap="square" lIns="0" rIns="0" tIns="0" bIns="0" anchor="ctr">
            <a:spAutoFit/>
          </a:bodyPr>
          <a:lstStyle/>
          <a:p>
            <a:pPr algn="ctr">
              <a:spcAft>
                <a:spcPts val="0"/>
              </a:spcAft>
            </a:pPr>
            <a:r>
              <a:rPr sz="1650" b="1" i="0">
                <a:solidFill>
                  <a:srgbClr val="FFFFFF"/>
                </a:solidFill>
                <a:latin typeface="Calibri"/>
              </a:rPr>
              <a:t>4</a:t>
            </a:r>
          </a:p>
        </p:txBody>
      </p:sp>
      <p:sp>
        <p:nvSpPr>
          <p:cNvPr id="26" name="TextBox 25"/>
          <p:cNvSpPr txBox="1"/>
          <p:nvPr/>
        </p:nvSpPr>
        <p:spPr>
          <a:xfrm>
            <a:off x="1051560" y="3904488"/>
            <a:ext cx="3337560" cy="274320"/>
          </a:xfrm>
          <a:prstGeom prst="rect">
            <a:avLst/>
          </a:prstGeom>
          <a:noFill/>
        </p:spPr>
        <p:txBody>
          <a:bodyPr wrap="square" lIns="0" rIns="0" tIns="0" bIns="0" anchor="t">
            <a:spAutoFit/>
          </a:bodyPr>
          <a:lstStyle/>
          <a:p>
            <a:pPr algn="l">
              <a:spcAft>
                <a:spcPts val="0"/>
              </a:spcAft>
            </a:pPr>
            <a:r>
              <a:rPr sz="1500" b="1" i="0">
                <a:solidFill>
                  <a:srgbClr val="6B4CE6"/>
                </a:solidFill>
                <a:latin typeface="Calibri"/>
              </a:rPr>
              <a:t>Monitorear no es recuperar</a:t>
            </a:r>
          </a:p>
        </p:txBody>
      </p:sp>
      <p:sp>
        <p:nvSpPr>
          <p:cNvPr id="27" name="TextBox 26"/>
          <p:cNvSpPr txBox="1"/>
          <p:nvPr/>
        </p:nvSpPr>
        <p:spPr>
          <a:xfrm>
            <a:off x="1051560" y="4206240"/>
            <a:ext cx="3337560" cy="420624"/>
          </a:xfrm>
          <a:prstGeom prst="rect">
            <a:avLst/>
          </a:prstGeom>
          <a:noFill/>
        </p:spPr>
        <p:txBody>
          <a:bodyPr wrap="square" lIns="0" rIns="0" tIns="0" bIns="0" anchor="t">
            <a:spAutoFit/>
          </a:bodyPr>
          <a:lstStyle/>
          <a:p>
            <a:pPr algn="l">
              <a:spcAft>
                <a:spcPts val="0"/>
              </a:spcAft>
            </a:pPr>
            <a:r>
              <a:rPr sz="1275" b="0" i="0">
                <a:solidFill>
                  <a:srgbClr val="2B2B2B"/>
                </a:solidFill>
                <a:latin typeface="Calibri"/>
              </a:rPr>
              <a:t>Detectar, contener, recuperar y decidir.</a:t>
            </a:r>
          </a:p>
        </p:txBody>
      </p:sp>
      <p:sp>
        <p:nvSpPr>
          <p:cNvPr id="28" name="TextBox 27"/>
          <p:cNvSpPr txBox="1"/>
          <p:nvPr/>
        </p:nvSpPr>
        <p:spPr>
          <a:xfrm>
            <a:off x="4663440" y="1170432"/>
            <a:ext cx="4023360" cy="201168"/>
          </a:xfrm>
          <a:prstGeom prst="rect">
            <a:avLst/>
          </a:prstGeom>
          <a:noFill/>
        </p:spPr>
        <p:txBody>
          <a:bodyPr wrap="square" lIns="0" rIns="0" tIns="0" bIns="0" anchor="t">
            <a:spAutoFit/>
          </a:bodyPr>
          <a:lstStyle/>
          <a:p>
            <a:pPr algn="l">
              <a:spcAft>
                <a:spcPts val="0"/>
              </a:spcAft>
            </a:pPr>
            <a:r>
              <a:rPr sz="1275" b="1" i="0" spc="120">
                <a:solidFill>
                  <a:srgbClr val="6B4CE6"/>
                </a:solidFill>
                <a:latin typeface="Calibri"/>
              </a:rPr>
              <a:t>TICKET DE SALIDA · UNA FRASE POR CADA UNO</a:t>
            </a:r>
          </a:p>
        </p:txBody>
      </p:sp>
      <p:sp>
        <p:nvSpPr>
          <p:cNvPr id="29" name="Rounded Rectangle 28"/>
          <p:cNvSpPr/>
          <p:nvPr/>
        </p:nvSpPr>
        <p:spPr>
          <a:xfrm>
            <a:off x="4663440" y="1417320"/>
            <a:ext cx="4023360" cy="914400"/>
          </a:xfrm>
          <a:prstGeom prst="roundRect">
            <a:avLst>
              <a:gd name="adj" fmla="val 9000"/>
            </a:avLst>
          </a:prstGeom>
          <a:solidFill>
            <a:srgbClr val="E9E2FF"/>
          </a:solidFill>
          <a:ln w="952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6320" y="1508760"/>
            <a:ext cx="3657600" cy="274320"/>
          </a:xfrm>
          <a:prstGeom prst="rect">
            <a:avLst/>
          </a:prstGeom>
          <a:noFill/>
        </p:spPr>
        <p:txBody>
          <a:bodyPr wrap="square" lIns="0" rIns="0" tIns="0" bIns="0" anchor="t">
            <a:spAutoFit/>
          </a:bodyPr>
          <a:lstStyle/>
          <a:p>
            <a:pPr algn="l">
              <a:spcAft>
                <a:spcPts val="0"/>
              </a:spcAft>
            </a:pPr>
            <a:r>
              <a:rPr sz="1800" b="1" i="0">
                <a:solidFill>
                  <a:srgbClr val="6B4CE6"/>
                </a:solidFill>
                <a:latin typeface="Calibri"/>
              </a:rPr>
              <a:t>Mi decisión más sólida</a:t>
            </a:r>
          </a:p>
        </p:txBody>
      </p:sp>
      <p:sp>
        <p:nvSpPr>
          <p:cNvPr id="31" name="TextBox 30"/>
          <p:cNvSpPr txBox="1"/>
          <p:nvPr/>
        </p:nvSpPr>
        <p:spPr>
          <a:xfrm>
            <a:off x="4846320" y="1874519"/>
            <a:ext cx="3657600" cy="411480"/>
          </a:xfrm>
          <a:prstGeom prst="rect">
            <a:avLst/>
          </a:prstGeom>
          <a:noFill/>
        </p:spPr>
        <p:txBody>
          <a:bodyPr wrap="square" lIns="0" rIns="0" tIns="0" bIns="0" anchor="t">
            <a:spAutoFit/>
          </a:bodyPr>
          <a:lstStyle/>
          <a:p>
            <a:pPr algn="l">
              <a:spcAft>
                <a:spcPts val="0"/>
              </a:spcAft>
            </a:pPr>
            <a:r>
              <a:rPr sz="1575" b="0" i="0">
                <a:solidFill>
                  <a:srgbClr val="2B2B2B"/>
                </a:solidFill>
                <a:latin typeface="Calibri"/>
              </a:rPr>
              <a:t>La que mejor puedo defender.</a:t>
            </a:r>
          </a:p>
        </p:txBody>
      </p:sp>
      <p:sp>
        <p:nvSpPr>
          <p:cNvPr id="32" name="Rounded Rectangle 31"/>
          <p:cNvSpPr/>
          <p:nvPr/>
        </p:nvSpPr>
        <p:spPr>
          <a:xfrm>
            <a:off x="4663440" y="2423160"/>
            <a:ext cx="4023360" cy="914400"/>
          </a:xfrm>
          <a:prstGeom prst="roundRect">
            <a:avLst>
              <a:gd name="adj" fmla="val 9000"/>
            </a:avLst>
          </a:prstGeom>
          <a:solidFill>
            <a:srgbClr val="E9E2FF"/>
          </a:solidFill>
          <a:ln w="952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46320" y="2514600"/>
            <a:ext cx="3657600" cy="274320"/>
          </a:xfrm>
          <a:prstGeom prst="rect">
            <a:avLst/>
          </a:prstGeom>
          <a:noFill/>
        </p:spPr>
        <p:txBody>
          <a:bodyPr wrap="square" lIns="0" rIns="0" tIns="0" bIns="0" anchor="t">
            <a:spAutoFit/>
          </a:bodyPr>
          <a:lstStyle/>
          <a:p>
            <a:pPr algn="l">
              <a:spcAft>
                <a:spcPts val="0"/>
              </a:spcAft>
            </a:pPr>
            <a:r>
              <a:rPr sz="1800" b="1" i="0">
                <a:solidFill>
                  <a:srgbClr val="6B4CE6"/>
                </a:solidFill>
                <a:latin typeface="Calibri"/>
              </a:rPr>
              <a:t>Un riesgo abierto</a:t>
            </a:r>
          </a:p>
        </p:txBody>
      </p:sp>
      <p:sp>
        <p:nvSpPr>
          <p:cNvPr id="34" name="TextBox 33"/>
          <p:cNvSpPr txBox="1"/>
          <p:nvPr/>
        </p:nvSpPr>
        <p:spPr>
          <a:xfrm>
            <a:off x="4846320" y="2880360"/>
            <a:ext cx="3657600" cy="411480"/>
          </a:xfrm>
          <a:prstGeom prst="rect">
            <a:avLst/>
          </a:prstGeom>
          <a:noFill/>
        </p:spPr>
        <p:txBody>
          <a:bodyPr wrap="square" lIns="0" rIns="0" tIns="0" bIns="0" anchor="t">
            <a:spAutoFit/>
          </a:bodyPr>
          <a:lstStyle/>
          <a:p>
            <a:pPr algn="l">
              <a:spcAft>
                <a:spcPts val="0"/>
              </a:spcAft>
            </a:pPr>
            <a:r>
              <a:rPr sz="1575" b="0" i="0">
                <a:solidFill>
                  <a:srgbClr val="2B2B2B"/>
                </a:solidFill>
                <a:latin typeface="Calibri"/>
              </a:rPr>
              <a:t>Lo que todavía no controlo.</a:t>
            </a:r>
          </a:p>
        </p:txBody>
      </p:sp>
      <p:sp>
        <p:nvSpPr>
          <p:cNvPr id="35" name="Rounded Rectangle 34"/>
          <p:cNvSpPr/>
          <p:nvPr/>
        </p:nvSpPr>
        <p:spPr>
          <a:xfrm>
            <a:off x="4663440" y="3429000"/>
            <a:ext cx="4023360" cy="914400"/>
          </a:xfrm>
          <a:prstGeom prst="roundRect">
            <a:avLst>
              <a:gd name="adj" fmla="val 9000"/>
            </a:avLst>
          </a:prstGeom>
          <a:solidFill>
            <a:srgbClr val="E9E2FF"/>
          </a:solidFill>
          <a:ln w="952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46320" y="3520440"/>
            <a:ext cx="3657600" cy="274320"/>
          </a:xfrm>
          <a:prstGeom prst="rect">
            <a:avLst/>
          </a:prstGeom>
          <a:noFill/>
        </p:spPr>
        <p:txBody>
          <a:bodyPr wrap="square" lIns="0" rIns="0" tIns="0" bIns="0" anchor="t">
            <a:spAutoFit/>
          </a:bodyPr>
          <a:lstStyle/>
          <a:p>
            <a:pPr algn="l">
              <a:spcAft>
                <a:spcPts val="0"/>
              </a:spcAft>
            </a:pPr>
            <a:r>
              <a:rPr sz="1800" b="1" i="0">
                <a:solidFill>
                  <a:srgbClr val="6B4CE6"/>
                </a:solidFill>
                <a:latin typeface="Calibri"/>
              </a:rPr>
              <a:t>El próximo experimento</a:t>
            </a:r>
          </a:p>
        </p:txBody>
      </p:sp>
      <p:sp>
        <p:nvSpPr>
          <p:cNvPr id="37" name="TextBox 36"/>
          <p:cNvSpPr txBox="1"/>
          <p:nvPr/>
        </p:nvSpPr>
        <p:spPr>
          <a:xfrm>
            <a:off x="4846320" y="3886200"/>
            <a:ext cx="3657600" cy="411480"/>
          </a:xfrm>
          <a:prstGeom prst="rect">
            <a:avLst/>
          </a:prstGeom>
          <a:noFill/>
        </p:spPr>
        <p:txBody>
          <a:bodyPr wrap="square" lIns="0" rIns="0" tIns="0" bIns="0" anchor="t">
            <a:spAutoFit/>
          </a:bodyPr>
          <a:lstStyle/>
          <a:p>
            <a:pPr algn="l">
              <a:spcAft>
                <a:spcPts val="0"/>
              </a:spcAft>
            </a:pPr>
            <a:r>
              <a:rPr sz="1575" b="0" i="0">
                <a:solidFill>
                  <a:srgbClr val="2B2B2B"/>
                </a:solidFill>
                <a:latin typeface="Calibri"/>
              </a:rPr>
              <a:t>Qué probaría después.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D0D14"/>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spcAft>
                <a:spcPts val="0"/>
              </a:spcAft>
            </a:pPr>
            <a:r>
              <a:rPr sz="1050" b="1" i="0" spc="200">
                <a:solidFill>
                  <a:srgbClr val="7C5CF6"/>
                </a:solidFill>
                <a:latin typeface="Calibri"/>
              </a:rPr>
              <a:t>LO QUE VIENE</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spcAft>
                <a:spcPts val="0"/>
              </a:spcAft>
            </a:pPr>
            <a:r>
              <a:rPr sz="3200" b="1" i="0">
                <a:solidFill>
                  <a:srgbClr val="FFFFFF"/>
                </a:solidFill>
                <a:latin typeface="Calibri"/>
              </a:rPr>
              <a:t>Hacia la </a:t>
            </a:r>
            <a:r>
              <a:rPr sz="3200" b="1" i="0">
                <a:solidFill>
                  <a:srgbClr val="A48AFB"/>
                </a:solidFill>
                <a:latin typeface="Calibri"/>
              </a:rPr>
              <a:t>clase 5</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18872"/>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spcAft>
                <a:spcPts val="0"/>
              </a:spcAft>
            </a:pPr>
            <a:r>
              <a:rPr sz="1000" b="0" i="0">
                <a:solidFill>
                  <a:srgbClr val="8888A8"/>
                </a:solidFill>
                <a:latin typeface="Calibri"/>
              </a:rPr>
              <a:t>33</a:t>
            </a:r>
          </a:p>
        </p:txBody>
      </p:sp>
      <p:sp>
        <p:nvSpPr>
          <p:cNvPr id="7" name="Rounded Rectangle 6"/>
          <p:cNvSpPr/>
          <p:nvPr/>
        </p:nvSpPr>
        <p:spPr>
          <a:xfrm>
            <a:off x="457200" y="1371600"/>
            <a:ext cx="3657600" cy="1371600"/>
          </a:xfrm>
          <a:prstGeom prst="roundRect">
            <a:avLst>
              <a:gd name="adj" fmla="val 6000"/>
            </a:avLst>
          </a:prstGeom>
          <a:solidFill>
            <a:srgbClr val="1E1650"/>
          </a:solidFill>
          <a:ln w="1587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371600"/>
            <a:ext cx="3511296" cy="1371600"/>
          </a:xfrm>
          <a:prstGeom prst="rect">
            <a:avLst/>
          </a:prstGeom>
          <a:noFill/>
        </p:spPr>
        <p:txBody>
          <a:bodyPr wrap="square" lIns="0" rIns="0" tIns="0" bIns="0" anchor="ctr">
            <a:spAutoFit/>
          </a:bodyPr>
          <a:lstStyle/>
          <a:p>
            <a:pPr algn="ctr">
              <a:spcAft>
                <a:spcPts val="0"/>
              </a:spcAft>
            </a:pPr>
            <a:r>
              <a:rPr sz="1875" b="1" i="0">
                <a:solidFill>
                  <a:srgbClr val="F0F0F8"/>
                </a:solidFill>
                <a:latin typeface="Calibri"/>
              </a:rPr>
              <a:t>Hoy: pipelines de datos con calidad y gobierno</a:t>
            </a:r>
          </a:p>
        </p:txBody>
      </p:sp>
      <p:cxnSp>
        <p:nvCxnSpPr>
          <p:cNvPr id="9" name="Connector 8"/>
          <p:cNvCxnSpPr/>
          <p:nvPr/>
        </p:nvCxnSpPr>
        <p:spPr>
          <a:xfrm>
            <a:off x="4114800" y="2057400"/>
            <a:ext cx="914400" cy="0"/>
          </a:xfrm>
          <a:prstGeom prst="line">
            <a:avLst/>
          </a:prstGeom>
          <a:ln w="19050">
            <a:solidFill>
              <a:srgbClr val="8888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029200" y="1371600"/>
            <a:ext cx="3657600" cy="1371600"/>
          </a:xfrm>
          <a:prstGeom prst="roundRect">
            <a:avLst>
              <a:gd name="adj" fmla="val 6000"/>
            </a:avLst>
          </a:prstGeom>
          <a:solidFill>
            <a:srgbClr val="0A2820"/>
          </a:solidFill>
          <a:ln w="15875">
            <a:solidFill>
              <a:srgbClr val="10D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02352" y="1371600"/>
            <a:ext cx="3511296" cy="1371600"/>
          </a:xfrm>
          <a:prstGeom prst="rect">
            <a:avLst/>
          </a:prstGeom>
          <a:noFill/>
        </p:spPr>
        <p:txBody>
          <a:bodyPr wrap="square" lIns="0" rIns="0" tIns="0" bIns="0" anchor="ctr">
            <a:spAutoFit/>
          </a:bodyPr>
          <a:lstStyle/>
          <a:p>
            <a:pPr algn="ctr">
              <a:spcAft>
                <a:spcPts val="0"/>
              </a:spcAft>
            </a:pPr>
            <a:r>
              <a:rPr sz="1875" b="1" i="0">
                <a:solidFill>
                  <a:srgbClr val="F0F0F8"/>
                </a:solidFill>
                <a:latin typeface="Calibri"/>
              </a:rPr>
              <a:t>Clase 5: pipelines de modelos y plataformas</a:t>
            </a:r>
          </a:p>
        </p:txBody>
      </p:sp>
      <p:sp>
        <p:nvSpPr>
          <p:cNvPr id="12" name="Rounded Rectangle 11"/>
          <p:cNvSpPr/>
          <p:nvPr/>
        </p:nvSpPr>
        <p:spPr>
          <a:xfrm>
            <a:off x="457200" y="3017520"/>
            <a:ext cx="1965960" cy="640080"/>
          </a:xfrm>
          <a:prstGeom prst="roundRect">
            <a:avLst>
              <a:gd name="adj" fmla="val 12857"/>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3017520"/>
            <a:ext cx="1819656" cy="640080"/>
          </a:xfrm>
          <a:prstGeom prst="rect">
            <a:avLst/>
          </a:prstGeom>
          <a:noFill/>
        </p:spPr>
        <p:txBody>
          <a:bodyPr wrap="square" lIns="0" rIns="0" tIns="0" bIns="0" anchor="ctr">
            <a:spAutoFit/>
          </a:bodyPr>
          <a:lstStyle/>
          <a:p>
            <a:pPr algn="ctr">
              <a:spcAft>
                <a:spcPts val="0"/>
              </a:spcAft>
            </a:pPr>
            <a:r>
              <a:rPr sz="1500" b="1" i="0">
                <a:solidFill>
                  <a:srgbClr val="F0F0F8"/>
                </a:solidFill>
                <a:latin typeface="Calibri"/>
              </a:rPr>
              <a:t>Dependencias</a:t>
            </a:r>
          </a:p>
        </p:txBody>
      </p:sp>
      <p:sp>
        <p:nvSpPr>
          <p:cNvPr id="14" name="Rounded Rectangle 13"/>
          <p:cNvSpPr/>
          <p:nvPr/>
        </p:nvSpPr>
        <p:spPr>
          <a:xfrm>
            <a:off x="2560320" y="3017520"/>
            <a:ext cx="1965960" cy="640080"/>
          </a:xfrm>
          <a:prstGeom prst="roundRect">
            <a:avLst>
              <a:gd name="adj" fmla="val 12857"/>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33472" y="3017520"/>
            <a:ext cx="1819656" cy="640080"/>
          </a:xfrm>
          <a:prstGeom prst="rect">
            <a:avLst/>
          </a:prstGeom>
          <a:noFill/>
        </p:spPr>
        <p:txBody>
          <a:bodyPr wrap="square" lIns="0" rIns="0" tIns="0" bIns="0" anchor="ctr">
            <a:spAutoFit/>
          </a:bodyPr>
          <a:lstStyle/>
          <a:p>
            <a:pPr algn="ctr">
              <a:spcAft>
                <a:spcPts val="0"/>
              </a:spcAft>
            </a:pPr>
            <a:r>
              <a:rPr sz="1500" b="1" i="0">
                <a:solidFill>
                  <a:srgbClr val="F0F0F8"/>
                </a:solidFill>
                <a:latin typeface="Calibri"/>
              </a:rPr>
              <a:t>Controles</a:t>
            </a:r>
          </a:p>
        </p:txBody>
      </p:sp>
      <p:sp>
        <p:nvSpPr>
          <p:cNvPr id="16" name="Rounded Rectangle 15"/>
          <p:cNvSpPr/>
          <p:nvPr/>
        </p:nvSpPr>
        <p:spPr>
          <a:xfrm>
            <a:off x="4663440" y="3017520"/>
            <a:ext cx="1965960" cy="640080"/>
          </a:xfrm>
          <a:prstGeom prst="roundRect">
            <a:avLst>
              <a:gd name="adj" fmla="val 12857"/>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36592" y="3017520"/>
            <a:ext cx="1819656" cy="640080"/>
          </a:xfrm>
          <a:prstGeom prst="rect">
            <a:avLst/>
          </a:prstGeom>
          <a:noFill/>
        </p:spPr>
        <p:txBody>
          <a:bodyPr wrap="square" lIns="0" rIns="0" tIns="0" bIns="0" anchor="ctr">
            <a:spAutoFit/>
          </a:bodyPr>
          <a:lstStyle/>
          <a:p>
            <a:pPr algn="ctr">
              <a:spcAft>
                <a:spcPts val="0"/>
              </a:spcAft>
            </a:pPr>
            <a:r>
              <a:rPr sz="1500" b="1" i="0">
                <a:solidFill>
                  <a:srgbClr val="F0F0F8"/>
                </a:solidFill>
                <a:latin typeface="Calibri"/>
              </a:rPr>
              <a:t>Responsables</a:t>
            </a:r>
          </a:p>
        </p:txBody>
      </p:sp>
      <p:sp>
        <p:nvSpPr>
          <p:cNvPr id="18" name="Rounded Rectangle 17"/>
          <p:cNvSpPr/>
          <p:nvPr/>
        </p:nvSpPr>
        <p:spPr>
          <a:xfrm>
            <a:off x="6766559" y="3017520"/>
            <a:ext cx="1965960" cy="640080"/>
          </a:xfrm>
          <a:prstGeom prst="roundRect">
            <a:avLst>
              <a:gd name="adj" fmla="val 12857"/>
            </a:avLst>
          </a:prstGeom>
          <a:solidFill>
            <a:srgbClr val="16161F"/>
          </a:solidFill>
          <a:ln w="9525">
            <a:solidFill>
              <a:srgbClr val="222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39712" y="3017520"/>
            <a:ext cx="1819656" cy="640080"/>
          </a:xfrm>
          <a:prstGeom prst="rect">
            <a:avLst/>
          </a:prstGeom>
          <a:noFill/>
        </p:spPr>
        <p:txBody>
          <a:bodyPr wrap="square" lIns="0" rIns="0" tIns="0" bIns="0" anchor="ctr">
            <a:spAutoFit/>
          </a:bodyPr>
          <a:lstStyle/>
          <a:p>
            <a:pPr algn="ctr">
              <a:spcAft>
                <a:spcPts val="0"/>
              </a:spcAft>
            </a:pPr>
            <a:r>
              <a:rPr sz="1500" b="1" i="0">
                <a:solidFill>
                  <a:srgbClr val="F0F0F8"/>
                </a:solidFill>
                <a:latin typeface="Calibri"/>
              </a:rPr>
              <a:t>Recuperación</a:t>
            </a:r>
          </a:p>
        </p:txBody>
      </p:sp>
      <p:sp>
        <p:nvSpPr>
          <p:cNvPr id="20" name="TextBox 19"/>
          <p:cNvSpPr txBox="1"/>
          <p:nvPr/>
        </p:nvSpPr>
        <p:spPr>
          <a:xfrm>
            <a:off x="457200" y="4023360"/>
            <a:ext cx="8229600" cy="274320"/>
          </a:xfrm>
          <a:prstGeom prst="rect">
            <a:avLst/>
          </a:prstGeom>
          <a:noFill/>
        </p:spPr>
        <p:txBody>
          <a:bodyPr wrap="square" lIns="0" rIns="0" tIns="0" bIns="0" anchor="ctr">
            <a:spAutoFit/>
          </a:bodyPr>
          <a:lstStyle/>
          <a:p>
            <a:pPr algn="ctr">
              <a:spcAft>
                <a:spcPts val="0"/>
              </a:spcAft>
            </a:pPr>
            <a:r>
              <a:rPr sz="1650" b="0" i="1">
                <a:solidFill>
                  <a:srgbClr val="8888A8"/>
                </a:solidFill>
                <a:latin typeface="Calibri"/>
              </a:rPr>
              <a:t>Las mismas ideas, con un modelo en lugar de una tabla.</a:t>
            </a:r>
          </a:p>
        </p:txBody>
      </p:sp>
    </p:spTree>
  </p:cSld>
  <p:clrMapOvr>
    <a:masterClrMapping/>
  </p:clrMapOvr>
</p:sld>
</file>

<file path=ppt/slides/slide90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6"/>
          <p:cNvSpPr txBox="1"/>
          <p:nvPr/>
        </p:nvSpPr>
        <p:spPr>
          <a:xfrm>
            <a:off x="861299" y="1537221"/>
            <a:ext cx="4762476" cy="166196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AR" sz="2400" b="1" dirty="0">
                <a:solidFill>
                  <a:srgbClr val="FEFFFF"/>
                </a:solidFill>
                <a:latin typeface="Plus Jakarta Sans"/>
                <a:ea typeface="Plus Jakarta Sans"/>
                <a:cs typeface="Plus Jakarta Sans"/>
                <a:sym typeface="Plus Jakarta Sans"/>
              </a:rPr>
              <a:t>Orquestación y </a:t>
            </a:r>
            <a:r>
              <a:rPr lang="es-AR" sz="2400" b="1" dirty="0">
                <a:solidFill>
                  <a:srgbClr val="9E7AF2"/>
                </a:solidFill>
                <a:latin typeface="Plus Jakarta Sans"/>
                <a:ea typeface="Plus Jakarta Sans"/>
                <a:cs typeface="Plus Jakarta Sans"/>
                <a:sym typeface="Plus Jakarta Sans"/>
              </a:rPr>
              <a:t>gobierno de datos</a:t>
            </a:r>
          </a:p>
          <a:p>
            <a:pPr marL="0" lvl="0" indent="0" algn="l" rtl="0">
              <a:spcBef>
                <a:spcPts val="0"/>
              </a:spcBef>
              <a:spcAft>
                <a:spcPts val="0"/>
              </a:spcAft>
              <a:buNone/>
            </a:pPr>
            <a:endParaRPr lang="es-AR" sz="3200" b="1" dirty="0">
              <a:solidFill>
                <a:srgbClr val="9E7AF2"/>
              </a:solidFill>
              <a:latin typeface="Plus Jakarta Sans"/>
              <a:ea typeface="Plus Jakarta Sans"/>
              <a:cs typeface="Plus Jakarta Sans"/>
              <a:sym typeface="Plus Jakarta Sans"/>
            </a:endParaRPr>
          </a:p>
        </p:txBody>
      </p:sp>
      <p:pic>
        <p:nvPicPr>
          <p:cNvPr id="67" name="Google Shape;67;p16"/>
          <p:cNvPicPr preferRelativeResize="0"/>
          <p:nvPr/>
        </p:nvPicPr>
        <p:blipFill>
          <a:blip r:embed="rId3">
            <a:alphaModFix/>
          </a:blip>
          <a:stretch>
            <a:fillRect/>
          </a:stretch>
        </p:blipFill>
        <p:spPr>
          <a:xfrm>
            <a:off x="861327" y="265453"/>
            <a:ext cx="1209149" cy="240875"/>
          </a:xfrm>
          <a:prstGeom prst="rect">
            <a:avLst/>
          </a:prstGeom>
          <a:noFill/>
          <a:ln>
            <a:noFill/>
          </a:ln>
        </p:spPr>
      </p:pic>
      <p:sp>
        <p:nvSpPr>
          <p:cNvPr id="71" name="Google Shape;71;p16"/>
          <p:cNvSpPr txBox="1"/>
          <p:nvPr/>
        </p:nvSpPr>
        <p:spPr>
          <a:xfrm>
            <a:off x="861300" y="3276099"/>
            <a:ext cx="3710700" cy="1754296"/>
          </a:xfrm>
          <a:prstGeom prst="rect">
            <a:avLst/>
          </a:prstGeom>
          <a:noFill/>
          <a:ln>
            <a:noFill/>
          </a:ln>
        </p:spPr>
        <p:txBody>
          <a:bodyPr spcFirstLastPara="1" wrap="square" lIns="91425" tIns="91425" rIns="91425" bIns="91425" anchor="t" anchorCtr="0">
            <a:spAutoFit/>
          </a:bodyPr>
          <a:lstStyle/>
          <a:p>
            <a:pPr>
              <a:lnSpc>
                <a:spcPct val="150000"/>
              </a:lnSpc>
            </a:pPr>
            <a:r>
              <a:rPr lang="en-US" b="1">
                <a:solidFill>
                  <a:srgbClr val="C4C4CC"/>
                </a:solidFill>
                <a:latin typeface="Inter"/>
                <a:ea typeface="Inter"/>
                <a:sym typeface="Lato"/>
              </a:rPr>
              <a:t>Clase en vivo 4 · 120 minutos</a:t>
            </a:r>
          </a:p>
          <a:p>
            <a:pPr>
              <a:lnSpc>
                <a:spcPct val="150000"/>
              </a:lnSpc>
            </a:pPr>
            <a:r>
              <a:rPr lang="en-US" dirty="0" err="1">
                <a:solidFill>
                  <a:srgbClr val="C4C4CC"/>
                </a:solidFill>
                <a:latin typeface="Inter"/>
                <a:ea typeface="Inter"/>
                <a:sym typeface="Lato"/>
              </a:rPr>
              <a:t>Programa: Arquitectura de Datos, Gobierno y Orquestación — ARCA</a:t>
            </a:r>
            <a:endParaRPr lang="en-US" dirty="0">
              <a:solidFill>
                <a:srgbClr val="C4C4CC"/>
              </a:solidFill>
              <a:latin typeface="Inter"/>
              <a:ea typeface="Inter"/>
              <a:sym typeface="Lato"/>
            </a:endParaRPr>
          </a:p>
          <a:p>
            <a:pPr marL="0" lvl="0" indent="0" algn="l" rtl="0">
              <a:lnSpc>
                <a:spcPct val="150000"/>
              </a:lnSpc>
              <a:spcBef>
                <a:spcPts val="0"/>
              </a:spcBef>
              <a:spcAft>
                <a:spcPts val="0"/>
              </a:spcAft>
              <a:buNone/>
            </a:pPr>
            <a:endParaRPr sz="4000" b="1" dirty="0">
              <a:solidFill>
                <a:srgbClr val="9E7AF2"/>
              </a:solidFill>
              <a:latin typeface="Plus Jakarta Sans"/>
              <a:ea typeface="Plus Jakarta Sans"/>
              <a:cs typeface="Plus Jakarta Sans"/>
              <a:sym typeface="Plus Jakarta Sans"/>
            </a:endParaRPr>
          </a:p>
        </p:txBody>
      </p:sp>
      <p:sp>
        <p:nvSpPr>
          <p:cNvPr id="2" name="Text 1">
            <a:extLst>
              <a:ext uri="{FF2B5EF4-FFF2-40B4-BE49-F238E27FC236}">
                <a16:creationId xmlns:a16="http://schemas.microsoft.com/office/drawing/2014/main" id="{9E92207A-6162-7A54-082D-DD324E9EF3FF}"/>
              </a:ext>
            </a:extLst>
          </p:cNvPr>
          <p:cNvSpPr/>
          <p:nvPr/>
        </p:nvSpPr>
        <p:spPr>
          <a:xfrm>
            <a:off x="2028461" y="284115"/>
            <a:ext cx="8229600" cy="228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70" b="1" i="0" u="none" strike="noStrike" kern="0" cap="none" spc="250" normalizeH="0" baseline="0" noProof="0" dirty="0">
                <a:ln>
                  <a:noFill/>
                </a:ln>
                <a:solidFill>
                  <a:srgbClr val="7C5CF6"/>
                </a:solidFill>
                <a:effectLst/>
                <a:uLnTx/>
                <a:uFillTx/>
                <a:latin typeface="Calibri" pitchFamily="34" charset="0"/>
                <a:ea typeface="Calibri" pitchFamily="34" charset="-122"/>
                <a:cs typeface="Calibri" pitchFamily="34" charset="-120"/>
              </a:rPr>
              <a:t>CLASE EN VIVO 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2" name="Picture 71" descr="arca_logo.png"/>
          <p:cNvPicPr>
            <a:picLocks noChangeAspect="1"/>
          </p:cNvPicPr>
          <p:nvPr/>
        </p:nvPicPr>
        <p:blipFill>
          <a:blip r:embed="rId7"/>
          <a:stretch>
            <a:fillRect/>
          </a:stretch>
        </p:blipFill>
        <p:spPr>
          <a:xfrm>
            <a:off x="5852160" y="384048"/>
            <a:ext cx="2834640" cy="216512"/>
          </a:xfrm>
          <a:prstGeom prst="rect">
            <a:avLst/>
          </a:prstGeom>
        </p:spPr>
      </p:pic>
      <p:pic>
        <p:nvPicPr>
          <p:cNvPr id="73" name="Picture 72" descr="qr.png"/>
          <p:cNvPicPr>
            <a:picLocks noChangeAspect="1"/>
          </p:cNvPicPr>
          <p:nvPr/>
        </p:nvPicPr>
        <p:blipFill>
          <a:blip r:embed="rId8"/>
          <a:stretch>
            <a:fillRect/>
          </a:stretch>
        </p:blipFill>
        <p:spPr>
          <a:xfrm>
            <a:off x="6949440" y="2103120"/>
            <a:ext cx="1737360" cy="1737360"/>
          </a:xfrm>
          <a:prstGeom prst="rect">
            <a:avLst/>
          </a:prstGeom>
        </p:spPr>
      </p:pic>
      <p:sp>
        <p:nvSpPr>
          <p:cNvPr id="74" name="TextBox 73"/>
          <p:cNvSpPr txBox="1"/>
          <p:nvPr/>
        </p:nvSpPr>
        <p:spPr>
          <a:xfrm>
            <a:off x="6766560" y="3931920"/>
            <a:ext cx="2103120" cy="457200"/>
          </a:xfrm>
          <a:prstGeom prst="rect">
            <a:avLst/>
          </a:prstGeom>
          <a:noFill/>
        </p:spPr>
        <p:txBody>
          <a:bodyPr wrap="square" lIns="0" rIns="0" tIns="0" bIns="0" anchor="t">
            <a:spAutoFit/>
          </a:bodyPr>
          <a:lstStyle/>
          <a:p>
            <a:pPr algn="ctr"/>
            <a:r>
              <a:rPr sz="1370" b="1" i="0">
                <a:solidFill>
                  <a:srgbClr val="FFFFFF"/>
                </a:solidFill>
                <a:latin typeface="Calibri"/>
              </a:rPr>
              <a:t>Escaneá el QR para registrar tu asistencia</a:t>
            </a:r>
          </a:p>
        </p:txBody>
      </p:sp>
    </p:spTree>
  </p:cSld>
  <p:clrMapOvr>
    <a:masterClrMapping/>
  </p:clrMapOvr>
</p:sld>
</file>

<file path=ppt/slides/slide902.xml><?xml version="1.0" encoding="utf-8"?>
<p:sld xmlns:a="http://schemas.openxmlformats.org/drawingml/2006/main" xmlns:p="http://schemas.openxmlformats.org/presentationml/2006/main" xmlns:r="http://schemas.openxmlformats.org/officeDocument/2006/relationships">
  <p:cSld>
    <p:bg>
      <p:bgPr>
        <a:solidFill>
          <a:srgbClr val="F7F2F0"/>
        </a:solidFill>
        <a:effectLst/>
      </p:bgPr>
    </p:bg>
    <p:spTree>
      <p:nvGrpSpPr>
        <p:cNvPr id="1" name=""/>
        <p:cNvGrpSpPr/>
        <p:nvPr/>
      </p:nvGrpSpPr>
      <p:grpSpPr/>
      <p:sp>
        <p:nvSpPr>
          <p:cNvPr id="2" name="TextBox 1"/>
          <p:cNvSpPr txBox="1"/>
          <p:nvPr/>
        </p:nvSpPr>
        <p:spPr>
          <a:xfrm>
            <a:off x="457200" y="256032"/>
            <a:ext cx="8229600" cy="201168"/>
          </a:xfrm>
          <a:prstGeom prst="rect">
            <a:avLst/>
          </a:prstGeom>
          <a:noFill/>
        </p:spPr>
        <p:txBody>
          <a:bodyPr wrap="square" lIns="0" rIns="0" tIns="0" bIns="0" anchor="t">
            <a:spAutoFit/>
          </a:bodyPr>
          <a:lstStyle/>
          <a:p>
            <a:pPr algn="l"/>
            <a:r>
              <a:rPr sz="1260" b="1" i="0" spc="200">
                <a:solidFill>
                  <a:srgbClr val="7C5CF6"/>
                </a:solidFill>
                <a:latin typeface="Calibri"/>
              </a:rPr>
              <a:t>LAURA SOL FRANCO · THE ELABS</a:t>
            </a:r>
          </a:p>
        </p:txBody>
      </p:sp>
      <p:sp>
        <p:nvSpPr>
          <p:cNvPr id="3" name="TextBox 2"/>
          <p:cNvSpPr txBox="1"/>
          <p:nvPr/>
        </p:nvSpPr>
        <p:spPr>
          <a:xfrm>
            <a:off x="457200" y="502920"/>
            <a:ext cx="8229600" cy="731520"/>
          </a:xfrm>
          <a:prstGeom prst="rect">
            <a:avLst/>
          </a:prstGeom>
          <a:noFill/>
        </p:spPr>
        <p:txBody>
          <a:bodyPr wrap="square" lIns="0" rIns="0" tIns="0" bIns="0" anchor="t">
            <a:spAutoFit/>
          </a:bodyPr>
          <a:lstStyle/>
          <a:p>
            <a:pPr algn="l"/>
            <a:r>
              <a:rPr sz="3000" b="1" i="0">
                <a:solidFill>
                  <a:srgbClr val="2B2B2B"/>
                </a:solidFill>
                <a:latin typeface="Calibri"/>
              </a:rPr>
              <a:t>Me </a:t>
            </a:r>
            <a:r>
              <a:rPr sz="3000" b="1" i="0">
                <a:solidFill>
                  <a:srgbClr val="7C5CF6"/>
                </a:solidFill>
                <a:latin typeface="Calibri"/>
              </a:rPr>
              <a:t>presento…</a:t>
            </a:r>
          </a:p>
        </p:txBody>
      </p:sp>
      <p:pic>
        <p:nvPicPr>
          <p:cNvPr id="4" name="Picture 3" descr="image.png"/>
          <p:cNvPicPr>
            <a:picLocks noChangeAspect="1"/>
          </p:cNvPicPr>
          <p:nvPr/>
        </p:nvPicPr>
        <p:blipFill>
          <a:blip r:embed="rId2"/>
          <a:stretch>
            <a:fillRect/>
          </a:stretch>
        </p:blipFill>
        <p:spPr>
          <a:xfrm>
            <a:off x="109728" y="4791456"/>
            <a:ext cx="1207008" cy="237744"/>
          </a:xfrm>
          <a:prstGeom prst="rect">
            <a:avLst/>
          </a:prstGeom>
        </p:spPr>
      </p:pic>
      <p:pic>
        <p:nvPicPr>
          <p:cNvPr id="5" name="Picture 4" descr="image.png"/>
          <p:cNvPicPr>
            <a:picLocks noChangeAspect="1"/>
          </p:cNvPicPr>
          <p:nvPr/>
        </p:nvPicPr>
        <p:blipFill>
          <a:blip r:embed="rId3"/>
          <a:stretch>
            <a:fillRect/>
          </a:stretch>
        </p:blipFill>
        <p:spPr>
          <a:xfrm>
            <a:off x="6492240" y="4818888"/>
            <a:ext cx="1600200" cy="122224"/>
          </a:xfrm>
          <a:prstGeom prst="rect">
            <a:avLst/>
          </a:prstGeom>
        </p:spPr>
      </p:pic>
      <p:sp>
        <p:nvSpPr>
          <p:cNvPr id="6" name="TextBox 5"/>
          <p:cNvSpPr txBox="1"/>
          <p:nvPr/>
        </p:nvSpPr>
        <p:spPr>
          <a:xfrm>
            <a:off x="8229600" y="4828032"/>
            <a:ext cx="457200" cy="182880"/>
          </a:xfrm>
          <a:prstGeom prst="rect">
            <a:avLst/>
          </a:prstGeom>
          <a:noFill/>
        </p:spPr>
        <p:txBody>
          <a:bodyPr wrap="square" lIns="0" rIns="0" tIns="0" bIns="0" anchor="t">
            <a:spAutoFit/>
          </a:bodyPr>
          <a:lstStyle/>
          <a:p>
            <a:pPr algn="r"/>
            <a:r>
              <a:rPr sz="1260" b="0" i="0">
                <a:solidFill>
                  <a:srgbClr val="6B6B85"/>
                </a:solidFill>
                <a:latin typeface="Calibri"/>
              </a:rPr>
              <a:t>2</a:t>
            </a:r>
          </a:p>
        </p:txBody>
      </p:sp>
      <p:sp>
        <p:nvSpPr>
          <p:cNvPr id="7" name="Rounded Rectangle 6"/>
          <p:cNvSpPr/>
          <p:nvPr/>
        </p:nvSpPr>
        <p:spPr>
          <a:xfrm>
            <a:off x="457200" y="1325880"/>
            <a:ext cx="5120640" cy="804672"/>
          </a:xfrm>
          <a:prstGeom prst="roundRect">
            <a:avLst>
              <a:gd name="adj" fmla="val 9090"/>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40080" y="1527048"/>
            <a:ext cx="402336" cy="402336"/>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527048"/>
            <a:ext cx="402336" cy="402336"/>
          </a:xfrm>
          <a:prstGeom prst="rect">
            <a:avLst/>
          </a:prstGeom>
          <a:noFill/>
        </p:spPr>
        <p:txBody>
          <a:bodyPr wrap="square" lIns="0" rIns="0" tIns="0" bIns="0" anchor="ctr">
            <a:spAutoFit/>
          </a:bodyPr>
          <a:lstStyle/>
          <a:p>
            <a:pPr algn="ctr"/>
            <a:r>
              <a:rPr sz="1820" b="1" i="0">
                <a:solidFill>
                  <a:srgbClr val="FFFFFF"/>
                </a:solidFill>
                <a:latin typeface="Calibri"/>
              </a:rPr>
              <a:t>1</a:t>
            </a:r>
          </a:p>
        </p:txBody>
      </p:sp>
      <p:sp>
        <p:nvSpPr>
          <p:cNvPr id="10" name="TextBox 9"/>
          <p:cNvSpPr txBox="1"/>
          <p:nvPr/>
        </p:nvSpPr>
        <p:spPr>
          <a:xfrm>
            <a:off x="1234440" y="1325880"/>
            <a:ext cx="4206240" cy="804672"/>
          </a:xfrm>
          <a:prstGeom prst="rect">
            <a:avLst/>
          </a:prstGeom>
          <a:noFill/>
        </p:spPr>
        <p:txBody>
          <a:bodyPr wrap="square" lIns="0" rIns="0" tIns="0" bIns="0" anchor="ctr">
            <a:spAutoFit/>
          </a:bodyPr>
          <a:lstStyle/>
          <a:p>
            <a:pPr algn="l"/>
            <a:r>
              <a:rPr sz="1750" b="0" i="0">
                <a:solidFill>
                  <a:srgbClr val="2B2B2B"/>
                </a:solidFill>
                <a:latin typeface="Calibri"/>
              </a:rPr>
              <a:t>Directora General en The eLabs: transformación digital e integración de IA.</a:t>
            </a:r>
          </a:p>
        </p:txBody>
      </p:sp>
      <p:sp>
        <p:nvSpPr>
          <p:cNvPr id="11" name="Rounded Rectangle 10"/>
          <p:cNvSpPr/>
          <p:nvPr/>
        </p:nvSpPr>
        <p:spPr>
          <a:xfrm>
            <a:off x="457200" y="2240280"/>
            <a:ext cx="5120640" cy="804672"/>
          </a:xfrm>
          <a:prstGeom prst="roundRect">
            <a:avLst>
              <a:gd name="adj" fmla="val 9090"/>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0080" y="2441448"/>
            <a:ext cx="402336" cy="402336"/>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441448"/>
            <a:ext cx="402336" cy="402336"/>
          </a:xfrm>
          <a:prstGeom prst="rect">
            <a:avLst/>
          </a:prstGeom>
          <a:noFill/>
        </p:spPr>
        <p:txBody>
          <a:bodyPr wrap="square" lIns="0" rIns="0" tIns="0" bIns="0" anchor="ctr">
            <a:spAutoFit/>
          </a:bodyPr>
          <a:lstStyle/>
          <a:p>
            <a:pPr algn="ctr"/>
            <a:r>
              <a:rPr sz="1820" b="1" i="0">
                <a:solidFill>
                  <a:srgbClr val="FFFFFF"/>
                </a:solidFill>
                <a:latin typeface="Calibri"/>
              </a:rPr>
              <a:t>2</a:t>
            </a:r>
          </a:p>
        </p:txBody>
      </p:sp>
      <p:sp>
        <p:nvSpPr>
          <p:cNvPr id="14" name="TextBox 13"/>
          <p:cNvSpPr txBox="1"/>
          <p:nvPr/>
        </p:nvSpPr>
        <p:spPr>
          <a:xfrm>
            <a:off x="1234440" y="2240280"/>
            <a:ext cx="4206240" cy="804672"/>
          </a:xfrm>
          <a:prstGeom prst="rect">
            <a:avLst/>
          </a:prstGeom>
          <a:noFill/>
        </p:spPr>
        <p:txBody>
          <a:bodyPr wrap="square" lIns="0" rIns="0" tIns="0" bIns="0" anchor="ctr">
            <a:spAutoFit/>
          </a:bodyPr>
          <a:lstStyle/>
          <a:p>
            <a:pPr algn="l"/>
            <a:r>
              <a:rPr sz="1750" b="0" i="0">
                <a:solidFill>
                  <a:srgbClr val="2B2B2B"/>
                </a:solidFill>
                <a:latin typeface="Calibri"/>
              </a:rPr>
              <a:t>Host del podcast Hack The Future: estrategia y liderazgo, no solo algoritmos.</a:t>
            </a:r>
          </a:p>
        </p:txBody>
      </p:sp>
      <p:sp>
        <p:nvSpPr>
          <p:cNvPr id="15" name="Rounded Rectangle 14"/>
          <p:cNvSpPr/>
          <p:nvPr/>
        </p:nvSpPr>
        <p:spPr>
          <a:xfrm>
            <a:off x="457200" y="3154680"/>
            <a:ext cx="5120640" cy="804672"/>
          </a:xfrm>
          <a:prstGeom prst="roundRect">
            <a:avLst>
              <a:gd name="adj" fmla="val 9090"/>
            </a:avLst>
          </a:prstGeom>
          <a:solidFill>
            <a:srgbClr val="FFFFFF"/>
          </a:solidFill>
          <a:ln w="9525">
            <a:solidFill>
              <a:srgbClr val="E3DD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0080" y="3355848"/>
            <a:ext cx="402336" cy="402336"/>
          </a:xfrm>
          <a:prstGeom prst="ellipse">
            <a:avLst/>
          </a:prstGeom>
          <a:solidFill>
            <a:srgbClr val="7C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355848"/>
            <a:ext cx="402336" cy="402336"/>
          </a:xfrm>
          <a:prstGeom prst="rect">
            <a:avLst/>
          </a:prstGeom>
          <a:noFill/>
        </p:spPr>
        <p:txBody>
          <a:bodyPr wrap="square" lIns="0" rIns="0" tIns="0" bIns="0" anchor="ctr">
            <a:spAutoFit/>
          </a:bodyPr>
          <a:lstStyle/>
          <a:p>
            <a:pPr algn="ctr"/>
            <a:r>
              <a:rPr sz="1820" b="1" i="0">
                <a:solidFill>
                  <a:srgbClr val="FFFFFF"/>
                </a:solidFill>
                <a:latin typeface="Calibri"/>
              </a:rPr>
              <a:t>3</a:t>
            </a:r>
          </a:p>
        </p:txBody>
      </p:sp>
      <p:sp>
        <p:nvSpPr>
          <p:cNvPr id="18" name="TextBox 17"/>
          <p:cNvSpPr txBox="1"/>
          <p:nvPr/>
        </p:nvSpPr>
        <p:spPr>
          <a:xfrm>
            <a:off x="1234440" y="3154680"/>
            <a:ext cx="4206240" cy="804672"/>
          </a:xfrm>
          <a:prstGeom prst="rect">
            <a:avLst/>
          </a:prstGeom>
          <a:noFill/>
        </p:spPr>
        <p:txBody>
          <a:bodyPr wrap="square" lIns="0" rIns="0" tIns="0" bIns="0" anchor="ctr">
            <a:spAutoFit/>
          </a:bodyPr>
          <a:lstStyle/>
          <a:p>
            <a:pPr algn="l"/>
            <a:r>
              <a:rPr sz="1750" b="0" i="0">
                <a:solidFill>
                  <a:srgbClr val="2B2B2B"/>
                </a:solidFill>
                <a:latin typeface="Calibri"/>
              </a:rPr>
              <a:t>Docente en la Maestría en Ciencia de Datos (Univ. Austral), ITBA y Di Tella.</a:t>
            </a:r>
          </a:p>
        </p:txBody>
      </p:sp>
      <p:pic>
        <p:nvPicPr>
          <p:cNvPr id="19" name="Picture 18" descr="laura.jpg"/>
          <p:cNvPicPr>
            <a:picLocks noChangeAspect="1"/>
          </p:cNvPicPr>
          <p:nvPr/>
        </p:nvPicPr>
        <p:blipFill>
          <a:blip r:embed="rId4"/>
          <a:stretch>
            <a:fillRect/>
          </a:stretch>
        </p:blipFill>
        <p:spPr>
          <a:xfrm>
            <a:off x="5943600" y="1325880"/>
            <a:ext cx="2651760" cy="2651760"/>
          </a:xfrm>
          <a:prstGeom prst="roundRect">
            <a:avLst/>
          </a:prstGeom>
          <a:ln w="12700">
            <a:solidFill>
              <a:srgbClr val="E3DDE9"/>
            </a:solidFill>
          </a:ln>
        </p:spPr>
      </p:pic>
      <p:sp>
        <p:nvSpPr>
          <p:cNvPr id="20" name="Rounded Rectangle 19"/>
          <p:cNvSpPr/>
          <p:nvPr/>
        </p:nvSpPr>
        <p:spPr>
          <a:xfrm>
            <a:off x="457200" y="4114800"/>
            <a:ext cx="8229600" cy="530352"/>
          </a:xfrm>
          <a:prstGeom prst="roundRect">
            <a:avLst>
              <a:gd name="adj" fmla="val 13793"/>
            </a:avLst>
          </a:prstGeom>
          <a:solidFill>
            <a:srgbClr val="7C5CF6"/>
          </a:solidFill>
          <a:ln w="9525">
            <a:solidFill>
              <a:srgbClr val="7C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114800"/>
            <a:ext cx="8229600" cy="530352"/>
          </a:xfrm>
          <a:prstGeom prst="rect">
            <a:avLst/>
          </a:prstGeom>
          <a:noFill/>
        </p:spPr>
        <p:txBody>
          <a:bodyPr wrap="square" lIns="0" rIns="0" tIns="0" bIns="0" anchor="ctr">
            <a:spAutoFit/>
          </a:bodyPr>
          <a:lstStyle/>
          <a:p>
            <a:pPr algn="ctr"/>
            <a:r>
              <a:rPr sz="1889" b="1" i="0">
                <a:solidFill>
                  <a:srgbClr val="FFFFFF"/>
                </a:solidFill>
                <a:latin typeface="Calibri"/>
              </a:rPr>
              <a:t>Apasionada por aplicar IA para mejorar la productividad y las decisiones.</a:t>
            </a:r>
          </a:p>
        </p:txBody>
      </p:sp>
    </p:spTree>
  </p:cSld>
  <p:clrMapOvr>
    <a:masterClrMapping/>
  </p:clrMapOvr>
</p:sld>
</file>

<file path=ppt/slides/slide9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859536" y="265176"/>
            <a:ext cx="1207008" cy="237744"/>
          </a:xfrm>
          <a:prstGeom prst="rect">
            <a:avLst/>
          </a:prstGeom>
        </p:spPr>
      </p:pic>
      <p:pic>
        <p:nvPicPr>
          <p:cNvPr id="3" name="Picture 2" descr="arca_logo.png"/>
          <p:cNvPicPr>
            <a:picLocks noChangeAspect="1"/>
          </p:cNvPicPr>
          <p:nvPr/>
        </p:nvPicPr>
        <p:blipFill>
          <a:blip r:embed="rId3"/>
          <a:stretch>
            <a:fillRect/>
          </a:stretch>
        </p:blipFill>
        <p:spPr>
          <a:xfrm>
            <a:off x="5852160" y="384048"/>
            <a:ext cx="2834640" cy="216512"/>
          </a:xfrm>
          <a:prstGeom prst="rect">
            <a:avLst/>
          </a:prstGeom>
        </p:spPr>
      </p:pic>
      <p:sp>
        <p:nvSpPr>
          <p:cNvPr id="4" name="TextBox 3"/>
          <p:cNvSpPr txBox="1"/>
          <p:nvPr/>
        </p:nvSpPr>
        <p:spPr>
          <a:xfrm>
            <a:off x="859536" y="1005840"/>
            <a:ext cx="5486400" cy="274320"/>
          </a:xfrm>
          <a:prstGeom prst="rect">
            <a:avLst/>
          </a:prstGeom>
          <a:noFill/>
        </p:spPr>
        <p:txBody>
          <a:bodyPr wrap="square" lIns="0" rIns="0" tIns="0" bIns="0" anchor="t">
            <a:spAutoFit/>
          </a:bodyPr>
          <a:lstStyle/>
          <a:p>
            <a:pPr algn="l"/>
            <a:r>
              <a:rPr sz="1300" b="1" i="0" spc="250">
                <a:solidFill>
                  <a:srgbClr val="7C5CF6"/>
                </a:solidFill>
                <a:latin typeface="Plus Jakarta Sans"/>
              </a:rPr>
              <a:t>PREGUNTAS Y RESPUESTAS</a:t>
            </a:r>
          </a:p>
        </p:txBody>
      </p:sp>
      <p:sp>
        <p:nvSpPr>
          <p:cNvPr id="5" name="TextBox 4"/>
          <p:cNvSpPr txBox="1"/>
          <p:nvPr/>
        </p:nvSpPr>
        <p:spPr>
          <a:xfrm>
            <a:off x="859536" y="1325880"/>
            <a:ext cx="5486400" cy="1005840"/>
          </a:xfrm>
          <a:prstGeom prst="rect">
            <a:avLst/>
          </a:prstGeom>
          <a:noFill/>
        </p:spPr>
        <p:txBody>
          <a:bodyPr wrap="square" lIns="0" rIns="0" tIns="0" bIns="0" anchor="t">
            <a:spAutoFit/>
          </a:bodyPr>
          <a:lstStyle/>
          <a:p>
            <a:pPr algn="l"/>
            <a:r>
              <a:rPr sz="6000" b="1" i="0">
                <a:solidFill>
                  <a:srgbClr val="FFFFFF"/>
                </a:solidFill>
                <a:latin typeface="Plus Jakarta Sans"/>
              </a:rPr>
              <a:t>Q&amp;A</a:t>
            </a:r>
          </a:p>
        </p:txBody>
      </p:sp>
      <p:sp>
        <p:nvSpPr>
          <p:cNvPr id="6" name="TextBox 5"/>
          <p:cNvSpPr txBox="1"/>
          <p:nvPr/>
        </p:nvSpPr>
        <p:spPr>
          <a:xfrm>
            <a:off x="859536" y="2423160"/>
            <a:ext cx="5943600" cy="457200"/>
          </a:xfrm>
          <a:prstGeom prst="rect">
            <a:avLst/>
          </a:prstGeom>
          <a:noFill/>
        </p:spPr>
        <p:txBody>
          <a:bodyPr wrap="square" lIns="0" rIns="0" tIns="0" bIns="0" anchor="t">
            <a:spAutoFit/>
          </a:bodyPr>
          <a:lstStyle/>
          <a:p>
            <a:pPr algn="l"/>
            <a:r>
              <a:rPr sz="2000" b="0" i="0">
                <a:solidFill>
                  <a:srgbClr val="C4C4CC"/>
                </a:solidFill>
                <a:latin typeface="Plus Jakarta Sans"/>
              </a:rPr>
              <a:t>¿Qué dudas, casos o ideas quedaron?</a:t>
            </a:r>
          </a:p>
        </p:txBody>
      </p:sp>
      <p:sp>
        <p:nvSpPr>
          <p:cNvPr id="7" name="TextBox 6"/>
          <p:cNvSpPr txBox="1"/>
          <p:nvPr/>
        </p:nvSpPr>
        <p:spPr>
          <a:xfrm>
            <a:off x="859536" y="3154680"/>
            <a:ext cx="6400800" cy="731520"/>
          </a:xfrm>
          <a:prstGeom prst="rect">
            <a:avLst/>
          </a:prstGeom>
          <a:noFill/>
        </p:spPr>
        <p:txBody>
          <a:bodyPr wrap="square" lIns="0" rIns="0" tIns="0" bIns="0" anchor="t">
            <a:spAutoFit/>
          </a:bodyPr>
          <a:lstStyle/>
          <a:p>
            <a:pPr algn="l"/>
            <a:r>
              <a:rPr sz="3400" b="1" i="0">
                <a:solidFill>
                  <a:srgbClr val="FFFFFF"/>
                </a:solidFill>
                <a:latin typeface="Plus Jakarta Sans"/>
              </a:rPr>
              <a:t>¡Muchas </a:t>
            </a:r>
            <a:r>
              <a:rPr sz="3400" b="1" i="0">
                <a:solidFill>
                  <a:srgbClr val="9E7AF2"/>
                </a:solidFill>
                <a:latin typeface="Plus Jakarta Sans"/>
              </a:rPr>
              <a:t>gracias!</a:t>
            </a:r>
          </a:p>
        </p:txBody>
      </p:sp>
      <p:sp>
        <p:nvSpPr>
          <p:cNvPr id="8" name="TextBox 7"/>
          <p:cNvSpPr txBox="1"/>
          <p:nvPr/>
        </p:nvSpPr>
        <p:spPr>
          <a:xfrm>
            <a:off x="859536" y="3931920"/>
            <a:ext cx="5943600" cy="365760"/>
          </a:xfrm>
          <a:prstGeom prst="rect">
            <a:avLst/>
          </a:prstGeom>
          <a:noFill/>
        </p:spPr>
        <p:txBody>
          <a:bodyPr wrap="square" lIns="0" rIns="0" tIns="0" bIns="0" anchor="t">
            <a:spAutoFit/>
          </a:bodyPr>
          <a:lstStyle/>
          <a:p>
            <a:pPr algn="l"/>
            <a:r>
              <a:rPr sz="1600" b="0" i="0">
                <a:solidFill>
                  <a:srgbClr val="C4C4CC"/>
                </a:solidFill>
                <a:latin typeface="Plus Jakarta Sans"/>
              </a:rPr>
              <a:t>Laura Sol Franco · Digital House</a:t>
            </a:r>
          </a:p>
        </p:txBody>
      </p:sp>
      <p:sp>
        <p:nvSpPr>
          <p:cNvPr id="9" name="TextBox 8"/>
          <p:cNvSpPr txBox="1"/>
          <p:nvPr/>
        </p:nvSpPr>
        <p:spPr>
          <a:xfrm>
            <a:off x="859536" y="4526280"/>
            <a:ext cx="7315200" cy="274320"/>
          </a:xfrm>
          <a:prstGeom prst="rect">
            <a:avLst/>
          </a:prstGeom>
          <a:noFill/>
        </p:spPr>
        <p:txBody>
          <a:bodyPr wrap="square" lIns="0" rIns="0" tIns="0" bIns="0" anchor="t">
            <a:spAutoFit/>
          </a:bodyPr>
          <a:lstStyle/>
          <a:p>
            <a:pPr algn="l"/>
            <a:r>
              <a:rPr sz="1430" b="0" i="0">
                <a:solidFill>
                  <a:srgbClr val="C4C4CC"/>
                </a:solidFill>
                <a:latin typeface="Plus Jakarta Sans"/>
              </a:rPr>
              <a:t>Programa: Arquitectura de Datos, Gobierno y Orquestación — ARCA</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H">
  <a:themeElements>
    <a:clrScheme name="Simple Light">
      <a:dk1>
        <a:srgbClr val="263238"/>
      </a:dk1>
      <a:lt1>
        <a:srgbClr val="FFFFFF"/>
      </a:lt1>
      <a:dk2>
        <a:srgbClr val="ABB4B7"/>
      </a:dk2>
      <a:lt2>
        <a:srgbClr val="F0EEE8"/>
      </a:lt2>
      <a:accent1>
        <a:srgbClr val="007A4C"/>
      </a:accent1>
      <a:accent2>
        <a:srgbClr val="00A365"/>
      </a:accent2>
      <a:accent3>
        <a:srgbClr val="00CC7E"/>
      </a:accent3>
      <a:accent4>
        <a:srgbClr val="33D698"/>
      </a:accent4>
      <a:accent5>
        <a:srgbClr val="66E0B2"/>
      </a:accent5>
      <a:accent6>
        <a:srgbClr val="666666"/>
      </a:accent6>
      <a:hlink>
        <a:srgbClr val="423A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a5acd39-2019-4a33-8d49-f8ed67a3d5c1">
      <Terms xmlns="http://schemas.microsoft.com/office/infopath/2007/PartnerControls"/>
    </lcf76f155ced4ddcb4097134ff3c332f>
    <TaxCatchAll xmlns="d1558cf6-3f22-454b-b7e7-245e01a88a2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72A02660EEDB5B46AF594D6BB3E64A80" ma:contentTypeVersion="11" ma:contentTypeDescription="Crear nuevo documento." ma:contentTypeScope="" ma:versionID="32e0d221034790d159b2a04bcccc778b">
  <xsd:schema xmlns:xsd="http://www.w3.org/2001/XMLSchema" xmlns:xs="http://www.w3.org/2001/XMLSchema" xmlns:p="http://schemas.microsoft.com/office/2006/metadata/properties" xmlns:ns2="ba5acd39-2019-4a33-8d49-f8ed67a3d5c1" xmlns:ns3="d1558cf6-3f22-454b-b7e7-245e01a88a28" targetNamespace="http://schemas.microsoft.com/office/2006/metadata/properties" ma:root="true" ma:fieldsID="e51f0b97448a6be76f6308f112c74aec" ns2:_="" ns3:_="">
    <xsd:import namespace="ba5acd39-2019-4a33-8d49-f8ed67a3d5c1"/>
    <xsd:import namespace="d1558cf6-3f22-454b-b7e7-245e01a88a2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5acd39-2019-4a33-8d49-f8ed67a3d5c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ccaf3f82-b752-4aa7-a0ff-255152cbc23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1558cf6-3f22-454b-b7e7-245e01a88a2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1c0c7ad-93e3-4d5a-9dc3-eecabf59a5ad}" ma:internalName="TaxCatchAll" ma:showField="CatchAllData" ma:web="d1558cf6-3f22-454b-b7e7-245e01a88a2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E2EC8B1-828D-4D0F-84FF-9557EA476B3F}">
  <ds:schemaRefs>
    <ds:schemaRef ds:uri="http://schemas.microsoft.com/sharepoint/v3/contenttype/forms"/>
  </ds:schemaRefs>
</ds:datastoreItem>
</file>

<file path=customXml/itemProps2.xml><?xml version="1.0" encoding="utf-8"?>
<ds:datastoreItem xmlns:ds="http://schemas.openxmlformats.org/officeDocument/2006/customXml" ds:itemID="{68F7FA44-9A94-455F-A813-11AEC2BC6F3A}">
  <ds:schemaRefs>
    <ds:schemaRef ds:uri="http://schemas.microsoft.com/office/2006/metadata/properties"/>
    <ds:schemaRef ds:uri="http://schemas.microsoft.com/office/infopath/2007/PartnerControls"/>
    <ds:schemaRef ds:uri="ba5acd39-2019-4a33-8d49-f8ed67a3d5c1"/>
    <ds:schemaRef ds:uri="d1558cf6-3f22-454b-b7e7-245e01a88a28"/>
  </ds:schemaRefs>
</ds:datastoreItem>
</file>

<file path=customXml/itemProps3.xml><?xml version="1.0" encoding="utf-8"?>
<ds:datastoreItem xmlns:ds="http://schemas.openxmlformats.org/officeDocument/2006/customXml" ds:itemID="{4696B629-03A1-4704-8DCF-4F73ED724F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a5acd39-2019-4a33-8d49-f8ed67a3d5c1"/>
    <ds:schemaRef ds:uri="d1558cf6-3f22-454b-b7e7-245e01a88a2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7281</TotalTime>
  <Words>5168</Words>
  <Application>Microsoft Office PowerPoint</Application>
  <PresentationFormat>Presentación en pantalla (16:9)</PresentationFormat>
  <Paragraphs>767</Paragraphs>
  <Slides>69</Slides>
  <Notes>69</Notes>
  <HiddenSlides>1</HiddenSlides>
  <MMClips>0</MMClips>
  <ScaleCrop>false</ScaleCrop>
  <HeadingPairs>
    <vt:vector size="4" baseType="variant">
      <vt:variant>
        <vt:lpstr>Tema</vt:lpstr>
      </vt:variant>
      <vt:variant>
        <vt:i4>3</vt:i4>
      </vt:variant>
      <vt:variant>
        <vt:lpstr>Títulos de diapositiva</vt:lpstr>
      </vt:variant>
      <vt:variant>
        <vt:i4>69</vt:i4>
      </vt:variant>
    </vt:vector>
  </HeadingPairs>
  <TitlesOfParts>
    <vt:vector size="72" baseType="lpstr">
      <vt:lpstr>Simple Light</vt:lpstr>
      <vt:lpstr>DH</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Especialista DH</cp:lastModifiedBy>
  <cp:revision>38</cp:revision>
  <dcterms:modified xsi:type="dcterms:W3CDTF">2026-09-23T03:05:24Z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0x01010072A02660EEDB5B46AF594D6BB3E64A80</vt:lpwstr>
  </property>
  <property fmtid="{D5CDD505-2E9C-101B-9397-08002B2CF9AE}" pid="3" name="MediaServiceImageTags">
    <vt:lpwstr/>
  </property>
</Properties>
</file>